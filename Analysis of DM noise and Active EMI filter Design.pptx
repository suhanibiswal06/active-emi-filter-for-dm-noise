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47" r:id="rId5"/>
  </p:sldMasterIdLst>
  <p:notesMasterIdLst>
    <p:notesMasterId r:id="rId52"/>
  </p:notesMasterIdLst>
  <p:handoutMasterIdLst>
    <p:handoutMasterId r:id="rId53"/>
  </p:handoutMasterIdLst>
  <p:sldIdLst>
    <p:sldId id="343" r:id="rId6"/>
    <p:sldId id="345" r:id="rId7"/>
    <p:sldId id="468" r:id="rId8"/>
    <p:sldId id="478" r:id="rId9"/>
    <p:sldId id="476" r:id="rId10"/>
    <p:sldId id="394" r:id="rId11"/>
    <p:sldId id="395" r:id="rId12"/>
    <p:sldId id="396" r:id="rId13"/>
    <p:sldId id="406" r:id="rId14"/>
    <p:sldId id="398" r:id="rId15"/>
    <p:sldId id="474" r:id="rId16"/>
    <p:sldId id="455" r:id="rId17"/>
    <p:sldId id="454" r:id="rId18"/>
    <p:sldId id="456" r:id="rId19"/>
    <p:sldId id="457" r:id="rId20"/>
    <p:sldId id="458" r:id="rId21"/>
    <p:sldId id="460" r:id="rId22"/>
    <p:sldId id="467" r:id="rId23"/>
    <p:sldId id="459" r:id="rId24"/>
    <p:sldId id="473" r:id="rId25"/>
    <p:sldId id="475" r:id="rId26"/>
    <p:sldId id="461" r:id="rId27"/>
    <p:sldId id="462" r:id="rId28"/>
    <p:sldId id="452" r:id="rId29"/>
    <p:sldId id="463" r:id="rId30"/>
    <p:sldId id="479" r:id="rId31"/>
    <p:sldId id="466" r:id="rId32"/>
    <p:sldId id="453" r:id="rId33"/>
    <p:sldId id="440" r:id="rId34"/>
    <p:sldId id="441" r:id="rId35"/>
    <p:sldId id="465" r:id="rId36"/>
    <p:sldId id="472" r:id="rId37"/>
    <p:sldId id="470" r:id="rId38"/>
    <p:sldId id="442" r:id="rId39"/>
    <p:sldId id="477" r:id="rId40"/>
    <p:sldId id="480" r:id="rId41"/>
    <p:sldId id="481" r:id="rId42"/>
    <p:sldId id="482" r:id="rId43"/>
    <p:sldId id="443" r:id="rId44"/>
    <p:sldId id="445" r:id="rId45"/>
    <p:sldId id="444" r:id="rId46"/>
    <p:sldId id="446" r:id="rId47"/>
    <p:sldId id="447" r:id="rId48"/>
    <p:sldId id="449" r:id="rId49"/>
    <p:sldId id="448" r:id="rId50"/>
    <p:sldId id="407" r:id="rId51"/>
  </p:sldIdLst>
  <p:sldSz cx="9144000" cy="5143500" type="screen16x9"/>
  <p:notesSz cx="9296400" cy="147701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380895" algn="l" rtl="0" fontAlgn="base">
      <a:spcBef>
        <a:spcPct val="0"/>
      </a:spcBef>
      <a:spcAft>
        <a:spcPct val="0"/>
      </a:spcAft>
      <a:defRPr kern="1200">
        <a:solidFill>
          <a:schemeClr val="tx1"/>
        </a:solidFill>
        <a:latin typeface="Arial" charset="0"/>
        <a:ea typeface="+mn-ea"/>
        <a:cs typeface="+mn-cs"/>
      </a:defRPr>
    </a:lvl2pPr>
    <a:lvl3pPr marL="761790" algn="l" rtl="0" fontAlgn="base">
      <a:spcBef>
        <a:spcPct val="0"/>
      </a:spcBef>
      <a:spcAft>
        <a:spcPct val="0"/>
      </a:spcAft>
      <a:defRPr kern="1200">
        <a:solidFill>
          <a:schemeClr val="tx1"/>
        </a:solidFill>
        <a:latin typeface="Arial" charset="0"/>
        <a:ea typeface="+mn-ea"/>
        <a:cs typeface="+mn-cs"/>
      </a:defRPr>
    </a:lvl3pPr>
    <a:lvl4pPr marL="1142683" algn="l" rtl="0" fontAlgn="base">
      <a:spcBef>
        <a:spcPct val="0"/>
      </a:spcBef>
      <a:spcAft>
        <a:spcPct val="0"/>
      </a:spcAft>
      <a:defRPr kern="1200">
        <a:solidFill>
          <a:schemeClr val="tx1"/>
        </a:solidFill>
        <a:latin typeface="Arial" charset="0"/>
        <a:ea typeface="+mn-ea"/>
        <a:cs typeface="+mn-cs"/>
      </a:defRPr>
    </a:lvl4pPr>
    <a:lvl5pPr marL="1523573" algn="l" rtl="0" fontAlgn="base">
      <a:spcBef>
        <a:spcPct val="0"/>
      </a:spcBef>
      <a:spcAft>
        <a:spcPct val="0"/>
      </a:spcAft>
      <a:defRPr kern="1200">
        <a:solidFill>
          <a:schemeClr val="tx1"/>
        </a:solidFill>
        <a:latin typeface="Arial" charset="0"/>
        <a:ea typeface="+mn-ea"/>
        <a:cs typeface="+mn-cs"/>
      </a:defRPr>
    </a:lvl5pPr>
    <a:lvl6pPr marL="1904467" algn="l" defTabSz="761790" rtl="0" eaLnBrk="1" latinLnBrk="0" hangingPunct="1">
      <a:defRPr kern="1200">
        <a:solidFill>
          <a:schemeClr val="tx1"/>
        </a:solidFill>
        <a:latin typeface="Arial" charset="0"/>
        <a:ea typeface="+mn-ea"/>
        <a:cs typeface="+mn-cs"/>
      </a:defRPr>
    </a:lvl6pPr>
    <a:lvl7pPr marL="2285362" algn="l" defTabSz="761790" rtl="0" eaLnBrk="1" latinLnBrk="0" hangingPunct="1">
      <a:defRPr kern="1200">
        <a:solidFill>
          <a:schemeClr val="tx1"/>
        </a:solidFill>
        <a:latin typeface="Arial" charset="0"/>
        <a:ea typeface="+mn-ea"/>
        <a:cs typeface="+mn-cs"/>
      </a:defRPr>
    </a:lvl7pPr>
    <a:lvl8pPr marL="2666253" algn="l" defTabSz="761790" rtl="0" eaLnBrk="1" latinLnBrk="0" hangingPunct="1">
      <a:defRPr kern="1200">
        <a:solidFill>
          <a:schemeClr val="tx1"/>
        </a:solidFill>
        <a:latin typeface="Arial" charset="0"/>
        <a:ea typeface="+mn-ea"/>
        <a:cs typeface="+mn-cs"/>
      </a:defRPr>
    </a:lvl8pPr>
    <a:lvl9pPr marL="3047146" algn="l" defTabSz="76179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78">
          <p15:clr>
            <a:srgbClr val="A4A3A4"/>
          </p15:clr>
        </p15:guide>
      </p15:sldGuideLst>
    </p:ext>
    <p:ext uri="{2D200454-40CA-4A62-9FC3-DE9A4176ACB9}">
      <p15:notesGuideLst xmlns:p15="http://schemas.microsoft.com/office/powerpoint/2012/main">
        <p15:guide id="1" orient="horz" pos="4652">
          <p15:clr>
            <a:srgbClr val="A4A3A4"/>
          </p15:clr>
        </p15:guide>
        <p15:guide id="2" pos="292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AAAA"/>
    <a:srgbClr val="FFF9AF"/>
    <a:srgbClr val="006600"/>
    <a:srgbClr val="004A82"/>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449" autoAdjust="0"/>
    <p:restoredTop sz="94585" autoAdjust="0"/>
  </p:normalViewPr>
  <p:slideViewPr>
    <p:cSldViewPr snapToGrid="0">
      <p:cViewPr varScale="1">
        <p:scale>
          <a:sx n="78" d="100"/>
          <a:sy n="78" d="100"/>
        </p:scale>
        <p:origin x="1136" y="52"/>
      </p:cViewPr>
      <p:guideLst>
        <p:guide orient="horz" pos="1620"/>
        <p:guide pos="2878"/>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51" d="100"/>
          <a:sy n="51" d="100"/>
        </p:scale>
        <p:origin x="-2850" y="-96"/>
      </p:cViewPr>
      <p:guideLst>
        <p:guide orient="horz" pos="4652"/>
        <p:guide pos="292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handoutMaster" Target="handoutMasters/handoutMaster1.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tableStyles" Target="tableStyle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381F62-F59B-4A13-8827-B5C11CE185BC}"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8B317C3F-B9B3-4A13-986B-C7E1A6A21915}">
      <dgm:prSet custT="1"/>
      <dgm:spPr/>
      <dgm:t>
        <a:bodyPr/>
        <a:lstStyle/>
        <a:p>
          <a:pPr>
            <a:lnSpc>
              <a:spcPct val="100000"/>
            </a:lnSpc>
          </a:pPr>
          <a:r>
            <a:rPr lang="en-US" sz="1600" b="0" i="1" dirty="0">
              <a:latin typeface="Abadi" panose="020F0502020204030204" pitchFamily="34" charset="0"/>
              <a:cs typeface="Aldhabi" panose="020F0502020204030204" pitchFamily="2" charset="-78"/>
            </a:rPr>
            <a:t>Design and simulation of a DM Active EMI filter </a:t>
          </a:r>
        </a:p>
      </dgm:t>
    </dgm:pt>
    <dgm:pt modelId="{48F88DAC-2BC4-49AB-96DD-410AD2615844}" type="parTrans" cxnId="{35132DC0-0543-4E0E-9D53-063D9A4A1D3D}">
      <dgm:prSet/>
      <dgm:spPr/>
      <dgm:t>
        <a:bodyPr/>
        <a:lstStyle/>
        <a:p>
          <a:endParaRPr lang="en-US"/>
        </a:p>
      </dgm:t>
    </dgm:pt>
    <dgm:pt modelId="{402CF5F7-8D9B-4743-97EE-C05DC4BCAFC9}" type="sibTrans" cxnId="{35132DC0-0543-4E0E-9D53-063D9A4A1D3D}">
      <dgm:prSet/>
      <dgm:spPr/>
      <dgm:t>
        <a:bodyPr/>
        <a:lstStyle/>
        <a:p>
          <a:endParaRPr lang="en-US"/>
        </a:p>
      </dgm:t>
    </dgm:pt>
    <dgm:pt modelId="{ABA180E9-2D40-45FF-A5F3-295379416F12}">
      <dgm:prSet custT="1"/>
      <dgm:spPr/>
      <dgm:t>
        <a:bodyPr/>
        <a:lstStyle/>
        <a:p>
          <a:pPr>
            <a:lnSpc>
              <a:spcPct val="100000"/>
            </a:lnSpc>
          </a:pPr>
          <a:r>
            <a:rPr lang="en-US" sz="1600" i="1" dirty="0">
              <a:latin typeface="Abadi" panose="020B0604020104020204" pitchFamily="34" charset="0"/>
            </a:rPr>
            <a:t>Studying DM noise spectrums at the LISN under various conditions with and without AEF</a:t>
          </a:r>
        </a:p>
      </dgm:t>
    </dgm:pt>
    <dgm:pt modelId="{997A3AB2-7191-453E-B869-BC6DCE531448}" type="parTrans" cxnId="{A83048E9-E342-4BCF-8F0F-B24A7E06B5B5}">
      <dgm:prSet/>
      <dgm:spPr/>
      <dgm:t>
        <a:bodyPr/>
        <a:lstStyle/>
        <a:p>
          <a:endParaRPr lang="en-US"/>
        </a:p>
      </dgm:t>
    </dgm:pt>
    <dgm:pt modelId="{F7C0A30D-2F5C-415F-9CC9-C9C176A5CA3D}" type="sibTrans" cxnId="{A83048E9-E342-4BCF-8F0F-B24A7E06B5B5}">
      <dgm:prSet/>
      <dgm:spPr/>
      <dgm:t>
        <a:bodyPr/>
        <a:lstStyle/>
        <a:p>
          <a:endParaRPr lang="en-US"/>
        </a:p>
      </dgm:t>
    </dgm:pt>
    <dgm:pt modelId="{8B2F8AB7-80A6-4311-83CA-A5A79E692979}">
      <dgm:prSet custT="1"/>
      <dgm:spPr/>
      <dgm:t>
        <a:bodyPr/>
        <a:lstStyle/>
        <a:p>
          <a:pPr>
            <a:lnSpc>
              <a:spcPct val="100000"/>
            </a:lnSpc>
          </a:pPr>
          <a:r>
            <a:rPr lang="en-US" sz="1600" i="1" dirty="0">
              <a:latin typeface="Abadi" panose="020B0604020104020204" pitchFamily="34" charset="0"/>
            </a:rPr>
            <a:t>Ensuring EMC compliance is achieved in the Sentry schematic according to CISPR 32 standards</a:t>
          </a:r>
        </a:p>
      </dgm:t>
    </dgm:pt>
    <dgm:pt modelId="{0C64DDDE-6A0A-42BD-B00D-83E049ACDD68}" type="parTrans" cxnId="{F972436B-D233-4CBF-95FC-6388A421AF11}">
      <dgm:prSet/>
      <dgm:spPr/>
      <dgm:t>
        <a:bodyPr/>
        <a:lstStyle/>
        <a:p>
          <a:endParaRPr lang="en-US"/>
        </a:p>
      </dgm:t>
    </dgm:pt>
    <dgm:pt modelId="{5C08A002-C046-4F77-B2A3-C73AF643E574}" type="sibTrans" cxnId="{F972436B-D233-4CBF-95FC-6388A421AF11}">
      <dgm:prSet/>
      <dgm:spPr/>
      <dgm:t>
        <a:bodyPr/>
        <a:lstStyle/>
        <a:p>
          <a:endParaRPr lang="en-US"/>
        </a:p>
      </dgm:t>
    </dgm:pt>
    <dgm:pt modelId="{B7D03115-543A-4B9A-88B9-CC60017C93EF}" type="pres">
      <dgm:prSet presAssocID="{1D381F62-F59B-4A13-8827-B5C11CE185BC}" presName="root" presStyleCnt="0">
        <dgm:presLayoutVars>
          <dgm:dir/>
          <dgm:resizeHandles val="exact"/>
        </dgm:presLayoutVars>
      </dgm:prSet>
      <dgm:spPr/>
    </dgm:pt>
    <dgm:pt modelId="{8257816F-BA35-4AA2-A78D-47B33C488BB6}" type="pres">
      <dgm:prSet presAssocID="{8B317C3F-B9B3-4A13-986B-C7E1A6A21915}" presName="compNode" presStyleCnt="0"/>
      <dgm:spPr/>
    </dgm:pt>
    <dgm:pt modelId="{76D4E5D2-F7B2-4F8F-BD2A-C8D479A97948}" type="pres">
      <dgm:prSet presAssocID="{8B317C3F-B9B3-4A13-986B-C7E1A6A21915}" presName="iconRect" presStyleLbl="node1" presStyleIdx="0" presStyleCnt="3" custLinFactNeighborX="-1516" custLinFactNeighborY="-4548"/>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Processor outline"/>
        </a:ext>
      </dgm:extLst>
    </dgm:pt>
    <dgm:pt modelId="{D6A6EB97-BD8B-4D54-AC8B-9F9988FC77FC}" type="pres">
      <dgm:prSet presAssocID="{8B317C3F-B9B3-4A13-986B-C7E1A6A21915}" presName="spaceRect" presStyleCnt="0"/>
      <dgm:spPr/>
    </dgm:pt>
    <dgm:pt modelId="{6F92853A-AA99-4D13-95DD-F6A7977FDD49}" type="pres">
      <dgm:prSet presAssocID="{8B317C3F-B9B3-4A13-986B-C7E1A6A21915}" presName="textRect" presStyleLbl="revTx" presStyleIdx="0" presStyleCnt="3">
        <dgm:presLayoutVars>
          <dgm:chMax val="1"/>
          <dgm:chPref val="1"/>
        </dgm:presLayoutVars>
      </dgm:prSet>
      <dgm:spPr/>
    </dgm:pt>
    <dgm:pt modelId="{72DB5DAD-1D25-4034-A46D-B2D1B70F2A1D}" type="pres">
      <dgm:prSet presAssocID="{402CF5F7-8D9B-4743-97EE-C05DC4BCAFC9}" presName="sibTrans" presStyleCnt="0"/>
      <dgm:spPr/>
    </dgm:pt>
    <dgm:pt modelId="{D27D5379-048B-4369-BE5A-6713DDE6818C}" type="pres">
      <dgm:prSet presAssocID="{ABA180E9-2D40-45FF-A5F3-295379416F12}" presName="compNode" presStyleCnt="0"/>
      <dgm:spPr/>
    </dgm:pt>
    <dgm:pt modelId="{933F3185-40D1-496C-9EAE-3F908658E4B9}" type="pres">
      <dgm:prSet presAssocID="{ABA180E9-2D40-45FF-A5F3-295379416F12}" presName="iconRect" presStyleLbl="nod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oundwave with solid fill"/>
        </a:ext>
      </dgm:extLst>
    </dgm:pt>
    <dgm:pt modelId="{06C3A049-6662-4415-8999-D6FCA156C4BE}" type="pres">
      <dgm:prSet presAssocID="{ABA180E9-2D40-45FF-A5F3-295379416F12}" presName="spaceRect" presStyleCnt="0"/>
      <dgm:spPr/>
    </dgm:pt>
    <dgm:pt modelId="{2CF2C359-3CF8-497F-868F-7E1940B2AEFB}" type="pres">
      <dgm:prSet presAssocID="{ABA180E9-2D40-45FF-A5F3-295379416F12}" presName="textRect" presStyleLbl="revTx" presStyleIdx="1" presStyleCnt="3">
        <dgm:presLayoutVars>
          <dgm:chMax val="1"/>
          <dgm:chPref val="1"/>
        </dgm:presLayoutVars>
      </dgm:prSet>
      <dgm:spPr/>
    </dgm:pt>
    <dgm:pt modelId="{331C25A0-B9DD-4B07-9F3E-57BFD7D35311}" type="pres">
      <dgm:prSet presAssocID="{F7C0A30D-2F5C-415F-9CC9-C9C176A5CA3D}" presName="sibTrans" presStyleCnt="0"/>
      <dgm:spPr/>
    </dgm:pt>
    <dgm:pt modelId="{48BE88BF-2AF6-4BCE-8ACE-8499558C33B7}" type="pres">
      <dgm:prSet presAssocID="{8B2F8AB7-80A6-4311-83CA-A5A79E692979}" presName="compNode" presStyleCnt="0"/>
      <dgm:spPr/>
    </dgm:pt>
    <dgm:pt modelId="{7CB439AC-5E2F-4AAD-B8BD-A2F7C90A8B4A}" type="pres">
      <dgm:prSet presAssocID="{8B2F8AB7-80A6-4311-83CA-A5A79E692979}"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ar chart"/>
        </a:ext>
      </dgm:extLst>
    </dgm:pt>
    <dgm:pt modelId="{671D0ACE-55B2-4D18-BDF8-61FA169214D6}" type="pres">
      <dgm:prSet presAssocID="{8B2F8AB7-80A6-4311-83CA-A5A79E692979}" presName="spaceRect" presStyleCnt="0"/>
      <dgm:spPr/>
    </dgm:pt>
    <dgm:pt modelId="{2D207BA9-7B3E-4D4C-A955-E49CD452EFA8}" type="pres">
      <dgm:prSet presAssocID="{8B2F8AB7-80A6-4311-83CA-A5A79E692979}" presName="textRect" presStyleLbl="revTx" presStyleIdx="2" presStyleCnt="3">
        <dgm:presLayoutVars>
          <dgm:chMax val="1"/>
          <dgm:chPref val="1"/>
        </dgm:presLayoutVars>
      </dgm:prSet>
      <dgm:spPr/>
    </dgm:pt>
  </dgm:ptLst>
  <dgm:cxnLst>
    <dgm:cxn modelId="{F972436B-D233-4CBF-95FC-6388A421AF11}" srcId="{1D381F62-F59B-4A13-8827-B5C11CE185BC}" destId="{8B2F8AB7-80A6-4311-83CA-A5A79E692979}" srcOrd="2" destOrd="0" parTransId="{0C64DDDE-6A0A-42BD-B00D-83E049ACDD68}" sibTransId="{5C08A002-C046-4F77-B2A3-C73AF643E574}"/>
    <dgm:cxn modelId="{35CFCCAF-1808-4CF0-B7BA-7C957231FF22}" type="presOf" srcId="{8B2F8AB7-80A6-4311-83CA-A5A79E692979}" destId="{2D207BA9-7B3E-4D4C-A955-E49CD452EFA8}" srcOrd="0" destOrd="0" presId="urn:microsoft.com/office/officeart/2018/2/layout/IconLabelList"/>
    <dgm:cxn modelId="{1CA7F8B7-F1FE-49FE-B03B-1171EBEF43EF}" type="presOf" srcId="{1D381F62-F59B-4A13-8827-B5C11CE185BC}" destId="{B7D03115-543A-4B9A-88B9-CC60017C93EF}" srcOrd="0" destOrd="0" presId="urn:microsoft.com/office/officeart/2018/2/layout/IconLabelList"/>
    <dgm:cxn modelId="{35132DC0-0543-4E0E-9D53-063D9A4A1D3D}" srcId="{1D381F62-F59B-4A13-8827-B5C11CE185BC}" destId="{8B317C3F-B9B3-4A13-986B-C7E1A6A21915}" srcOrd="0" destOrd="0" parTransId="{48F88DAC-2BC4-49AB-96DD-410AD2615844}" sibTransId="{402CF5F7-8D9B-4743-97EE-C05DC4BCAFC9}"/>
    <dgm:cxn modelId="{A5942ACD-EB7D-42E1-8B9F-340D2AF03C4E}" type="presOf" srcId="{ABA180E9-2D40-45FF-A5F3-295379416F12}" destId="{2CF2C359-3CF8-497F-868F-7E1940B2AEFB}" srcOrd="0" destOrd="0" presId="urn:microsoft.com/office/officeart/2018/2/layout/IconLabelList"/>
    <dgm:cxn modelId="{A83048E9-E342-4BCF-8F0F-B24A7E06B5B5}" srcId="{1D381F62-F59B-4A13-8827-B5C11CE185BC}" destId="{ABA180E9-2D40-45FF-A5F3-295379416F12}" srcOrd="1" destOrd="0" parTransId="{997A3AB2-7191-453E-B869-BC6DCE531448}" sibTransId="{F7C0A30D-2F5C-415F-9CC9-C9C176A5CA3D}"/>
    <dgm:cxn modelId="{8B2F7FF1-AA41-443C-90C3-C49AE5CBF864}" type="presOf" srcId="{8B317C3F-B9B3-4A13-986B-C7E1A6A21915}" destId="{6F92853A-AA99-4D13-95DD-F6A7977FDD49}" srcOrd="0" destOrd="0" presId="urn:microsoft.com/office/officeart/2018/2/layout/IconLabelList"/>
    <dgm:cxn modelId="{F2428DC0-12CA-4A6A-8113-BCB5653FCDAA}" type="presParOf" srcId="{B7D03115-543A-4B9A-88B9-CC60017C93EF}" destId="{8257816F-BA35-4AA2-A78D-47B33C488BB6}" srcOrd="0" destOrd="0" presId="urn:microsoft.com/office/officeart/2018/2/layout/IconLabelList"/>
    <dgm:cxn modelId="{8A87408E-4E45-4681-9229-2062B1762C7B}" type="presParOf" srcId="{8257816F-BA35-4AA2-A78D-47B33C488BB6}" destId="{76D4E5D2-F7B2-4F8F-BD2A-C8D479A97948}" srcOrd="0" destOrd="0" presId="urn:microsoft.com/office/officeart/2018/2/layout/IconLabelList"/>
    <dgm:cxn modelId="{4AA0CED3-F59E-4AE7-8349-B9C2B244E9F7}" type="presParOf" srcId="{8257816F-BA35-4AA2-A78D-47B33C488BB6}" destId="{D6A6EB97-BD8B-4D54-AC8B-9F9988FC77FC}" srcOrd="1" destOrd="0" presId="urn:microsoft.com/office/officeart/2018/2/layout/IconLabelList"/>
    <dgm:cxn modelId="{31C0ED9E-9DF4-45A1-8CF9-5AD71A216EED}" type="presParOf" srcId="{8257816F-BA35-4AA2-A78D-47B33C488BB6}" destId="{6F92853A-AA99-4D13-95DD-F6A7977FDD49}" srcOrd="2" destOrd="0" presId="urn:microsoft.com/office/officeart/2018/2/layout/IconLabelList"/>
    <dgm:cxn modelId="{F33BA83E-F798-444E-8AB0-71D0D67AFF21}" type="presParOf" srcId="{B7D03115-543A-4B9A-88B9-CC60017C93EF}" destId="{72DB5DAD-1D25-4034-A46D-B2D1B70F2A1D}" srcOrd="1" destOrd="0" presId="urn:microsoft.com/office/officeart/2018/2/layout/IconLabelList"/>
    <dgm:cxn modelId="{B0FE809D-1159-4E22-8974-C5253FFC347E}" type="presParOf" srcId="{B7D03115-543A-4B9A-88B9-CC60017C93EF}" destId="{D27D5379-048B-4369-BE5A-6713DDE6818C}" srcOrd="2" destOrd="0" presId="urn:microsoft.com/office/officeart/2018/2/layout/IconLabelList"/>
    <dgm:cxn modelId="{66296613-3731-42F1-B000-3F360448C71A}" type="presParOf" srcId="{D27D5379-048B-4369-BE5A-6713DDE6818C}" destId="{933F3185-40D1-496C-9EAE-3F908658E4B9}" srcOrd="0" destOrd="0" presId="urn:microsoft.com/office/officeart/2018/2/layout/IconLabelList"/>
    <dgm:cxn modelId="{E70D7C5D-A2EC-4DBC-9FBF-51C6963F4C84}" type="presParOf" srcId="{D27D5379-048B-4369-BE5A-6713DDE6818C}" destId="{06C3A049-6662-4415-8999-D6FCA156C4BE}" srcOrd="1" destOrd="0" presId="urn:microsoft.com/office/officeart/2018/2/layout/IconLabelList"/>
    <dgm:cxn modelId="{5B7A2C2D-C698-4CFA-8C81-8DF74488924B}" type="presParOf" srcId="{D27D5379-048B-4369-BE5A-6713DDE6818C}" destId="{2CF2C359-3CF8-497F-868F-7E1940B2AEFB}" srcOrd="2" destOrd="0" presId="urn:microsoft.com/office/officeart/2018/2/layout/IconLabelList"/>
    <dgm:cxn modelId="{2FA90943-621D-420F-803C-C740BBB9DE5F}" type="presParOf" srcId="{B7D03115-543A-4B9A-88B9-CC60017C93EF}" destId="{331C25A0-B9DD-4B07-9F3E-57BFD7D35311}" srcOrd="3" destOrd="0" presId="urn:microsoft.com/office/officeart/2018/2/layout/IconLabelList"/>
    <dgm:cxn modelId="{B71544D4-0CFF-489E-AF20-0EE9795F6751}" type="presParOf" srcId="{B7D03115-543A-4B9A-88B9-CC60017C93EF}" destId="{48BE88BF-2AF6-4BCE-8ACE-8499558C33B7}" srcOrd="4" destOrd="0" presId="urn:microsoft.com/office/officeart/2018/2/layout/IconLabelList"/>
    <dgm:cxn modelId="{0C4044F2-7559-422D-8E7B-AF4CB03DF64D}" type="presParOf" srcId="{48BE88BF-2AF6-4BCE-8ACE-8499558C33B7}" destId="{7CB439AC-5E2F-4AAD-B8BD-A2F7C90A8B4A}" srcOrd="0" destOrd="0" presId="urn:microsoft.com/office/officeart/2018/2/layout/IconLabelList"/>
    <dgm:cxn modelId="{D01243A1-4098-47A8-A109-CB2A99272963}" type="presParOf" srcId="{48BE88BF-2AF6-4BCE-8ACE-8499558C33B7}" destId="{671D0ACE-55B2-4D18-BDF8-61FA169214D6}" srcOrd="1" destOrd="0" presId="urn:microsoft.com/office/officeart/2018/2/layout/IconLabelList"/>
    <dgm:cxn modelId="{CB76B53E-D26A-47C0-9B6C-898587DE9EA2}" type="presParOf" srcId="{48BE88BF-2AF6-4BCE-8ACE-8499558C33B7}" destId="{2D207BA9-7B3E-4D4C-A955-E49CD452EFA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81EEDE-6632-44E5-B6AE-C69EECD75F22}" type="doc">
      <dgm:prSet loTypeId="urn:microsoft.com/office/officeart/2005/8/layout/hList6" loCatId="list" qsTypeId="urn:microsoft.com/office/officeart/2005/8/quickstyle/simple3" qsCatId="simple" csTypeId="urn:microsoft.com/office/officeart/2005/8/colors/colorful4" csCatId="colorful" phldr="1"/>
      <dgm:spPr/>
      <dgm:t>
        <a:bodyPr/>
        <a:lstStyle/>
        <a:p>
          <a:endParaRPr lang="en-US"/>
        </a:p>
      </dgm:t>
    </dgm:pt>
    <dgm:pt modelId="{4B4F201F-82B7-4D22-838D-D6ADC988C56C}">
      <dgm:prSet phldrT="[Text]"/>
      <dgm:spPr/>
      <dgm:t>
        <a:bodyPr/>
        <a:lstStyle/>
        <a:p>
          <a:pPr>
            <a:buNone/>
          </a:pPr>
          <a:r>
            <a:rPr lang="en-US" sz="1000" dirty="0"/>
            <a:t>   </a:t>
          </a:r>
        </a:p>
      </dgm:t>
    </dgm:pt>
    <dgm:pt modelId="{B9E38151-CFAC-4D1D-BBCC-ADA159C8A775}" type="parTrans" cxnId="{003A0835-9CB8-4714-991B-FD0FB389ED65}">
      <dgm:prSet/>
      <dgm:spPr/>
      <dgm:t>
        <a:bodyPr/>
        <a:lstStyle/>
        <a:p>
          <a:endParaRPr lang="en-US"/>
        </a:p>
      </dgm:t>
    </dgm:pt>
    <dgm:pt modelId="{923EE1E8-A68C-48B7-8DD7-1118B7BACC90}" type="sibTrans" cxnId="{003A0835-9CB8-4714-991B-FD0FB389ED65}">
      <dgm:prSet/>
      <dgm:spPr/>
      <dgm:t>
        <a:bodyPr/>
        <a:lstStyle/>
        <a:p>
          <a:endParaRPr lang="en-US"/>
        </a:p>
      </dgm:t>
    </dgm:pt>
    <dgm:pt modelId="{7F8DF824-77E7-47D5-8FD6-F41FF279FD5D}">
      <dgm:prSet phldrT="[Text]" custT="1"/>
      <dgm:spPr/>
      <dgm:t>
        <a:bodyPr/>
        <a:lstStyle/>
        <a:p>
          <a:pPr>
            <a:buFont typeface="Arial" panose="020B0604020202020204" pitchFamily="34" charset="0"/>
            <a:buNone/>
          </a:pPr>
          <a:r>
            <a:rPr lang="en-US" sz="800" i="1" dirty="0"/>
            <a:t>  </a:t>
          </a:r>
          <a:endParaRPr lang="en-US" sz="800" dirty="0"/>
        </a:p>
      </dgm:t>
    </dgm:pt>
    <dgm:pt modelId="{1DCEDD12-71C2-409B-934B-C1C4893CBEEB}" type="parTrans" cxnId="{9E43640E-9665-4727-8AF3-56973DBBAE5C}">
      <dgm:prSet/>
      <dgm:spPr/>
      <dgm:t>
        <a:bodyPr/>
        <a:lstStyle/>
        <a:p>
          <a:endParaRPr lang="en-US"/>
        </a:p>
      </dgm:t>
    </dgm:pt>
    <dgm:pt modelId="{6FE6DB94-C091-413A-98D5-A505C77C65C2}" type="sibTrans" cxnId="{9E43640E-9665-4727-8AF3-56973DBBAE5C}">
      <dgm:prSet/>
      <dgm:spPr/>
      <dgm:t>
        <a:bodyPr/>
        <a:lstStyle/>
        <a:p>
          <a:endParaRPr lang="en-US"/>
        </a:p>
      </dgm:t>
    </dgm:pt>
    <dgm:pt modelId="{26328E9A-312C-444C-93F4-EA548135C1B6}">
      <dgm:prSet/>
      <dgm:spPr/>
      <dgm:t>
        <a:bodyPr/>
        <a:lstStyle/>
        <a:p>
          <a:pPr algn="l"/>
          <a:r>
            <a:rPr lang="en-US" i="0" dirty="0">
              <a:latin typeface="Aptos Serif" panose="02020604070405020304" pitchFamily="18" charset="0"/>
              <a:cs typeface="Aptos Serif" panose="02020604070405020304" pitchFamily="18" charset="0"/>
            </a:rPr>
            <a:t>DM inductors dominate the size of the EMI filter, and bring several challenges during EMI filter design – including bulky volume, thermal management issues, acoustic noise, filter resonances and electromagnetic coupling between components.</a:t>
          </a:r>
        </a:p>
      </dgm:t>
    </dgm:pt>
    <dgm:pt modelId="{B5FA5A8B-46F1-4011-84FD-9A6B0AAB4436}" type="parTrans" cxnId="{2047A730-0753-40EE-A0DA-A7402CDA5833}">
      <dgm:prSet/>
      <dgm:spPr/>
      <dgm:t>
        <a:bodyPr/>
        <a:lstStyle/>
        <a:p>
          <a:endParaRPr lang="en-US"/>
        </a:p>
      </dgm:t>
    </dgm:pt>
    <dgm:pt modelId="{AC0A62A4-B60D-43B9-A759-97DB6AB50077}" type="sibTrans" cxnId="{2047A730-0753-40EE-A0DA-A7402CDA5833}">
      <dgm:prSet/>
      <dgm:spPr/>
      <dgm:t>
        <a:bodyPr/>
        <a:lstStyle/>
        <a:p>
          <a:endParaRPr lang="en-US"/>
        </a:p>
      </dgm:t>
    </dgm:pt>
    <dgm:pt modelId="{1D901C5A-1A25-4FB8-B6C6-AA8A66F41F63}">
      <dgm:prSet phldrT="[Text]" custT="1"/>
      <dgm:spPr/>
      <dgm:t>
        <a:bodyPr/>
        <a:lstStyle/>
        <a:p>
          <a:pPr>
            <a:buFont typeface="Arial" panose="020B0604020202020204" pitchFamily="34" charset="0"/>
            <a:buNone/>
          </a:pPr>
          <a:r>
            <a:rPr lang="en-US" sz="1000" i="1" dirty="0"/>
            <a:t>  </a:t>
          </a:r>
          <a:r>
            <a:rPr lang="en-US" sz="1200" i="0" dirty="0">
              <a:latin typeface="Aptos Serif" panose="02020604070405020304" pitchFamily="18" charset="0"/>
              <a:cs typeface="Aptos Serif" panose="02020604070405020304" pitchFamily="18" charset="0"/>
            </a:rPr>
            <a:t>In addition, the X-capacitors used for passive filtering in high voltage applications are also very bulky and consume a lot of space </a:t>
          </a:r>
          <a:endParaRPr lang="en-US" sz="800" i="0" dirty="0">
            <a:latin typeface="Aptos Serif" panose="02020604070405020304" pitchFamily="18" charset="0"/>
            <a:cs typeface="Aptos Serif" panose="02020604070405020304" pitchFamily="18" charset="0"/>
          </a:endParaRPr>
        </a:p>
      </dgm:t>
    </dgm:pt>
    <dgm:pt modelId="{71D50689-3EE7-4E42-B818-6D6B80C1373A}" type="parTrans" cxnId="{94177557-6837-475E-B7FA-4C8D0B2BAB17}">
      <dgm:prSet/>
      <dgm:spPr/>
      <dgm:t>
        <a:bodyPr/>
        <a:lstStyle/>
        <a:p>
          <a:endParaRPr lang="en-US"/>
        </a:p>
      </dgm:t>
    </dgm:pt>
    <dgm:pt modelId="{DFCC1917-8434-4DC9-9E2C-BEB6890888D5}" type="sibTrans" cxnId="{94177557-6837-475E-B7FA-4C8D0B2BAB17}">
      <dgm:prSet/>
      <dgm:spPr/>
      <dgm:t>
        <a:bodyPr/>
        <a:lstStyle/>
        <a:p>
          <a:endParaRPr lang="en-US"/>
        </a:p>
      </dgm:t>
    </dgm:pt>
    <dgm:pt modelId="{A2D25644-8035-4036-9C75-21F8CCF7A907}">
      <dgm:prSet phldrT="[Text]" custT="1"/>
      <dgm:spPr/>
      <dgm:t>
        <a:bodyPr/>
        <a:lstStyle/>
        <a:p>
          <a:pPr>
            <a:buFont typeface="Arial" panose="020B0604020202020204" pitchFamily="34" charset="0"/>
            <a:buNone/>
          </a:pPr>
          <a:endParaRPr lang="en-US" sz="800" dirty="0"/>
        </a:p>
      </dgm:t>
    </dgm:pt>
    <dgm:pt modelId="{73DDF391-5793-4BBA-9031-FE8358205BAE}" type="parTrans" cxnId="{6F94B4BE-2E31-463D-B0AC-C3C8AF46D591}">
      <dgm:prSet/>
      <dgm:spPr/>
      <dgm:t>
        <a:bodyPr/>
        <a:lstStyle/>
        <a:p>
          <a:endParaRPr lang="en-US"/>
        </a:p>
      </dgm:t>
    </dgm:pt>
    <dgm:pt modelId="{FDD3DBFD-8D0D-4EAD-89AE-76C5C81684C4}" type="sibTrans" cxnId="{6F94B4BE-2E31-463D-B0AC-C3C8AF46D591}">
      <dgm:prSet/>
      <dgm:spPr/>
      <dgm:t>
        <a:bodyPr/>
        <a:lstStyle/>
        <a:p>
          <a:endParaRPr lang="en-US"/>
        </a:p>
      </dgm:t>
    </dgm:pt>
    <dgm:pt modelId="{29232333-A9F0-4307-BFAC-CFFF9C7E709D}" type="pres">
      <dgm:prSet presAssocID="{E181EEDE-6632-44E5-B6AE-C69EECD75F22}" presName="Name0" presStyleCnt="0">
        <dgm:presLayoutVars>
          <dgm:dir/>
          <dgm:resizeHandles val="exact"/>
        </dgm:presLayoutVars>
      </dgm:prSet>
      <dgm:spPr/>
    </dgm:pt>
    <dgm:pt modelId="{A1C137CF-8919-4751-AC59-EB97A488742E}" type="pres">
      <dgm:prSet presAssocID="{26328E9A-312C-444C-93F4-EA548135C1B6}" presName="node" presStyleLbl="node1" presStyleIdx="0" presStyleCnt="2">
        <dgm:presLayoutVars>
          <dgm:bulletEnabled val="1"/>
        </dgm:presLayoutVars>
      </dgm:prSet>
      <dgm:spPr/>
    </dgm:pt>
    <dgm:pt modelId="{046C04BC-ECAC-44ED-AEF6-12B109E3D94D}" type="pres">
      <dgm:prSet presAssocID="{AC0A62A4-B60D-43B9-A759-97DB6AB50077}" presName="sibTrans" presStyleCnt="0"/>
      <dgm:spPr/>
    </dgm:pt>
    <dgm:pt modelId="{5AA2FA7B-6E2C-4F0A-B0B1-A1F720E7DE77}" type="pres">
      <dgm:prSet presAssocID="{4B4F201F-82B7-4D22-838D-D6ADC988C56C}" presName="node" presStyleLbl="node1" presStyleIdx="1" presStyleCnt="2">
        <dgm:presLayoutVars>
          <dgm:bulletEnabled val="1"/>
        </dgm:presLayoutVars>
      </dgm:prSet>
      <dgm:spPr/>
    </dgm:pt>
  </dgm:ptLst>
  <dgm:cxnLst>
    <dgm:cxn modelId="{9E43640E-9665-4727-8AF3-56973DBBAE5C}" srcId="{4B4F201F-82B7-4D22-838D-D6ADC988C56C}" destId="{7F8DF824-77E7-47D5-8FD6-F41FF279FD5D}" srcOrd="0" destOrd="0" parTransId="{1DCEDD12-71C2-409B-934B-C1C4893CBEEB}" sibTransId="{6FE6DB94-C091-413A-98D5-A505C77C65C2}"/>
    <dgm:cxn modelId="{24C7561F-A12E-44F9-8AA9-95CB1FEA954B}" type="presOf" srcId="{4B4F201F-82B7-4D22-838D-D6ADC988C56C}" destId="{5AA2FA7B-6E2C-4F0A-B0B1-A1F720E7DE77}" srcOrd="0" destOrd="0" presId="urn:microsoft.com/office/officeart/2005/8/layout/hList6"/>
    <dgm:cxn modelId="{2047A730-0753-40EE-A0DA-A7402CDA5833}" srcId="{E181EEDE-6632-44E5-B6AE-C69EECD75F22}" destId="{26328E9A-312C-444C-93F4-EA548135C1B6}" srcOrd="0" destOrd="0" parTransId="{B5FA5A8B-46F1-4011-84FD-9A6B0AAB4436}" sibTransId="{AC0A62A4-B60D-43B9-A759-97DB6AB50077}"/>
    <dgm:cxn modelId="{003A0835-9CB8-4714-991B-FD0FB389ED65}" srcId="{E181EEDE-6632-44E5-B6AE-C69EECD75F22}" destId="{4B4F201F-82B7-4D22-838D-D6ADC988C56C}" srcOrd="1" destOrd="0" parTransId="{B9E38151-CFAC-4D1D-BBCC-ADA159C8A775}" sibTransId="{923EE1E8-A68C-48B7-8DD7-1118B7BACC90}"/>
    <dgm:cxn modelId="{85A5DE6F-5486-4110-BE6D-B424ECE66DE9}" type="presOf" srcId="{A2D25644-8035-4036-9C75-21F8CCF7A907}" destId="{5AA2FA7B-6E2C-4F0A-B0B1-A1F720E7DE77}" srcOrd="0" destOrd="2" presId="urn:microsoft.com/office/officeart/2005/8/layout/hList6"/>
    <dgm:cxn modelId="{94177557-6837-475E-B7FA-4C8D0B2BAB17}" srcId="{4B4F201F-82B7-4D22-838D-D6ADC988C56C}" destId="{1D901C5A-1A25-4FB8-B6C6-AA8A66F41F63}" srcOrd="2" destOrd="0" parTransId="{71D50689-3EE7-4E42-B818-6D6B80C1373A}" sibTransId="{DFCC1917-8434-4DC9-9E2C-BEB6890888D5}"/>
    <dgm:cxn modelId="{CB9E368B-EAC9-4292-875C-3CBF42E39A58}" type="presOf" srcId="{E181EEDE-6632-44E5-B6AE-C69EECD75F22}" destId="{29232333-A9F0-4307-BFAC-CFFF9C7E709D}" srcOrd="0" destOrd="0" presId="urn:microsoft.com/office/officeart/2005/8/layout/hList6"/>
    <dgm:cxn modelId="{1DAB6DB0-B4F1-41CD-9CFC-D00EFF96BD72}" type="presOf" srcId="{26328E9A-312C-444C-93F4-EA548135C1B6}" destId="{A1C137CF-8919-4751-AC59-EB97A488742E}" srcOrd="0" destOrd="0" presId="urn:microsoft.com/office/officeart/2005/8/layout/hList6"/>
    <dgm:cxn modelId="{6341CABA-E830-422F-88B4-B4C7132ECDA6}" type="presOf" srcId="{7F8DF824-77E7-47D5-8FD6-F41FF279FD5D}" destId="{5AA2FA7B-6E2C-4F0A-B0B1-A1F720E7DE77}" srcOrd="0" destOrd="1" presId="urn:microsoft.com/office/officeart/2005/8/layout/hList6"/>
    <dgm:cxn modelId="{6F94B4BE-2E31-463D-B0AC-C3C8AF46D591}" srcId="{4B4F201F-82B7-4D22-838D-D6ADC988C56C}" destId="{A2D25644-8035-4036-9C75-21F8CCF7A907}" srcOrd="1" destOrd="0" parTransId="{73DDF391-5793-4BBA-9031-FE8358205BAE}" sibTransId="{FDD3DBFD-8D0D-4EAD-89AE-76C5C81684C4}"/>
    <dgm:cxn modelId="{1EABE7F8-AA6C-4BD5-A304-678681909F51}" type="presOf" srcId="{1D901C5A-1A25-4FB8-B6C6-AA8A66F41F63}" destId="{5AA2FA7B-6E2C-4F0A-B0B1-A1F720E7DE77}" srcOrd="0" destOrd="3" presId="urn:microsoft.com/office/officeart/2005/8/layout/hList6"/>
    <dgm:cxn modelId="{9F4D2D2C-E1B4-452C-A5F2-8D16B6DBC2FA}" type="presParOf" srcId="{29232333-A9F0-4307-BFAC-CFFF9C7E709D}" destId="{A1C137CF-8919-4751-AC59-EB97A488742E}" srcOrd="0" destOrd="0" presId="urn:microsoft.com/office/officeart/2005/8/layout/hList6"/>
    <dgm:cxn modelId="{4F147D5D-9C75-45BC-AD03-DAD0F9B82C74}" type="presParOf" srcId="{29232333-A9F0-4307-BFAC-CFFF9C7E709D}" destId="{046C04BC-ECAC-44ED-AEF6-12B109E3D94D}" srcOrd="1" destOrd="0" presId="urn:microsoft.com/office/officeart/2005/8/layout/hList6"/>
    <dgm:cxn modelId="{2140AB43-3B11-4891-9B21-FCD566104394}" type="presParOf" srcId="{29232333-A9F0-4307-BFAC-CFFF9C7E709D}" destId="{5AA2FA7B-6E2C-4F0A-B0B1-A1F720E7DE77}" srcOrd="2"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88BD46D-B3D8-4894-969B-EA75EDF496E4}" type="doc">
      <dgm:prSet loTypeId="urn:microsoft.com/office/officeart/2011/layout/TabList" loCatId="list" qsTypeId="urn:microsoft.com/office/officeart/2005/8/quickstyle/simple4" qsCatId="simple" csTypeId="urn:microsoft.com/office/officeart/2005/8/colors/colorful4" csCatId="colorful" phldr="1"/>
      <dgm:spPr/>
      <dgm:t>
        <a:bodyPr/>
        <a:lstStyle/>
        <a:p>
          <a:endParaRPr lang="en-US"/>
        </a:p>
      </dgm:t>
    </dgm:pt>
    <dgm:pt modelId="{2189E47E-FE5A-422B-9522-DE4FE26D8EB2}">
      <dgm:prSet phldrT="[Text]" custT="1"/>
      <dgm:spPr/>
      <dgm:t>
        <a:bodyPr/>
        <a:lstStyle/>
        <a:p>
          <a:pPr algn="ctr">
            <a:buNone/>
          </a:pPr>
          <a:r>
            <a:rPr lang="en-US" sz="1100" dirty="0">
              <a:latin typeface="Aptos Serif" panose="02020604070405020304" pitchFamily="18" charset="0"/>
              <a:cs typeface="Aptos Serif" panose="02020604070405020304" pitchFamily="18" charset="0"/>
            </a:rPr>
            <a:t>Wide bandwidth requirement</a:t>
          </a:r>
        </a:p>
      </dgm:t>
    </dgm:pt>
    <dgm:pt modelId="{B6157047-36BC-4EB1-B1B0-9EE7AED39915}" type="parTrans" cxnId="{9161B4F8-A465-4DD5-B794-B169632EDD9D}">
      <dgm:prSet/>
      <dgm:spPr/>
      <dgm:t>
        <a:bodyPr/>
        <a:lstStyle/>
        <a:p>
          <a:endParaRPr lang="en-US"/>
        </a:p>
      </dgm:t>
    </dgm:pt>
    <dgm:pt modelId="{AC0F3CBB-23E4-4E82-85AB-6D3E0934AA95}" type="sibTrans" cxnId="{9161B4F8-A465-4DD5-B794-B169632EDD9D}">
      <dgm:prSet/>
      <dgm:spPr/>
      <dgm:t>
        <a:bodyPr/>
        <a:lstStyle/>
        <a:p>
          <a:endParaRPr lang="en-US"/>
        </a:p>
      </dgm:t>
    </dgm:pt>
    <dgm:pt modelId="{85E4BDC2-2BB6-46E5-A402-B78491A5C347}">
      <dgm:prSet phldrT="[Text]" phldr="1"/>
      <dgm:spPr/>
      <dgm:t>
        <a:bodyPr/>
        <a:lstStyle/>
        <a:p>
          <a:endParaRPr lang="en-US"/>
        </a:p>
      </dgm:t>
    </dgm:pt>
    <dgm:pt modelId="{D36CC395-BCE8-4671-8B93-B6417AF65D3A}" type="parTrans" cxnId="{39EEEEAD-C568-4AA2-99D6-303B1E477DBD}">
      <dgm:prSet/>
      <dgm:spPr/>
      <dgm:t>
        <a:bodyPr/>
        <a:lstStyle/>
        <a:p>
          <a:endParaRPr lang="en-US"/>
        </a:p>
      </dgm:t>
    </dgm:pt>
    <dgm:pt modelId="{C8BD4450-5B97-49F7-BB83-03449A467195}" type="sibTrans" cxnId="{39EEEEAD-C568-4AA2-99D6-303B1E477DBD}">
      <dgm:prSet/>
      <dgm:spPr/>
      <dgm:t>
        <a:bodyPr/>
        <a:lstStyle/>
        <a:p>
          <a:endParaRPr lang="en-US"/>
        </a:p>
      </dgm:t>
    </dgm:pt>
    <dgm:pt modelId="{DD9A88C0-79EB-474C-9350-9347038DC154}">
      <dgm:prSet phldrT="[Text]" custT="1"/>
      <dgm:spPr/>
      <dgm:t>
        <a:bodyPr/>
        <a:lstStyle/>
        <a:p>
          <a:pPr algn="l">
            <a:buNone/>
          </a:pPr>
          <a:r>
            <a:rPr lang="en-US" sz="1000" dirty="0"/>
            <a:t>  </a:t>
          </a:r>
          <a:r>
            <a:rPr lang="en-US" sz="1100" dirty="0">
              <a:latin typeface="Aptos Serif" panose="02020604070405020304" pitchFamily="18" charset="0"/>
              <a:cs typeface="Aptos Serif" panose="02020604070405020304" pitchFamily="18" charset="0"/>
            </a:rPr>
            <a:t>EMI suppression must be effective from 150 kHz to 30 MHz, requiring a current transformer with excellent high-frequency response.</a:t>
          </a:r>
          <a:endParaRPr lang="en-US" sz="1000" dirty="0">
            <a:latin typeface="Aptos Serif" panose="02020604070405020304" pitchFamily="18" charset="0"/>
            <a:cs typeface="Aptos Serif" panose="02020604070405020304" pitchFamily="18" charset="0"/>
          </a:endParaRPr>
        </a:p>
      </dgm:t>
    </dgm:pt>
    <dgm:pt modelId="{CC6BAE3A-107D-440D-9CCE-840D36FE9EDB}" type="parTrans" cxnId="{C1C8252B-72FE-431A-89C1-C29547D33C3F}">
      <dgm:prSet/>
      <dgm:spPr/>
      <dgm:t>
        <a:bodyPr/>
        <a:lstStyle/>
        <a:p>
          <a:endParaRPr lang="en-US"/>
        </a:p>
      </dgm:t>
    </dgm:pt>
    <dgm:pt modelId="{1AE7EF2A-C1E8-4C45-82D4-163DF725C90A}" type="sibTrans" cxnId="{C1C8252B-72FE-431A-89C1-C29547D33C3F}">
      <dgm:prSet/>
      <dgm:spPr/>
      <dgm:t>
        <a:bodyPr/>
        <a:lstStyle/>
        <a:p>
          <a:endParaRPr lang="en-US"/>
        </a:p>
      </dgm:t>
    </dgm:pt>
    <dgm:pt modelId="{A252967A-3A0F-414A-8CED-68B0F354B919}">
      <dgm:prSet phldrT="[Text]" custT="1"/>
      <dgm:spPr/>
      <dgm:t>
        <a:bodyPr/>
        <a:lstStyle/>
        <a:p>
          <a:pPr algn="ctr">
            <a:buNone/>
          </a:pPr>
          <a:r>
            <a:rPr lang="en-US" sz="1000" dirty="0">
              <a:latin typeface="Aptos Serif" panose="02020604070405020304" pitchFamily="18" charset="0"/>
              <a:cs typeface="Aptos Serif" panose="02020604070405020304" pitchFamily="18" charset="0"/>
            </a:rPr>
            <a:t>Magnetic material limitations</a:t>
          </a:r>
        </a:p>
      </dgm:t>
    </dgm:pt>
    <dgm:pt modelId="{7B7B249B-2F6E-4090-B6C3-7A7347B395F9}" type="parTrans" cxnId="{B321C317-AB75-412D-8F93-1DA77770F2C5}">
      <dgm:prSet/>
      <dgm:spPr/>
      <dgm:t>
        <a:bodyPr/>
        <a:lstStyle/>
        <a:p>
          <a:endParaRPr lang="en-US"/>
        </a:p>
      </dgm:t>
    </dgm:pt>
    <dgm:pt modelId="{A0701343-FCD0-4330-8E2E-8C5CD67C1951}" type="sibTrans" cxnId="{B321C317-AB75-412D-8F93-1DA77770F2C5}">
      <dgm:prSet/>
      <dgm:spPr/>
      <dgm:t>
        <a:bodyPr/>
        <a:lstStyle/>
        <a:p>
          <a:endParaRPr lang="en-US"/>
        </a:p>
      </dgm:t>
    </dgm:pt>
    <dgm:pt modelId="{07FFD9BE-A691-4B18-BB0E-D6508A82E35E}">
      <dgm:prSet phldrT="[Text]" phldr="1"/>
      <dgm:spPr/>
      <dgm:t>
        <a:bodyPr/>
        <a:lstStyle/>
        <a:p>
          <a:endParaRPr lang="en-US"/>
        </a:p>
      </dgm:t>
    </dgm:pt>
    <dgm:pt modelId="{BE3F627B-F83F-462A-85AE-BFD3F72A3050}" type="parTrans" cxnId="{EBAA7FEB-3CEB-4291-A819-C1D326BD0021}">
      <dgm:prSet/>
      <dgm:spPr/>
      <dgm:t>
        <a:bodyPr/>
        <a:lstStyle/>
        <a:p>
          <a:endParaRPr lang="en-US"/>
        </a:p>
      </dgm:t>
    </dgm:pt>
    <dgm:pt modelId="{A6C0DE35-E3E9-440B-B7C2-E100D5DEA1BE}" type="sibTrans" cxnId="{EBAA7FEB-3CEB-4291-A819-C1D326BD0021}">
      <dgm:prSet/>
      <dgm:spPr/>
      <dgm:t>
        <a:bodyPr/>
        <a:lstStyle/>
        <a:p>
          <a:endParaRPr lang="en-US"/>
        </a:p>
      </dgm:t>
    </dgm:pt>
    <dgm:pt modelId="{5A347B29-8B21-4A5A-9682-D6163087FFD7}">
      <dgm:prSet phldrT="[Text]" custT="1"/>
      <dgm:spPr/>
      <dgm:t>
        <a:bodyPr/>
        <a:lstStyle/>
        <a:p>
          <a:pPr>
            <a:buNone/>
          </a:pPr>
          <a:r>
            <a:rPr lang="en-US" sz="1200" dirty="0"/>
            <a:t>  </a:t>
          </a:r>
          <a:r>
            <a:rPr lang="en-US" sz="1100" dirty="0">
              <a:latin typeface="Aptos Serif" panose="02020604070405020304" pitchFamily="18" charset="0"/>
              <a:cs typeface="Aptos Serif" panose="02020604070405020304" pitchFamily="18" charset="0"/>
            </a:rPr>
            <a:t>Conventional core materials exhibit reduced permeability at high frequencies, degrading sensing accuracy</a:t>
          </a:r>
          <a:r>
            <a:rPr lang="en-US" sz="1200" dirty="0">
              <a:latin typeface="Aptos Serif" panose="02020604070405020304" pitchFamily="18" charset="0"/>
              <a:cs typeface="Aptos Serif" panose="02020604070405020304" pitchFamily="18" charset="0"/>
            </a:rPr>
            <a:t>.</a:t>
          </a:r>
        </a:p>
      </dgm:t>
    </dgm:pt>
    <dgm:pt modelId="{D0080000-28FB-4EC4-A8A3-87C2A448180F}" type="parTrans" cxnId="{A5C46826-9AFC-49F1-983A-8B60B7D3CC00}">
      <dgm:prSet/>
      <dgm:spPr/>
      <dgm:t>
        <a:bodyPr/>
        <a:lstStyle/>
        <a:p>
          <a:endParaRPr lang="en-US"/>
        </a:p>
      </dgm:t>
    </dgm:pt>
    <dgm:pt modelId="{D3BBB329-A705-438B-AC09-5880489FED27}" type="sibTrans" cxnId="{A5C46826-9AFC-49F1-983A-8B60B7D3CC00}">
      <dgm:prSet/>
      <dgm:spPr/>
      <dgm:t>
        <a:bodyPr/>
        <a:lstStyle/>
        <a:p>
          <a:endParaRPr lang="en-US"/>
        </a:p>
      </dgm:t>
    </dgm:pt>
    <dgm:pt modelId="{B2F50225-1A34-465E-9FB8-240E6EB28792}" type="pres">
      <dgm:prSet presAssocID="{288BD46D-B3D8-4894-969B-EA75EDF496E4}" presName="Name0" presStyleCnt="0">
        <dgm:presLayoutVars>
          <dgm:chMax/>
          <dgm:chPref val="3"/>
          <dgm:dir/>
          <dgm:animOne val="branch"/>
          <dgm:animLvl val="lvl"/>
        </dgm:presLayoutVars>
      </dgm:prSet>
      <dgm:spPr/>
    </dgm:pt>
    <dgm:pt modelId="{BEE4CDA1-259E-4000-8CD7-7B9800D6DA12}" type="pres">
      <dgm:prSet presAssocID="{2189E47E-FE5A-422B-9522-DE4FE26D8EB2}" presName="composite" presStyleCnt="0"/>
      <dgm:spPr/>
    </dgm:pt>
    <dgm:pt modelId="{CB91D5A8-482F-4FAA-B2FE-7B7A1F4273C4}" type="pres">
      <dgm:prSet presAssocID="{2189E47E-FE5A-422B-9522-DE4FE26D8EB2}" presName="FirstChild" presStyleLbl="revTx" presStyleIdx="0" presStyleCnt="4">
        <dgm:presLayoutVars>
          <dgm:chMax val="0"/>
          <dgm:chPref val="0"/>
          <dgm:bulletEnabled val="1"/>
        </dgm:presLayoutVars>
      </dgm:prSet>
      <dgm:spPr/>
    </dgm:pt>
    <dgm:pt modelId="{09D0CECE-4E87-4FA4-A0F2-094B8F0776C8}" type="pres">
      <dgm:prSet presAssocID="{2189E47E-FE5A-422B-9522-DE4FE26D8EB2}" presName="Parent" presStyleLbl="alignNode1" presStyleIdx="0" presStyleCnt="2" custScaleX="245933" custScaleY="111907" custLinFactNeighborX="25610" custLinFactNeighborY="-23823">
        <dgm:presLayoutVars>
          <dgm:chMax val="3"/>
          <dgm:chPref val="3"/>
          <dgm:bulletEnabled val="1"/>
        </dgm:presLayoutVars>
      </dgm:prSet>
      <dgm:spPr/>
    </dgm:pt>
    <dgm:pt modelId="{4943F00D-74FC-4003-956C-500289F0E588}" type="pres">
      <dgm:prSet presAssocID="{2189E47E-FE5A-422B-9522-DE4FE26D8EB2}" presName="Accent" presStyleLbl="parChTrans1D1" presStyleIdx="0" presStyleCnt="2"/>
      <dgm:spPr/>
    </dgm:pt>
    <dgm:pt modelId="{DE6D4A1A-0930-4EE5-B5B3-7457382E387A}" type="pres">
      <dgm:prSet presAssocID="{2189E47E-FE5A-422B-9522-DE4FE26D8EB2}" presName="Child" presStyleLbl="revTx" presStyleIdx="1" presStyleCnt="4" custScaleY="109903">
        <dgm:presLayoutVars>
          <dgm:chMax val="0"/>
          <dgm:chPref val="0"/>
          <dgm:bulletEnabled val="1"/>
        </dgm:presLayoutVars>
      </dgm:prSet>
      <dgm:spPr/>
    </dgm:pt>
    <dgm:pt modelId="{1580A13B-A2CA-484E-89B5-4FD4DEEBA231}" type="pres">
      <dgm:prSet presAssocID="{AC0F3CBB-23E4-4E82-85AB-6D3E0934AA95}" presName="sibTrans" presStyleCnt="0"/>
      <dgm:spPr/>
    </dgm:pt>
    <dgm:pt modelId="{E2D4F1DE-C834-4448-B9B8-EEFF99542D7C}" type="pres">
      <dgm:prSet presAssocID="{A252967A-3A0F-414A-8CED-68B0F354B919}" presName="composite" presStyleCnt="0"/>
      <dgm:spPr/>
    </dgm:pt>
    <dgm:pt modelId="{558CB86A-D758-4EFD-94AC-231492F22799}" type="pres">
      <dgm:prSet presAssocID="{A252967A-3A0F-414A-8CED-68B0F354B919}" presName="FirstChild" presStyleLbl="revTx" presStyleIdx="2" presStyleCnt="4">
        <dgm:presLayoutVars>
          <dgm:chMax val="0"/>
          <dgm:chPref val="0"/>
          <dgm:bulletEnabled val="1"/>
        </dgm:presLayoutVars>
      </dgm:prSet>
      <dgm:spPr/>
    </dgm:pt>
    <dgm:pt modelId="{C772E3D1-345E-41D5-9032-BB471E236C0A}" type="pres">
      <dgm:prSet presAssocID="{A252967A-3A0F-414A-8CED-68B0F354B919}" presName="Parent" presStyleLbl="alignNode1" presStyleIdx="1" presStyleCnt="2" custScaleX="243243" custScaleY="118235" custLinFactNeighborX="23604" custLinFactNeighborY="-43937">
        <dgm:presLayoutVars>
          <dgm:chMax val="3"/>
          <dgm:chPref val="3"/>
          <dgm:bulletEnabled val="1"/>
        </dgm:presLayoutVars>
      </dgm:prSet>
      <dgm:spPr/>
    </dgm:pt>
    <dgm:pt modelId="{C5484244-5072-411C-8AC4-CEBA51AE16E7}" type="pres">
      <dgm:prSet presAssocID="{A252967A-3A0F-414A-8CED-68B0F354B919}" presName="Accent" presStyleLbl="parChTrans1D1" presStyleIdx="1" presStyleCnt="2" custLinFactY="-140180" custLinFactNeighborY="-200000"/>
      <dgm:spPr/>
    </dgm:pt>
    <dgm:pt modelId="{2B71A4B3-8BE1-4182-8D6A-4951AACE05AC}" type="pres">
      <dgm:prSet presAssocID="{A252967A-3A0F-414A-8CED-68B0F354B919}" presName="Child" presStyleLbl="revTx" presStyleIdx="3" presStyleCnt="4" custLinFactNeighborY="-30013">
        <dgm:presLayoutVars>
          <dgm:chMax val="0"/>
          <dgm:chPref val="0"/>
          <dgm:bulletEnabled val="1"/>
        </dgm:presLayoutVars>
      </dgm:prSet>
      <dgm:spPr/>
    </dgm:pt>
  </dgm:ptLst>
  <dgm:cxnLst>
    <dgm:cxn modelId="{B321C317-AB75-412D-8F93-1DA77770F2C5}" srcId="{288BD46D-B3D8-4894-969B-EA75EDF496E4}" destId="{A252967A-3A0F-414A-8CED-68B0F354B919}" srcOrd="1" destOrd="0" parTransId="{7B7B249B-2F6E-4090-B6C3-7A7347B395F9}" sibTransId="{A0701343-FCD0-4330-8E2E-8C5CD67C1951}"/>
    <dgm:cxn modelId="{1837C022-FC3A-464D-9345-225B665BB22D}" type="presOf" srcId="{85E4BDC2-2BB6-46E5-A402-B78491A5C347}" destId="{CB91D5A8-482F-4FAA-B2FE-7B7A1F4273C4}" srcOrd="0" destOrd="0" presId="urn:microsoft.com/office/officeart/2011/layout/TabList"/>
    <dgm:cxn modelId="{A5C46826-9AFC-49F1-983A-8B60B7D3CC00}" srcId="{A252967A-3A0F-414A-8CED-68B0F354B919}" destId="{5A347B29-8B21-4A5A-9682-D6163087FFD7}" srcOrd="1" destOrd="0" parTransId="{D0080000-28FB-4EC4-A8A3-87C2A448180F}" sibTransId="{D3BBB329-A705-438B-AC09-5880489FED27}"/>
    <dgm:cxn modelId="{50382A27-EE0A-4833-8A9C-6E8B9495C32B}" type="presOf" srcId="{07FFD9BE-A691-4B18-BB0E-D6508A82E35E}" destId="{558CB86A-D758-4EFD-94AC-231492F22799}" srcOrd="0" destOrd="0" presId="urn:microsoft.com/office/officeart/2011/layout/TabList"/>
    <dgm:cxn modelId="{C1C8252B-72FE-431A-89C1-C29547D33C3F}" srcId="{2189E47E-FE5A-422B-9522-DE4FE26D8EB2}" destId="{DD9A88C0-79EB-474C-9350-9347038DC154}" srcOrd="1" destOrd="0" parTransId="{CC6BAE3A-107D-440D-9CCE-840D36FE9EDB}" sibTransId="{1AE7EF2A-C1E8-4C45-82D4-163DF725C90A}"/>
    <dgm:cxn modelId="{816FDF74-E462-4380-8C88-8E9C116F0447}" type="presOf" srcId="{5A347B29-8B21-4A5A-9682-D6163087FFD7}" destId="{2B71A4B3-8BE1-4182-8D6A-4951AACE05AC}" srcOrd="0" destOrd="0" presId="urn:microsoft.com/office/officeart/2011/layout/TabList"/>
    <dgm:cxn modelId="{11FE2FA7-E69E-4B93-BFB7-8862DA92F003}" type="presOf" srcId="{2189E47E-FE5A-422B-9522-DE4FE26D8EB2}" destId="{09D0CECE-4E87-4FA4-A0F2-094B8F0776C8}" srcOrd="0" destOrd="0" presId="urn:microsoft.com/office/officeart/2011/layout/TabList"/>
    <dgm:cxn modelId="{39EEEEAD-C568-4AA2-99D6-303B1E477DBD}" srcId="{2189E47E-FE5A-422B-9522-DE4FE26D8EB2}" destId="{85E4BDC2-2BB6-46E5-A402-B78491A5C347}" srcOrd="0" destOrd="0" parTransId="{D36CC395-BCE8-4671-8B93-B6417AF65D3A}" sibTransId="{C8BD4450-5B97-49F7-BB83-03449A467195}"/>
    <dgm:cxn modelId="{A4949CAF-29D5-4412-A64D-70E3BD76A90A}" type="presOf" srcId="{288BD46D-B3D8-4894-969B-EA75EDF496E4}" destId="{B2F50225-1A34-465E-9FB8-240E6EB28792}" srcOrd="0" destOrd="0" presId="urn:microsoft.com/office/officeart/2011/layout/TabList"/>
    <dgm:cxn modelId="{3500CBBD-9559-4963-8682-D993E4C8B29A}" type="presOf" srcId="{DD9A88C0-79EB-474C-9350-9347038DC154}" destId="{DE6D4A1A-0930-4EE5-B5B3-7457382E387A}" srcOrd="0" destOrd="0" presId="urn:microsoft.com/office/officeart/2011/layout/TabList"/>
    <dgm:cxn modelId="{A79FC6EA-FFFB-485F-8572-3E0C86671D2F}" type="presOf" srcId="{A252967A-3A0F-414A-8CED-68B0F354B919}" destId="{C772E3D1-345E-41D5-9032-BB471E236C0A}" srcOrd="0" destOrd="0" presId="urn:microsoft.com/office/officeart/2011/layout/TabList"/>
    <dgm:cxn modelId="{EBAA7FEB-3CEB-4291-A819-C1D326BD0021}" srcId="{A252967A-3A0F-414A-8CED-68B0F354B919}" destId="{07FFD9BE-A691-4B18-BB0E-D6508A82E35E}" srcOrd="0" destOrd="0" parTransId="{BE3F627B-F83F-462A-85AE-BFD3F72A3050}" sibTransId="{A6C0DE35-E3E9-440B-B7C2-E100D5DEA1BE}"/>
    <dgm:cxn modelId="{9161B4F8-A465-4DD5-B794-B169632EDD9D}" srcId="{288BD46D-B3D8-4894-969B-EA75EDF496E4}" destId="{2189E47E-FE5A-422B-9522-DE4FE26D8EB2}" srcOrd="0" destOrd="0" parTransId="{B6157047-36BC-4EB1-B1B0-9EE7AED39915}" sibTransId="{AC0F3CBB-23E4-4E82-85AB-6D3E0934AA95}"/>
    <dgm:cxn modelId="{4A9BDF15-43CF-4EE5-8BE5-770B0A87DD22}" type="presParOf" srcId="{B2F50225-1A34-465E-9FB8-240E6EB28792}" destId="{BEE4CDA1-259E-4000-8CD7-7B9800D6DA12}" srcOrd="0" destOrd="0" presId="urn:microsoft.com/office/officeart/2011/layout/TabList"/>
    <dgm:cxn modelId="{828FEA42-6368-43C2-BC33-D4D195A7FE5E}" type="presParOf" srcId="{BEE4CDA1-259E-4000-8CD7-7B9800D6DA12}" destId="{CB91D5A8-482F-4FAA-B2FE-7B7A1F4273C4}" srcOrd="0" destOrd="0" presId="urn:microsoft.com/office/officeart/2011/layout/TabList"/>
    <dgm:cxn modelId="{7C132A1D-D7BE-4C2A-9F58-96EF69DA2397}" type="presParOf" srcId="{BEE4CDA1-259E-4000-8CD7-7B9800D6DA12}" destId="{09D0CECE-4E87-4FA4-A0F2-094B8F0776C8}" srcOrd="1" destOrd="0" presId="urn:microsoft.com/office/officeart/2011/layout/TabList"/>
    <dgm:cxn modelId="{6795BB6B-4A40-4440-9641-CDA6ED61BC43}" type="presParOf" srcId="{BEE4CDA1-259E-4000-8CD7-7B9800D6DA12}" destId="{4943F00D-74FC-4003-956C-500289F0E588}" srcOrd="2" destOrd="0" presId="urn:microsoft.com/office/officeart/2011/layout/TabList"/>
    <dgm:cxn modelId="{FF9071C2-C436-4C7F-BB51-3322CFFD943E}" type="presParOf" srcId="{B2F50225-1A34-465E-9FB8-240E6EB28792}" destId="{DE6D4A1A-0930-4EE5-B5B3-7457382E387A}" srcOrd="1" destOrd="0" presId="urn:microsoft.com/office/officeart/2011/layout/TabList"/>
    <dgm:cxn modelId="{11B64E4C-DF82-410F-BA77-51623BD15C0D}" type="presParOf" srcId="{B2F50225-1A34-465E-9FB8-240E6EB28792}" destId="{1580A13B-A2CA-484E-89B5-4FD4DEEBA231}" srcOrd="2" destOrd="0" presId="urn:microsoft.com/office/officeart/2011/layout/TabList"/>
    <dgm:cxn modelId="{6B71490F-BF80-4B8D-AB5B-6E2C196B9AA1}" type="presParOf" srcId="{B2F50225-1A34-465E-9FB8-240E6EB28792}" destId="{E2D4F1DE-C834-4448-B9B8-EEFF99542D7C}" srcOrd="3" destOrd="0" presId="urn:microsoft.com/office/officeart/2011/layout/TabList"/>
    <dgm:cxn modelId="{FD147C00-CC88-445B-843C-9EC2D8BD0F94}" type="presParOf" srcId="{E2D4F1DE-C834-4448-B9B8-EEFF99542D7C}" destId="{558CB86A-D758-4EFD-94AC-231492F22799}" srcOrd="0" destOrd="0" presId="urn:microsoft.com/office/officeart/2011/layout/TabList"/>
    <dgm:cxn modelId="{A0C6FE74-DED5-4B16-B2BB-8C37FB350395}" type="presParOf" srcId="{E2D4F1DE-C834-4448-B9B8-EEFF99542D7C}" destId="{C772E3D1-345E-41D5-9032-BB471E236C0A}" srcOrd="1" destOrd="0" presId="urn:microsoft.com/office/officeart/2011/layout/TabList"/>
    <dgm:cxn modelId="{94BD9FD0-D31E-493F-99C4-E3155C460B6D}" type="presParOf" srcId="{E2D4F1DE-C834-4448-B9B8-EEFF99542D7C}" destId="{C5484244-5072-411C-8AC4-CEBA51AE16E7}" srcOrd="2" destOrd="0" presId="urn:microsoft.com/office/officeart/2011/layout/TabList"/>
    <dgm:cxn modelId="{60E1B47E-D328-40CD-8622-56CC72A1D1F3}" type="presParOf" srcId="{B2F50225-1A34-465E-9FB8-240E6EB28792}" destId="{2B71A4B3-8BE1-4182-8D6A-4951AACE05AC}" srcOrd="4"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88BD46D-B3D8-4894-969B-EA75EDF496E4}" type="doc">
      <dgm:prSet loTypeId="urn:microsoft.com/office/officeart/2011/layout/TabList" loCatId="list" qsTypeId="urn:microsoft.com/office/officeart/2005/8/quickstyle/simple4" qsCatId="simple" csTypeId="urn:microsoft.com/office/officeart/2005/8/colors/colorful4" csCatId="colorful" phldr="1"/>
      <dgm:spPr/>
      <dgm:t>
        <a:bodyPr/>
        <a:lstStyle/>
        <a:p>
          <a:endParaRPr lang="en-US"/>
        </a:p>
      </dgm:t>
    </dgm:pt>
    <dgm:pt modelId="{2189E47E-FE5A-422B-9522-DE4FE26D8EB2}">
      <dgm:prSet phldrT="[Text]" custT="1"/>
      <dgm:spPr/>
      <dgm:t>
        <a:bodyPr/>
        <a:lstStyle/>
        <a:p>
          <a:pPr algn="ctr">
            <a:buNone/>
          </a:pPr>
          <a:r>
            <a:rPr lang="en-US" sz="1100" dirty="0">
              <a:latin typeface="Aptos Serif" panose="02020604070405020304" pitchFamily="18" charset="0"/>
              <a:cs typeface="Aptos Serif" panose="02020604070405020304" pitchFamily="18" charset="0"/>
            </a:rPr>
            <a:t>Self-resonance issues</a:t>
          </a:r>
        </a:p>
      </dgm:t>
    </dgm:pt>
    <dgm:pt modelId="{B6157047-36BC-4EB1-B1B0-9EE7AED39915}" type="parTrans" cxnId="{9161B4F8-A465-4DD5-B794-B169632EDD9D}">
      <dgm:prSet/>
      <dgm:spPr/>
      <dgm:t>
        <a:bodyPr/>
        <a:lstStyle/>
        <a:p>
          <a:endParaRPr lang="en-US"/>
        </a:p>
      </dgm:t>
    </dgm:pt>
    <dgm:pt modelId="{AC0F3CBB-23E4-4E82-85AB-6D3E0934AA95}" type="sibTrans" cxnId="{9161B4F8-A465-4DD5-B794-B169632EDD9D}">
      <dgm:prSet/>
      <dgm:spPr/>
      <dgm:t>
        <a:bodyPr/>
        <a:lstStyle/>
        <a:p>
          <a:endParaRPr lang="en-US"/>
        </a:p>
      </dgm:t>
    </dgm:pt>
    <dgm:pt modelId="{85E4BDC2-2BB6-46E5-A402-B78491A5C347}">
      <dgm:prSet phldrT="[Text]" phldr="1"/>
      <dgm:spPr/>
      <dgm:t>
        <a:bodyPr/>
        <a:lstStyle/>
        <a:p>
          <a:endParaRPr lang="en-US"/>
        </a:p>
      </dgm:t>
    </dgm:pt>
    <dgm:pt modelId="{D36CC395-BCE8-4671-8B93-B6417AF65D3A}" type="parTrans" cxnId="{39EEEEAD-C568-4AA2-99D6-303B1E477DBD}">
      <dgm:prSet/>
      <dgm:spPr/>
      <dgm:t>
        <a:bodyPr/>
        <a:lstStyle/>
        <a:p>
          <a:endParaRPr lang="en-US"/>
        </a:p>
      </dgm:t>
    </dgm:pt>
    <dgm:pt modelId="{C8BD4450-5B97-49F7-BB83-03449A467195}" type="sibTrans" cxnId="{39EEEEAD-C568-4AA2-99D6-303B1E477DBD}">
      <dgm:prSet/>
      <dgm:spPr/>
      <dgm:t>
        <a:bodyPr/>
        <a:lstStyle/>
        <a:p>
          <a:endParaRPr lang="en-US"/>
        </a:p>
      </dgm:t>
    </dgm:pt>
    <dgm:pt modelId="{DD9A88C0-79EB-474C-9350-9347038DC154}">
      <dgm:prSet phldrT="[Text]" custT="1"/>
      <dgm:spPr/>
      <dgm:t>
        <a:bodyPr/>
        <a:lstStyle/>
        <a:p>
          <a:pPr algn="l">
            <a:buNone/>
          </a:pPr>
          <a:r>
            <a:rPr lang="en-US" sz="1000" dirty="0"/>
            <a:t>  </a:t>
          </a:r>
          <a:r>
            <a:rPr lang="en-US" sz="1100" dirty="0">
              <a:latin typeface="Aptos Serif" panose="02020604070405020304" pitchFamily="18" charset="0"/>
              <a:cs typeface="Aptos Serif" panose="02020604070405020304" pitchFamily="18" charset="0"/>
            </a:rPr>
            <a:t>Transformer </a:t>
          </a:r>
          <a:r>
            <a:rPr lang="en-US" sz="1100" dirty="0" err="1">
              <a:latin typeface="Aptos Serif" panose="02020604070405020304" pitchFamily="18" charset="0"/>
              <a:cs typeface="Aptos Serif" panose="02020604070405020304" pitchFamily="18" charset="0"/>
            </a:rPr>
            <a:t>parasitics</a:t>
          </a:r>
          <a:r>
            <a:rPr lang="en-US" sz="1100" dirty="0">
              <a:latin typeface="Aptos Serif" panose="02020604070405020304" pitchFamily="18" charset="0"/>
              <a:cs typeface="Aptos Serif" panose="02020604070405020304" pitchFamily="18" charset="0"/>
            </a:rPr>
            <a:t> can create unwanted resonances that affect filter stability and attenuation.</a:t>
          </a:r>
          <a:endParaRPr lang="en-US" sz="1000" dirty="0">
            <a:latin typeface="Aptos Serif" panose="02020604070405020304" pitchFamily="18" charset="0"/>
            <a:cs typeface="Aptos Serif" panose="02020604070405020304" pitchFamily="18" charset="0"/>
          </a:endParaRPr>
        </a:p>
      </dgm:t>
    </dgm:pt>
    <dgm:pt modelId="{CC6BAE3A-107D-440D-9CCE-840D36FE9EDB}" type="parTrans" cxnId="{C1C8252B-72FE-431A-89C1-C29547D33C3F}">
      <dgm:prSet/>
      <dgm:spPr/>
      <dgm:t>
        <a:bodyPr/>
        <a:lstStyle/>
        <a:p>
          <a:endParaRPr lang="en-US"/>
        </a:p>
      </dgm:t>
    </dgm:pt>
    <dgm:pt modelId="{1AE7EF2A-C1E8-4C45-82D4-163DF725C90A}" type="sibTrans" cxnId="{C1C8252B-72FE-431A-89C1-C29547D33C3F}">
      <dgm:prSet/>
      <dgm:spPr/>
      <dgm:t>
        <a:bodyPr/>
        <a:lstStyle/>
        <a:p>
          <a:endParaRPr lang="en-US"/>
        </a:p>
      </dgm:t>
    </dgm:pt>
    <dgm:pt modelId="{A252967A-3A0F-414A-8CED-68B0F354B919}">
      <dgm:prSet phldrT="[Text]" custT="1"/>
      <dgm:spPr/>
      <dgm:t>
        <a:bodyPr/>
        <a:lstStyle/>
        <a:p>
          <a:pPr algn="ctr">
            <a:buNone/>
          </a:pPr>
          <a:r>
            <a:rPr lang="en-US" sz="1000" dirty="0">
              <a:latin typeface="Aptos Serif" panose="02020604070405020304" pitchFamily="18" charset="0"/>
              <a:cs typeface="Aptos Serif" panose="02020604070405020304" pitchFamily="18" charset="0"/>
            </a:rPr>
            <a:t>Increased size and cost</a:t>
          </a:r>
          <a:r>
            <a:rPr lang="en-US" sz="1000" dirty="0"/>
            <a:t>:</a:t>
          </a:r>
        </a:p>
      </dgm:t>
    </dgm:pt>
    <dgm:pt modelId="{7B7B249B-2F6E-4090-B6C3-7A7347B395F9}" type="parTrans" cxnId="{B321C317-AB75-412D-8F93-1DA77770F2C5}">
      <dgm:prSet/>
      <dgm:spPr/>
      <dgm:t>
        <a:bodyPr/>
        <a:lstStyle/>
        <a:p>
          <a:endParaRPr lang="en-US"/>
        </a:p>
      </dgm:t>
    </dgm:pt>
    <dgm:pt modelId="{A0701343-FCD0-4330-8E2E-8C5CD67C1951}" type="sibTrans" cxnId="{B321C317-AB75-412D-8F93-1DA77770F2C5}">
      <dgm:prSet/>
      <dgm:spPr/>
      <dgm:t>
        <a:bodyPr/>
        <a:lstStyle/>
        <a:p>
          <a:endParaRPr lang="en-US"/>
        </a:p>
      </dgm:t>
    </dgm:pt>
    <dgm:pt modelId="{07FFD9BE-A691-4B18-BB0E-D6508A82E35E}">
      <dgm:prSet phldrT="[Text]" phldr="1"/>
      <dgm:spPr/>
      <dgm:t>
        <a:bodyPr/>
        <a:lstStyle/>
        <a:p>
          <a:endParaRPr lang="en-US"/>
        </a:p>
      </dgm:t>
    </dgm:pt>
    <dgm:pt modelId="{BE3F627B-F83F-462A-85AE-BFD3F72A3050}" type="parTrans" cxnId="{EBAA7FEB-3CEB-4291-A819-C1D326BD0021}">
      <dgm:prSet/>
      <dgm:spPr/>
      <dgm:t>
        <a:bodyPr/>
        <a:lstStyle/>
        <a:p>
          <a:endParaRPr lang="en-US"/>
        </a:p>
      </dgm:t>
    </dgm:pt>
    <dgm:pt modelId="{A6C0DE35-E3E9-440B-B7C2-E100D5DEA1BE}" type="sibTrans" cxnId="{EBAA7FEB-3CEB-4291-A819-C1D326BD0021}">
      <dgm:prSet/>
      <dgm:spPr/>
      <dgm:t>
        <a:bodyPr/>
        <a:lstStyle/>
        <a:p>
          <a:endParaRPr lang="en-US"/>
        </a:p>
      </dgm:t>
    </dgm:pt>
    <dgm:pt modelId="{5A347B29-8B21-4A5A-9682-D6163087FFD7}">
      <dgm:prSet phldrT="[Text]" custT="1"/>
      <dgm:spPr/>
      <dgm:t>
        <a:bodyPr/>
        <a:lstStyle/>
        <a:p>
          <a:pPr>
            <a:buNone/>
          </a:pPr>
          <a:r>
            <a:rPr lang="en-US" sz="1100" dirty="0"/>
            <a:t> </a:t>
          </a:r>
          <a:r>
            <a:rPr lang="en-US" sz="1100" dirty="0">
              <a:latin typeface="Aptos Serif" panose="02020604070405020304" pitchFamily="18" charset="0"/>
              <a:cs typeface="Aptos Serif" panose="02020604070405020304" pitchFamily="18" charset="0"/>
            </a:rPr>
            <a:t>High-performance HF current transformers add significant volume and expense to the EMI filter.</a:t>
          </a:r>
        </a:p>
      </dgm:t>
    </dgm:pt>
    <dgm:pt modelId="{D0080000-28FB-4EC4-A8A3-87C2A448180F}" type="parTrans" cxnId="{A5C46826-9AFC-49F1-983A-8B60B7D3CC00}">
      <dgm:prSet/>
      <dgm:spPr/>
      <dgm:t>
        <a:bodyPr/>
        <a:lstStyle/>
        <a:p>
          <a:endParaRPr lang="en-US"/>
        </a:p>
      </dgm:t>
    </dgm:pt>
    <dgm:pt modelId="{D3BBB329-A705-438B-AC09-5880489FED27}" type="sibTrans" cxnId="{A5C46826-9AFC-49F1-983A-8B60B7D3CC00}">
      <dgm:prSet/>
      <dgm:spPr/>
      <dgm:t>
        <a:bodyPr/>
        <a:lstStyle/>
        <a:p>
          <a:endParaRPr lang="en-US"/>
        </a:p>
      </dgm:t>
    </dgm:pt>
    <dgm:pt modelId="{B2F50225-1A34-465E-9FB8-240E6EB28792}" type="pres">
      <dgm:prSet presAssocID="{288BD46D-B3D8-4894-969B-EA75EDF496E4}" presName="Name0" presStyleCnt="0">
        <dgm:presLayoutVars>
          <dgm:chMax/>
          <dgm:chPref val="3"/>
          <dgm:dir/>
          <dgm:animOne val="branch"/>
          <dgm:animLvl val="lvl"/>
        </dgm:presLayoutVars>
      </dgm:prSet>
      <dgm:spPr/>
    </dgm:pt>
    <dgm:pt modelId="{BEE4CDA1-259E-4000-8CD7-7B9800D6DA12}" type="pres">
      <dgm:prSet presAssocID="{2189E47E-FE5A-422B-9522-DE4FE26D8EB2}" presName="composite" presStyleCnt="0"/>
      <dgm:spPr/>
    </dgm:pt>
    <dgm:pt modelId="{CB91D5A8-482F-4FAA-B2FE-7B7A1F4273C4}" type="pres">
      <dgm:prSet presAssocID="{2189E47E-FE5A-422B-9522-DE4FE26D8EB2}" presName="FirstChild" presStyleLbl="revTx" presStyleIdx="0" presStyleCnt="4">
        <dgm:presLayoutVars>
          <dgm:chMax val="0"/>
          <dgm:chPref val="0"/>
          <dgm:bulletEnabled val="1"/>
        </dgm:presLayoutVars>
      </dgm:prSet>
      <dgm:spPr/>
    </dgm:pt>
    <dgm:pt modelId="{09D0CECE-4E87-4FA4-A0F2-094B8F0776C8}" type="pres">
      <dgm:prSet presAssocID="{2189E47E-FE5A-422B-9522-DE4FE26D8EB2}" presName="Parent" presStyleLbl="alignNode1" presStyleIdx="0" presStyleCnt="2" custScaleX="246661" custScaleY="102028" custLinFactNeighborX="21803" custLinFactNeighborY="-551">
        <dgm:presLayoutVars>
          <dgm:chMax val="3"/>
          <dgm:chPref val="3"/>
          <dgm:bulletEnabled val="1"/>
        </dgm:presLayoutVars>
      </dgm:prSet>
      <dgm:spPr/>
    </dgm:pt>
    <dgm:pt modelId="{4943F00D-74FC-4003-956C-500289F0E588}" type="pres">
      <dgm:prSet presAssocID="{2189E47E-FE5A-422B-9522-DE4FE26D8EB2}" presName="Accent" presStyleLbl="parChTrans1D1" presStyleIdx="0" presStyleCnt="2"/>
      <dgm:spPr/>
    </dgm:pt>
    <dgm:pt modelId="{DE6D4A1A-0930-4EE5-B5B3-7457382E387A}" type="pres">
      <dgm:prSet presAssocID="{2189E47E-FE5A-422B-9522-DE4FE26D8EB2}" presName="Child" presStyleLbl="revTx" presStyleIdx="1" presStyleCnt="4" custScaleY="109903">
        <dgm:presLayoutVars>
          <dgm:chMax val="0"/>
          <dgm:chPref val="0"/>
          <dgm:bulletEnabled val="1"/>
        </dgm:presLayoutVars>
      </dgm:prSet>
      <dgm:spPr/>
    </dgm:pt>
    <dgm:pt modelId="{1580A13B-A2CA-484E-89B5-4FD4DEEBA231}" type="pres">
      <dgm:prSet presAssocID="{AC0F3CBB-23E4-4E82-85AB-6D3E0934AA95}" presName="sibTrans" presStyleCnt="0"/>
      <dgm:spPr/>
    </dgm:pt>
    <dgm:pt modelId="{E2D4F1DE-C834-4448-B9B8-EEFF99542D7C}" type="pres">
      <dgm:prSet presAssocID="{A252967A-3A0F-414A-8CED-68B0F354B919}" presName="composite" presStyleCnt="0"/>
      <dgm:spPr/>
    </dgm:pt>
    <dgm:pt modelId="{558CB86A-D758-4EFD-94AC-231492F22799}" type="pres">
      <dgm:prSet presAssocID="{A252967A-3A0F-414A-8CED-68B0F354B919}" presName="FirstChild" presStyleLbl="revTx" presStyleIdx="2" presStyleCnt="4">
        <dgm:presLayoutVars>
          <dgm:chMax val="0"/>
          <dgm:chPref val="0"/>
          <dgm:bulletEnabled val="1"/>
        </dgm:presLayoutVars>
      </dgm:prSet>
      <dgm:spPr/>
    </dgm:pt>
    <dgm:pt modelId="{C772E3D1-345E-41D5-9032-BB471E236C0A}" type="pres">
      <dgm:prSet presAssocID="{A252967A-3A0F-414A-8CED-68B0F354B919}" presName="Parent" presStyleLbl="alignNode1" presStyleIdx="1" presStyleCnt="2" custScaleX="250790" custScaleY="98653" custLinFactY="-2505" custLinFactNeighborX="21853" custLinFactNeighborY="-100000">
        <dgm:presLayoutVars>
          <dgm:chMax val="3"/>
          <dgm:chPref val="3"/>
          <dgm:bulletEnabled val="1"/>
        </dgm:presLayoutVars>
      </dgm:prSet>
      <dgm:spPr/>
    </dgm:pt>
    <dgm:pt modelId="{C5484244-5072-411C-8AC4-CEBA51AE16E7}" type="pres">
      <dgm:prSet presAssocID="{A252967A-3A0F-414A-8CED-68B0F354B919}" presName="Accent" presStyleLbl="parChTrans1D1" presStyleIdx="1" presStyleCnt="2" custLinFactY="-458639" custLinFactNeighborX="-2023" custLinFactNeighborY="-500000"/>
      <dgm:spPr/>
    </dgm:pt>
    <dgm:pt modelId="{2B71A4B3-8BE1-4182-8D6A-4951AACE05AC}" type="pres">
      <dgm:prSet presAssocID="{A252967A-3A0F-414A-8CED-68B0F354B919}" presName="Child" presStyleLbl="revTx" presStyleIdx="3" presStyleCnt="4" custLinFactNeighborY="-98442">
        <dgm:presLayoutVars>
          <dgm:chMax val="0"/>
          <dgm:chPref val="0"/>
          <dgm:bulletEnabled val="1"/>
        </dgm:presLayoutVars>
      </dgm:prSet>
      <dgm:spPr/>
    </dgm:pt>
  </dgm:ptLst>
  <dgm:cxnLst>
    <dgm:cxn modelId="{B321C317-AB75-412D-8F93-1DA77770F2C5}" srcId="{288BD46D-B3D8-4894-969B-EA75EDF496E4}" destId="{A252967A-3A0F-414A-8CED-68B0F354B919}" srcOrd="1" destOrd="0" parTransId="{7B7B249B-2F6E-4090-B6C3-7A7347B395F9}" sibTransId="{A0701343-FCD0-4330-8E2E-8C5CD67C1951}"/>
    <dgm:cxn modelId="{1837C022-FC3A-464D-9345-225B665BB22D}" type="presOf" srcId="{85E4BDC2-2BB6-46E5-A402-B78491A5C347}" destId="{CB91D5A8-482F-4FAA-B2FE-7B7A1F4273C4}" srcOrd="0" destOrd="0" presId="urn:microsoft.com/office/officeart/2011/layout/TabList"/>
    <dgm:cxn modelId="{A5C46826-9AFC-49F1-983A-8B60B7D3CC00}" srcId="{A252967A-3A0F-414A-8CED-68B0F354B919}" destId="{5A347B29-8B21-4A5A-9682-D6163087FFD7}" srcOrd="1" destOrd="0" parTransId="{D0080000-28FB-4EC4-A8A3-87C2A448180F}" sibTransId="{D3BBB329-A705-438B-AC09-5880489FED27}"/>
    <dgm:cxn modelId="{50382A27-EE0A-4833-8A9C-6E8B9495C32B}" type="presOf" srcId="{07FFD9BE-A691-4B18-BB0E-D6508A82E35E}" destId="{558CB86A-D758-4EFD-94AC-231492F22799}" srcOrd="0" destOrd="0" presId="urn:microsoft.com/office/officeart/2011/layout/TabList"/>
    <dgm:cxn modelId="{C1C8252B-72FE-431A-89C1-C29547D33C3F}" srcId="{2189E47E-FE5A-422B-9522-DE4FE26D8EB2}" destId="{DD9A88C0-79EB-474C-9350-9347038DC154}" srcOrd="1" destOrd="0" parTransId="{CC6BAE3A-107D-440D-9CCE-840D36FE9EDB}" sibTransId="{1AE7EF2A-C1E8-4C45-82D4-163DF725C90A}"/>
    <dgm:cxn modelId="{816FDF74-E462-4380-8C88-8E9C116F0447}" type="presOf" srcId="{5A347B29-8B21-4A5A-9682-D6163087FFD7}" destId="{2B71A4B3-8BE1-4182-8D6A-4951AACE05AC}" srcOrd="0" destOrd="0" presId="urn:microsoft.com/office/officeart/2011/layout/TabList"/>
    <dgm:cxn modelId="{11FE2FA7-E69E-4B93-BFB7-8862DA92F003}" type="presOf" srcId="{2189E47E-FE5A-422B-9522-DE4FE26D8EB2}" destId="{09D0CECE-4E87-4FA4-A0F2-094B8F0776C8}" srcOrd="0" destOrd="0" presId="urn:microsoft.com/office/officeart/2011/layout/TabList"/>
    <dgm:cxn modelId="{39EEEEAD-C568-4AA2-99D6-303B1E477DBD}" srcId="{2189E47E-FE5A-422B-9522-DE4FE26D8EB2}" destId="{85E4BDC2-2BB6-46E5-A402-B78491A5C347}" srcOrd="0" destOrd="0" parTransId="{D36CC395-BCE8-4671-8B93-B6417AF65D3A}" sibTransId="{C8BD4450-5B97-49F7-BB83-03449A467195}"/>
    <dgm:cxn modelId="{A4949CAF-29D5-4412-A64D-70E3BD76A90A}" type="presOf" srcId="{288BD46D-B3D8-4894-969B-EA75EDF496E4}" destId="{B2F50225-1A34-465E-9FB8-240E6EB28792}" srcOrd="0" destOrd="0" presId="urn:microsoft.com/office/officeart/2011/layout/TabList"/>
    <dgm:cxn modelId="{3500CBBD-9559-4963-8682-D993E4C8B29A}" type="presOf" srcId="{DD9A88C0-79EB-474C-9350-9347038DC154}" destId="{DE6D4A1A-0930-4EE5-B5B3-7457382E387A}" srcOrd="0" destOrd="0" presId="urn:microsoft.com/office/officeart/2011/layout/TabList"/>
    <dgm:cxn modelId="{A79FC6EA-FFFB-485F-8572-3E0C86671D2F}" type="presOf" srcId="{A252967A-3A0F-414A-8CED-68B0F354B919}" destId="{C772E3D1-345E-41D5-9032-BB471E236C0A}" srcOrd="0" destOrd="0" presId="urn:microsoft.com/office/officeart/2011/layout/TabList"/>
    <dgm:cxn modelId="{EBAA7FEB-3CEB-4291-A819-C1D326BD0021}" srcId="{A252967A-3A0F-414A-8CED-68B0F354B919}" destId="{07FFD9BE-A691-4B18-BB0E-D6508A82E35E}" srcOrd="0" destOrd="0" parTransId="{BE3F627B-F83F-462A-85AE-BFD3F72A3050}" sibTransId="{A6C0DE35-E3E9-440B-B7C2-E100D5DEA1BE}"/>
    <dgm:cxn modelId="{9161B4F8-A465-4DD5-B794-B169632EDD9D}" srcId="{288BD46D-B3D8-4894-969B-EA75EDF496E4}" destId="{2189E47E-FE5A-422B-9522-DE4FE26D8EB2}" srcOrd="0" destOrd="0" parTransId="{B6157047-36BC-4EB1-B1B0-9EE7AED39915}" sibTransId="{AC0F3CBB-23E4-4E82-85AB-6D3E0934AA95}"/>
    <dgm:cxn modelId="{4A9BDF15-43CF-4EE5-8BE5-770B0A87DD22}" type="presParOf" srcId="{B2F50225-1A34-465E-9FB8-240E6EB28792}" destId="{BEE4CDA1-259E-4000-8CD7-7B9800D6DA12}" srcOrd="0" destOrd="0" presId="urn:microsoft.com/office/officeart/2011/layout/TabList"/>
    <dgm:cxn modelId="{828FEA42-6368-43C2-BC33-D4D195A7FE5E}" type="presParOf" srcId="{BEE4CDA1-259E-4000-8CD7-7B9800D6DA12}" destId="{CB91D5A8-482F-4FAA-B2FE-7B7A1F4273C4}" srcOrd="0" destOrd="0" presId="urn:microsoft.com/office/officeart/2011/layout/TabList"/>
    <dgm:cxn modelId="{7C132A1D-D7BE-4C2A-9F58-96EF69DA2397}" type="presParOf" srcId="{BEE4CDA1-259E-4000-8CD7-7B9800D6DA12}" destId="{09D0CECE-4E87-4FA4-A0F2-094B8F0776C8}" srcOrd="1" destOrd="0" presId="urn:microsoft.com/office/officeart/2011/layout/TabList"/>
    <dgm:cxn modelId="{6795BB6B-4A40-4440-9641-CDA6ED61BC43}" type="presParOf" srcId="{BEE4CDA1-259E-4000-8CD7-7B9800D6DA12}" destId="{4943F00D-74FC-4003-956C-500289F0E588}" srcOrd="2" destOrd="0" presId="urn:microsoft.com/office/officeart/2011/layout/TabList"/>
    <dgm:cxn modelId="{FF9071C2-C436-4C7F-BB51-3322CFFD943E}" type="presParOf" srcId="{B2F50225-1A34-465E-9FB8-240E6EB28792}" destId="{DE6D4A1A-0930-4EE5-B5B3-7457382E387A}" srcOrd="1" destOrd="0" presId="urn:microsoft.com/office/officeart/2011/layout/TabList"/>
    <dgm:cxn modelId="{11B64E4C-DF82-410F-BA77-51623BD15C0D}" type="presParOf" srcId="{B2F50225-1A34-465E-9FB8-240E6EB28792}" destId="{1580A13B-A2CA-484E-89B5-4FD4DEEBA231}" srcOrd="2" destOrd="0" presId="urn:microsoft.com/office/officeart/2011/layout/TabList"/>
    <dgm:cxn modelId="{6B71490F-BF80-4B8D-AB5B-6E2C196B9AA1}" type="presParOf" srcId="{B2F50225-1A34-465E-9FB8-240E6EB28792}" destId="{E2D4F1DE-C834-4448-B9B8-EEFF99542D7C}" srcOrd="3" destOrd="0" presId="urn:microsoft.com/office/officeart/2011/layout/TabList"/>
    <dgm:cxn modelId="{FD147C00-CC88-445B-843C-9EC2D8BD0F94}" type="presParOf" srcId="{E2D4F1DE-C834-4448-B9B8-EEFF99542D7C}" destId="{558CB86A-D758-4EFD-94AC-231492F22799}" srcOrd="0" destOrd="0" presId="urn:microsoft.com/office/officeart/2011/layout/TabList"/>
    <dgm:cxn modelId="{A0C6FE74-DED5-4B16-B2BB-8C37FB350395}" type="presParOf" srcId="{E2D4F1DE-C834-4448-B9B8-EEFF99542D7C}" destId="{C772E3D1-345E-41D5-9032-BB471E236C0A}" srcOrd="1" destOrd="0" presId="urn:microsoft.com/office/officeart/2011/layout/TabList"/>
    <dgm:cxn modelId="{94BD9FD0-D31E-493F-99C4-E3155C460B6D}" type="presParOf" srcId="{E2D4F1DE-C834-4448-B9B8-EEFF99542D7C}" destId="{C5484244-5072-411C-8AC4-CEBA51AE16E7}" srcOrd="2" destOrd="0" presId="urn:microsoft.com/office/officeart/2011/layout/TabList"/>
    <dgm:cxn modelId="{60E1B47E-D328-40CD-8622-56CC72A1D1F3}" type="presParOf" srcId="{B2F50225-1A34-465E-9FB8-240E6EB28792}" destId="{2B71A4B3-8BE1-4182-8D6A-4951AACE05AC}" srcOrd="4" destOrd="0" presId="urn:microsoft.com/office/officeart/2011/layout/Tab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D4E5D2-F7B2-4F8F-BD2A-C8D479A97948}">
      <dsp:nvSpPr>
        <dsp:cNvPr id="0" name=""/>
        <dsp:cNvSpPr/>
      </dsp:nvSpPr>
      <dsp:spPr>
        <a:xfrm>
          <a:off x="879837" y="643018"/>
          <a:ext cx="1097902" cy="1097902"/>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F92853A-AA99-4D13-95DD-F6A7977FDD49}">
      <dsp:nvSpPr>
        <dsp:cNvPr id="0" name=""/>
        <dsp:cNvSpPr/>
      </dsp:nvSpPr>
      <dsp:spPr>
        <a:xfrm>
          <a:off x="225541" y="2139536"/>
          <a:ext cx="2439783" cy="87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0" i="1" kern="1200" dirty="0">
              <a:latin typeface="Abadi" panose="020F0502020204030204" pitchFamily="34" charset="0"/>
              <a:cs typeface="Aldhabi" panose="020F0502020204030204" pitchFamily="2" charset="-78"/>
            </a:rPr>
            <a:t>Design and simulation of a DM Active EMI filter </a:t>
          </a:r>
        </a:p>
      </dsp:txBody>
      <dsp:txXfrm>
        <a:off x="225541" y="2139536"/>
        <a:ext cx="2439783" cy="877500"/>
      </dsp:txXfrm>
    </dsp:sp>
    <dsp:sp modelId="{933F3185-40D1-496C-9EAE-3F908658E4B9}">
      <dsp:nvSpPr>
        <dsp:cNvPr id="0" name=""/>
        <dsp:cNvSpPr/>
      </dsp:nvSpPr>
      <dsp:spPr>
        <a:xfrm>
          <a:off x="3763227" y="692950"/>
          <a:ext cx="1097902" cy="1097902"/>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CF2C359-3CF8-497F-868F-7E1940B2AEFB}">
      <dsp:nvSpPr>
        <dsp:cNvPr id="0" name=""/>
        <dsp:cNvSpPr/>
      </dsp:nvSpPr>
      <dsp:spPr>
        <a:xfrm>
          <a:off x="3092287" y="2139536"/>
          <a:ext cx="2439783" cy="87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i="1" kern="1200" dirty="0">
              <a:latin typeface="Abadi" panose="020B0604020104020204" pitchFamily="34" charset="0"/>
            </a:rPr>
            <a:t>Studying DM noise spectrums at the LISN under various conditions with and without AEF</a:t>
          </a:r>
        </a:p>
      </dsp:txBody>
      <dsp:txXfrm>
        <a:off x="3092287" y="2139536"/>
        <a:ext cx="2439783" cy="877500"/>
      </dsp:txXfrm>
    </dsp:sp>
    <dsp:sp modelId="{7CB439AC-5E2F-4AAD-B8BD-A2F7C90A8B4A}">
      <dsp:nvSpPr>
        <dsp:cNvPr id="0" name=""/>
        <dsp:cNvSpPr/>
      </dsp:nvSpPr>
      <dsp:spPr>
        <a:xfrm>
          <a:off x="6629973" y="692950"/>
          <a:ext cx="1097902" cy="10979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D207BA9-7B3E-4D4C-A955-E49CD452EFA8}">
      <dsp:nvSpPr>
        <dsp:cNvPr id="0" name=""/>
        <dsp:cNvSpPr/>
      </dsp:nvSpPr>
      <dsp:spPr>
        <a:xfrm>
          <a:off x="5959032" y="2139536"/>
          <a:ext cx="2439783" cy="87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i="1" kern="1200" dirty="0">
              <a:latin typeface="Abadi" panose="020B0604020104020204" pitchFamily="34" charset="0"/>
            </a:rPr>
            <a:t>Ensuring EMC compliance is achieved in the Sentry schematic according to CISPR 32 standards</a:t>
          </a:r>
        </a:p>
      </dsp:txBody>
      <dsp:txXfrm>
        <a:off x="5959032" y="2139536"/>
        <a:ext cx="2439783" cy="8775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C137CF-8919-4751-AC59-EB97A488742E}">
      <dsp:nvSpPr>
        <dsp:cNvPr id="0" name=""/>
        <dsp:cNvSpPr/>
      </dsp:nvSpPr>
      <dsp:spPr>
        <a:xfrm rot="16200000">
          <a:off x="-756819" y="758900"/>
          <a:ext cx="3519488" cy="2001687"/>
        </a:xfrm>
        <a:prstGeom prst="flowChartManualOperation">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0" rIns="78631" bIns="0" numCol="1" spcCol="1270" anchor="ctr" anchorCtr="0">
          <a:noAutofit/>
        </a:bodyPr>
        <a:lstStyle/>
        <a:p>
          <a:pPr marL="0" lvl="0" indent="0" algn="l" defTabSz="533400">
            <a:lnSpc>
              <a:spcPct val="90000"/>
            </a:lnSpc>
            <a:spcBef>
              <a:spcPct val="0"/>
            </a:spcBef>
            <a:spcAft>
              <a:spcPct val="35000"/>
            </a:spcAft>
            <a:buNone/>
          </a:pPr>
          <a:r>
            <a:rPr lang="en-US" sz="1200" i="0" kern="1200" dirty="0">
              <a:latin typeface="Aptos Serif" panose="02020604070405020304" pitchFamily="18" charset="0"/>
              <a:cs typeface="Aptos Serif" panose="02020604070405020304" pitchFamily="18" charset="0"/>
            </a:rPr>
            <a:t>DM inductors dominate the size of the EMI filter, and bring several challenges during EMI filter design – including bulky volume, thermal management issues, acoustic noise, filter resonances and electromagnetic coupling between components.</a:t>
          </a:r>
        </a:p>
      </dsp:txBody>
      <dsp:txXfrm rot="5400000">
        <a:off x="2081" y="703898"/>
        <a:ext cx="2001687" cy="2111692"/>
      </dsp:txXfrm>
    </dsp:sp>
    <dsp:sp modelId="{5AA2FA7B-6E2C-4F0A-B0B1-A1F720E7DE77}">
      <dsp:nvSpPr>
        <dsp:cNvPr id="0" name=""/>
        <dsp:cNvSpPr/>
      </dsp:nvSpPr>
      <dsp:spPr>
        <a:xfrm rot="16200000">
          <a:off x="1394994" y="758900"/>
          <a:ext cx="3519488" cy="2001687"/>
        </a:xfrm>
        <a:prstGeom prst="flowChartManualOperation">
          <a:avLst/>
        </a:prstGeom>
        <a:gradFill rotWithShape="0">
          <a:gsLst>
            <a:gs pos="0">
              <a:schemeClr val="accent4">
                <a:hueOff val="11373892"/>
                <a:satOff val="61606"/>
                <a:lumOff val="30980"/>
                <a:alphaOff val="0"/>
                <a:tint val="50000"/>
                <a:satMod val="300000"/>
              </a:schemeClr>
            </a:gs>
            <a:gs pos="35000">
              <a:schemeClr val="accent4">
                <a:hueOff val="11373892"/>
                <a:satOff val="61606"/>
                <a:lumOff val="30980"/>
                <a:alphaOff val="0"/>
                <a:tint val="37000"/>
                <a:satMod val="300000"/>
              </a:schemeClr>
            </a:gs>
            <a:gs pos="100000">
              <a:schemeClr val="accent4">
                <a:hueOff val="11373892"/>
                <a:satOff val="61606"/>
                <a:lumOff val="3098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0" tIns="0" rIns="50800" bIns="0" numCol="1" spcCol="1270" anchor="t" anchorCtr="0">
          <a:noAutofit/>
        </a:bodyPr>
        <a:lstStyle/>
        <a:p>
          <a:pPr marL="0" lvl="0" indent="0" algn="l" defTabSz="444500">
            <a:lnSpc>
              <a:spcPct val="90000"/>
            </a:lnSpc>
            <a:spcBef>
              <a:spcPct val="0"/>
            </a:spcBef>
            <a:spcAft>
              <a:spcPct val="35000"/>
            </a:spcAft>
            <a:buNone/>
          </a:pPr>
          <a:r>
            <a:rPr lang="en-US" sz="1000" kern="1200" dirty="0"/>
            <a:t>   </a:t>
          </a:r>
        </a:p>
        <a:p>
          <a:pPr marL="57150" lvl="1" indent="-57150" algn="l" defTabSz="355600">
            <a:lnSpc>
              <a:spcPct val="90000"/>
            </a:lnSpc>
            <a:spcBef>
              <a:spcPct val="0"/>
            </a:spcBef>
            <a:spcAft>
              <a:spcPct val="15000"/>
            </a:spcAft>
            <a:buFont typeface="Arial" panose="020B0604020202020204" pitchFamily="34" charset="0"/>
            <a:buNone/>
          </a:pPr>
          <a:r>
            <a:rPr lang="en-US" sz="800" i="1" kern="1200" dirty="0"/>
            <a:t>  </a:t>
          </a:r>
          <a:endParaRPr lang="en-US" sz="800" kern="1200" dirty="0"/>
        </a:p>
        <a:p>
          <a:pPr marL="57150" lvl="1" indent="-57150" algn="l" defTabSz="355600">
            <a:lnSpc>
              <a:spcPct val="90000"/>
            </a:lnSpc>
            <a:spcBef>
              <a:spcPct val="0"/>
            </a:spcBef>
            <a:spcAft>
              <a:spcPct val="15000"/>
            </a:spcAft>
            <a:buFont typeface="Arial" panose="020B0604020202020204" pitchFamily="34" charset="0"/>
            <a:buNone/>
          </a:pPr>
          <a:endParaRPr lang="en-US" sz="800" kern="1200" dirty="0"/>
        </a:p>
        <a:p>
          <a:pPr marL="57150" lvl="1" indent="-57150" algn="l" defTabSz="444500">
            <a:lnSpc>
              <a:spcPct val="90000"/>
            </a:lnSpc>
            <a:spcBef>
              <a:spcPct val="0"/>
            </a:spcBef>
            <a:spcAft>
              <a:spcPct val="15000"/>
            </a:spcAft>
            <a:buFont typeface="Arial" panose="020B0604020202020204" pitchFamily="34" charset="0"/>
            <a:buNone/>
          </a:pPr>
          <a:r>
            <a:rPr lang="en-US" sz="1000" i="1" kern="1200" dirty="0"/>
            <a:t>  </a:t>
          </a:r>
          <a:r>
            <a:rPr lang="en-US" sz="1200" i="0" kern="1200" dirty="0">
              <a:latin typeface="Aptos Serif" panose="02020604070405020304" pitchFamily="18" charset="0"/>
              <a:cs typeface="Aptos Serif" panose="02020604070405020304" pitchFamily="18" charset="0"/>
            </a:rPr>
            <a:t>In addition, the X-capacitors used for passive filtering in high voltage applications are also very bulky and consume a lot of space </a:t>
          </a:r>
          <a:endParaRPr lang="en-US" sz="800" i="0" kern="1200" dirty="0">
            <a:latin typeface="Aptos Serif" panose="02020604070405020304" pitchFamily="18" charset="0"/>
            <a:cs typeface="Aptos Serif" panose="02020604070405020304" pitchFamily="18" charset="0"/>
          </a:endParaRPr>
        </a:p>
      </dsp:txBody>
      <dsp:txXfrm rot="5400000">
        <a:off x="2153894" y="703898"/>
        <a:ext cx="2001687" cy="21116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484244-5072-411C-8AC4-CEBA51AE16E7}">
      <dsp:nvSpPr>
        <dsp:cNvPr id="0" name=""/>
        <dsp:cNvSpPr/>
      </dsp:nvSpPr>
      <dsp:spPr>
        <a:xfrm>
          <a:off x="394523" y="1327977"/>
          <a:ext cx="4237265" cy="0"/>
        </a:xfrm>
        <a:prstGeom prst="line">
          <a:avLst/>
        </a:pr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943F00D-74FC-4003-956C-500289F0E588}">
      <dsp:nvSpPr>
        <dsp:cNvPr id="0" name=""/>
        <dsp:cNvSpPr/>
      </dsp:nvSpPr>
      <dsp:spPr>
        <a:xfrm>
          <a:off x="401931" y="344759"/>
          <a:ext cx="4237265" cy="0"/>
        </a:xfrm>
        <a:prstGeom prst="line">
          <a:avLst/>
        </a:pr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B91D5A8-482F-4FAA-B2FE-7B7A1F4273C4}">
      <dsp:nvSpPr>
        <dsp:cNvPr id="0" name=""/>
        <dsp:cNvSpPr/>
      </dsp:nvSpPr>
      <dsp:spPr>
        <a:xfrm>
          <a:off x="1503620" y="19471"/>
          <a:ext cx="3135576" cy="325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95" tIns="36195" rIns="36195" bIns="36195" numCol="1" spcCol="1270" anchor="b" anchorCtr="0">
          <a:noAutofit/>
        </a:bodyPr>
        <a:lstStyle/>
        <a:p>
          <a:pPr marL="0" lvl="0" indent="0" algn="l" defTabSz="844550">
            <a:lnSpc>
              <a:spcPct val="90000"/>
            </a:lnSpc>
            <a:spcBef>
              <a:spcPct val="0"/>
            </a:spcBef>
            <a:spcAft>
              <a:spcPct val="35000"/>
            </a:spcAft>
            <a:buNone/>
          </a:pPr>
          <a:endParaRPr lang="en-US" sz="1900" kern="1200"/>
        </a:p>
      </dsp:txBody>
      <dsp:txXfrm>
        <a:off x="1503620" y="19471"/>
        <a:ext cx="3135576" cy="325287"/>
      </dsp:txXfrm>
    </dsp:sp>
    <dsp:sp modelId="{09D0CECE-4E87-4FA4-A0F2-094B8F0776C8}">
      <dsp:nvSpPr>
        <dsp:cNvPr id="0" name=""/>
        <dsp:cNvSpPr/>
      </dsp:nvSpPr>
      <dsp:spPr>
        <a:xfrm>
          <a:off x="-119789" y="0"/>
          <a:ext cx="2709416" cy="364018"/>
        </a:xfrm>
        <a:prstGeom prst="round2SameRect">
          <a:avLst>
            <a:gd name="adj1" fmla="val 16670"/>
            <a:gd name="adj2" fmla="val 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Aptos Serif" panose="02020604070405020304" pitchFamily="18" charset="0"/>
              <a:cs typeface="Aptos Serif" panose="02020604070405020304" pitchFamily="18" charset="0"/>
            </a:rPr>
            <a:t>Wide bandwidth requirement</a:t>
          </a:r>
        </a:p>
      </dsp:txBody>
      <dsp:txXfrm>
        <a:off x="-102016" y="17773"/>
        <a:ext cx="2673870" cy="346245"/>
      </dsp:txXfrm>
    </dsp:sp>
    <dsp:sp modelId="{DE6D4A1A-0930-4EE5-B5B3-7457382E387A}">
      <dsp:nvSpPr>
        <dsp:cNvPr id="0" name=""/>
        <dsp:cNvSpPr/>
      </dsp:nvSpPr>
      <dsp:spPr>
        <a:xfrm>
          <a:off x="0" y="364125"/>
          <a:ext cx="4237265" cy="7151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57150" lvl="1" indent="-57150" algn="l" defTabSz="444500">
            <a:lnSpc>
              <a:spcPct val="90000"/>
            </a:lnSpc>
            <a:spcBef>
              <a:spcPct val="0"/>
            </a:spcBef>
            <a:spcAft>
              <a:spcPct val="15000"/>
            </a:spcAft>
            <a:buNone/>
          </a:pPr>
          <a:r>
            <a:rPr lang="en-US" sz="1000" kern="1200" dirty="0"/>
            <a:t>  </a:t>
          </a:r>
          <a:r>
            <a:rPr lang="en-US" sz="1100" kern="1200" dirty="0">
              <a:latin typeface="Aptos Serif" panose="02020604070405020304" pitchFamily="18" charset="0"/>
              <a:cs typeface="Aptos Serif" panose="02020604070405020304" pitchFamily="18" charset="0"/>
            </a:rPr>
            <a:t>EMI suppression must be effective from 150 kHz to 30 MHz, requiring a current transformer with excellent high-frequency response.</a:t>
          </a:r>
          <a:endParaRPr lang="en-US" sz="1000" kern="1200" dirty="0">
            <a:latin typeface="Aptos Serif" panose="02020604070405020304" pitchFamily="18" charset="0"/>
            <a:cs typeface="Aptos Serif" panose="02020604070405020304" pitchFamily="18" charset="0"/>
          </a:endParaRPr>
        </a:p>
      </dsp:txBody>
      <dsp:txXfrm>
        <a:off x="0" y="364125"/>
        <a:ext cx="4237265" cy="715107"/>
      </dsp:txXfrm>
    </dsp:sp>
    <dsp:sp modelId="{558CB86A-D758-4EFD-94AC-231492F22799}">
      <dsp:nvSpPr>
        <dsp:cNvPr id="0" name=""/>
        <dsp:cNvSpPr/>
      </dsp:nvSpPr>
      <dsp:spPr>
        <a:xfrm>
          <a:off x="1496211" y="1125155"/>
          <a:ext cx="3135576" cy="325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95" tIns="36195" rIns="36195" bIns="36195" numCol="1" spcCol="1270" anchor="b" anchorCtr="0">
          <a:noAutofit/>
        </a:bodyPr>
        <a:lstStyle/>
        <a:p>
          <a:pPr marL="0" lvl="0" indent="0" algn="l" defTabSz="844550">
            <a:lnSpc>
              <a:spcPct val="90000"/>
            </a:lnSpc>
            <a:spcBef>
              <a:spcPct val="0"/>
            </a:spcBef>
            <a:spcAft>
              <a:spcPct val="35000"/>
            </a:spcAft>
            <a:buNone/>
          </a:pPr>
          <a:endParaRPr lang="en-US" sz="1900" kern="1200"/>
        </a:p>
      </dsp:txBody>
      <dsp:txXfrm>
        <a:off x="1496211" y="1125155"/>
        <a:ext cx="3135576" cy="325287"/>
      </dsp:txXfrm>
    </dsp:sp>
    <dsp:sp modelId="{C772E3D1-345E-41D5-9032-BB471E236C0A}">
      <dsp:nvSpPr>
        <dsp:cNvPr id="0" name=""/>
        <dsp:cNvSpPr/>
      </dsp:nvSpPr>
      <dsp:spPr>
        <a:xfrm>
          <a:off x="-134480" y="952575"/>
          <a:ext cx="2679781" cy="384603"/>
        </a:xfrm>
        <a:prstGeom prst="round2SameRect">
          <a:avLst>
            <a:gd name="adj1" fmla="val 16670"/>
            <a:gd name="adj2" fmla="val 0"/>
          </a:avLst>
        </a:prstGeom>
        <a:gradFill rotWithShape="0">
          <a:gsLst>
            <a:gs pos="0">
              <a:schemeClr val="accent4">
                <a:hueOff val="11373892"/>
                <a:satOff val="61606"/>
                <a:lumOff val="30980"/>
                <a:alphaOff val="0"/>
                <a:shade val="51000"/>
                <a:satMod val="130000"/>
              </a:schemeClr>
            </a:gs>
            <a:gs pos="80000">
              <a:schemeClr val="accent4">
                <a:hueOff val="11373892"/>
                <a:satOff val="61606"/>
                <a:lumOff val="30980"/>
                <a:alphaOff val="0"/>
                <a:shade val="93000"/>
                <a:satMod val="130000"/>
              </a:schemeClr>
            </a:gs>
            <a:gs pos="100000">
              <a:schemeClr val="accent4">
                <a:hueOff val="11373892"/>
                <a:satOff val="61606"/>
                <a:lumOff val="30980"/>
                <a:alphaOff val="0"/>
                <a:shade val="94000"/>
                <a:satMod val="135000"/>
              </a:schemeClr>
            </a:gs>
          </a:gsLst>
          <a:lin ang="16200000" scaled="0"/>
        </a:gradFill>
        <a:ln w="9525" cap="flat" cmpd="sng" algn="ctr">
          <a:solidFill>
            <a:schemeClr val="accent4">
              <a:hueOff val="11373892"/>
              <a:satOff val="61606"/>
              <a:lumOff val="3098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444500">
            <a:lnSpc>
              <a:spcPct val="90000"/>
            </a:lnSpc>
            <a:spcBef>
              <a:spcPct val="0"/>
            </a:spcBef>
            <a:spcAft>
              <a:spcPct val="35000"/>
            </a:spcAft>
            <a:buNone/>
          </a:pPr>
          <a:r>
            <a:rPr lang="en-US" sz="1000" kern="1200" dirty="0">
              <a:latin typeface="Aptos Serif" panose="02020604070405020304" pitchFamily="18" charset="0"/>
              <a:cs typeface="Aptos Serif" panose="02020604070405020304" pitchFamily="18" charset="0"/>
            </a:rPr>
            <a:t>Magnetic material limitations</a:t>
          </a:r>
        </a:p>
      </dsp:txBody>
      <dsp:txXfrm>
        <a:off x="-115702" y="971353"/>
        <a:ext cx="2642225" cy="365825"/>
      </dsp:txXfrm>
    </dsp:sp>
    <dsp:sp modelId="{2B71A4B3-8BE1-4182-8D6A-4951AACE05AC}">
      <dsp:nvSpPr>
        <dsp:cNvPr id="0" name=""/>
        <dsp:cNvSpPr/>
      </dsp:nvSpPr>
      <dsp:spPr>
        <a:xfrm>
          <a:off x="0" y="1364669"/>
          <a:ext cx="4237265" cy="6506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t" anchorCtr="0">
          <a:noAutofit/>
        </a:bodyPr>
        <a:lstStyle/>
        <a:p>
          <a:pPr marL="114300" lvl="1" indent="-114300" algn="l" defTabSz="533400">
            <a:lnSpc>
              <a:spcPct val="90000"/>
            </a:lnSpc>
            <a:spcBef>
              <a:spcPct val="0"/>
            </a:spcBef>
            <a:spcAft>
              <a:spcPct val="15000"/>
            </a:spcAft>
            <a:buNone/>
          </a:pPr>
          <a:r>
            <a:rPr lang="en-US" sz="1200" kern="1200" dirty="0"/>
            <a:t>  </a:t>
          </a:r>
          <a:r>
            <a:rPr lang="en-US" sz="1100" kern="1200" dirty="0">
              <a:latin typeface="Aptos Serif" panose="02020604070405020304" pitchFamily="18" charset="0"/>
              <a:cs typeface="Aptos Serif" panose="02020604070405020304" pitchFamily="18" charset="0"/>
            </a:rPr>
            <a:t>Conventional core materials exhibit reduced permeability at high frequencies, degrading sensing accuracy</a:t>
          </a:r>
          <a:r>
            <a:rPr lang="en-US" sz="1200" kern="1200" dirty="0">
              <a:latin typeface="Aptos Serif" panose="02020604070405020304" pitchFamily="18" charset="0"/>
              <a:cs typeface="Aptos Serif" panose="02020604070405020304" pitchFamily="18" charset="0"/>
            </a:rPr>
            <a:t>.</a:t>
          </a:r>
        </a:p>
      </dsp:txBody>
      <dsp:txXfrm>
        <a:off x="0" y="1364669"/>
        <a:ext cx="4237265" cy="65067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484244-5072-411C-8AC4-CEBA51AE16E7}">
      <dsp:nvSpPr>
        <dsp:cNvPr id="0" name=""/>
        <dsp:cNvSpPr/>
      </dsp:nvSpPr>
      <dsp:spPr>
        <a:xfrm>
          <a:off x="329589" y="1070390"/>
          <a:ext cx="4237265" cy="0"/>
        </a:xfrm>
        <a:prstGeom prst="line">
          <a:avLst/>
        </a:pr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943F00D-74FC-4003-956C-500289F0E588}">
      <dsp:nvSpPr>
        <dsp:cNvPr id="0" name=""/>
        <dsp:cNvSpPr/>
      </dsp:nvSpPr>
      <dsp:spPr>
        <a:xfrm>
          <a:off x="403936" y="335097"/>
          <a:ext cx="4237265" cy="0"/>
        </a:xfrm>
        <a:prstGeom prst="line">
          <a:avLst/>
        </a:pr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B91D5A8-482F-4FAA-B2FE-7B7A1F4273C4}">
      <dsp:nvSpPr>
        <dsp:cNvPr id="0" name=""/>
        <dsp:cNvSpPr/>
      </dsp:nvSpPr>
      <dsp:spPr>
        <a:xfrm>
          <a:off x="1505625" y="3535"/>
          <a:ext cx="3135576" cy="331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95" tIns="36195" rIns="36195" bIns="36195" numCol="1" spcCol="1270" anchor="b" anchorCtr="0">
          <a:noAutofit/>
        </a:bodyPr>
        <a:lstStyle/>
        <a:p>
          <a:pPr marL="0" lvl="0" indent="0" algn="l" defTabSz="844550">
            <a:lnSpc>
              <a:spcPct val="90000"/>
            </a:lnSpc>
            <a:spcBef>
              <a:spcPct val="0"/>
            </a:spcBef>
            <a:spcAft>
              <a:spcPct val="35000"/>
            </a:spcAft>
            <a:buNone/>
          </a:pPr>
          <a:endParaRPr lang="en-US" sz="1900" kern="1200"/>
        </a:p>
      </dsp:txBody>
      <dsp:txXfrm>
        <a:off x="1505625" y="3535"/>
        <a:ext cx="3135576" cy="331561"/>
      </dsp:txXfrm>
    </dsp:sp>
    <dsp:sp modelId="{09D0CECE-4E87-4FA4-A0F2-094B8F0776C8}">
      <dsp:nvSpPr>
        <dsp:cNvPr id="0" name=""/>
        <dsp:cNvSpPr/>
      </dsp:nvSpPr>
      <dsp:spPr>
        <a:xfrm>
          <a:off x="-163735" y="0"/>
          <a:ext cx="2717436" cy="338285"/>
        </a:xfrm>
        <a:prstGeom prst="round2SameRect">
          <a:avLst>
            <a:gd name="adj1" fmla="val 16670"/>
            <a:gd name="adj2" fmla="val 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Aptos Serif" panose="02020604070405020304" pitchFamily="18" charset="0"/>
              <a:cs typeface="Aptos Serif" panose="02020604070405020304" pitchFamily="18" charset="0"/>
            </a:rPr>
            <a:t>Self-resonance issues</a:t>
          </a:r>
        </a:p>
      </dsp:txBody>
      <dsp:txXfrm>
        <a:off x="-147218" y="16517"/>
        <a:ext cx="2684402" cy="321768"/>
      </dsp:txXfrm>
    </dsp:sp>
    <dsp:sp modelId="{DE6D4A1A-0930-4EE5-B5B3-7457382E387A}">
      <dsp:nvSpPr>
        <dsp:cNvPr id="0" name=""/>
        <dsp:cNvSpPr/>
      </dsp:nvSpPr>
      <dsp:spPr>
        <a:xfrm>
          <a:off x="0" y="338459"/>
          <a:ext cx="4237265" cy="728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57150" lvl="1" indent="-57150" algn="l" defTabSz="444500">
            <a:lnSpc>
              <a:spcPct val="90000"/>
            </a:lnSpc>
            <a:spcBef>
              <a:spcPct val="0"/>
            </a:spcBef>
            <a:spcAft>
              <a:spcPct val="15000"/>
            </a:spcAft>
            <a:buNone/>
          </a:pPr>
          <a:r>
            <a:rPr lang="en-US" sz="1000" kern="1200" dirty="0"/>
            <a:t>  </a:t>
          </a:r>
          <a:r>
            <a:rPr lang="en-US" sz="1100" kern="1200" dirty="0">
              <a:latin typeface="Aptos Serif" panose="02020604070405020304" pitchFamily="18" charset="0"/>
              <a:cs typeface="Aptos Serif" panose="02020604070405020304" pitchFamily="18" charset="0"/>
            </a:rPr>
            <a:t>Transformer </a:t>
          </a:r>
          <a:r>
            <a:rPr lang="en-US" sz="1100" kern="1200" dirty="0" err="1">
              <a:latin typeface="Aptos Serif" panose="02020604070405020304" pitchFamily="18" charset="0"/>
              <a:cs typeface="Aptos Serif" panose="02020604070405020304" pitchFamily="18" charset="0"/>
            </a:rPr>
            <a:t>parasitics</a:t>
          </a:r>
          <a:r>
            <a:rPr lang="en-US" sz="1100" kern="1200" dirty="0">
              <a:latin typeface="Aptos Serif" panose="02020604070405020304" pitchFamily="18" charset="0"/>
              <a:cs typeface="Aptos Serif" panose="02020604070405020304" pitchFamily="18" charset="0"/>
            </a:rPr>
            <a:t> can create unwanted resonances that affect filter stability and attenuation.</a:t>
          </a:r>
          <a:endParaRPr lang="en-US" sz="1000" kern="1200" dirty="0">
            <a:latin typeface="Aptos Serif" panose="02020604070405020304" pitchFamily="18" charset="0"/>
            <a:cs typeface="Aptos Serif" panose="02020604070405020304" pitchFamily="18" charset="0"/>
          </a:endParaRPr>
        </a:p>
      </dsp:txBody>
      <dsp:txXfrm>
        <a:off x="0" y="338459"/>
        <a:ext cx="4237265" cy="728901"/>
      </dsp:txXfrm>
    </dsp:sp>
    <dsp:sp modelId="{558CB86A-D758-4EFD-94AC-231492F22799}">
      <dsp:nvSpPr>
        <dsp:cNvPr id="0" name=""/>
        <dsp:cNvSpPr/>
      </dsp:nvSpPr>
      <dsp:spPr>
        <a:xfrm>
          <a:off x="1516998" y="1083939"/>
          <a:ext cx="3135576" cy="331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95" tIns="36195" rIns="36195" bIns="36195" numCol="1" spcCol="1270" anchor="b" anchorCtr="0">
          <a:noAutofit/>
        </a:bodyPr>
        <a:lstStyle/>
        <a:p>
          <a:pPr marL="0" lvl="0" indent="0" algn="l" defTabSz="844550">
            <a:lnSpc>
              <a:spcPct val="90000"/>
            </a:lnSpc>
            <a:spcBef>
              <a:spcPct val="0"/>
            </a:spcBef>
            <a:spcAft>
              <a:spcPct val="35000"/>
            </a:spcAft>
            <a:buNone/>
          </a:pPr>
          <a:endParaRPr lang="en-US" sz="1900" kern="1200"/>
        </a:p>
      </dsp:txBody>
      <dsp:txXfrm>
        <a:off x="1516998" y="1083939"/>
        <a:ext cx="3135576" cy="331561"/>
      </dsp:txXfrm>
    </dsp:sp>
    <dsp:sp modelId="{C772E3D1-345E-41D5-9032-BB471E236C0A}">
      <dsp:nvSpPr>
        <dsp:cNvPr id="0" name=""/>
        <dsp:cNvSpPr/>
      </dsp:nvSpPr>
      <dsp:spPr>
        <a:xfrm>
          <a:off x="-174557" y="746304"/>
          <a:ext cx="2762925" cy="327095"/>
        </a:xfrm>
        <a:prstGeom prst="round2SameRect">
          <a:avLst>
            <a:gd name="adj1" fmla="val 16670"/>
            <a:gd name="adj2" fmla="val 0"/>
          </a:avLst>
        </a:prstGeom>
        <a:gradFill rotWithShape="0">
          <a:gsLst>
            <a:gs pos="0">
              <a:schemeClr val="accent4">
                <a:hueOff val="11373892"/>
                <a:satOff val="61606"/>
                <a:lumOff val="30980"/>
                <a:alphaOff val="0"/>
                <a:shade val="51000"/>
                <a:satMod val="130000"/>
              </a:schemeClr>
            </a:gs>
            <a:gs pos="80000">
              <a:schemeClr val="accent4">
                <a:hueOff val="11373892"/>
                <a:satOff val="61606"/>
                <a:lumOff val="30980"/>
                <a:alphaOff val="0"/>
                <a:shade val="93000"/>
                <a:satMod val="130000"/>
              </a:schemeClr>
            </a:gs>
            <a:gs pos="100000">
              <a:schemeClr val="accent4">
                <a:hueOff val="11373892"/>
                <a:satOff val="61606"/>
                <a:lumOff val="30980"/>
                <a:alphaOff val="0"/>
                <a:shade val="94000"/>
                <a:satMod val="135000"/>
              </a:schemeClr>
            </a:gs>
          </a:gsLst>
          <a:lin ang="16200000" scaled="0"/>
        </a:gradFill>
        <a:ln w="9525" cap="flat" cmpd="sng" algn="ctr">
          <a:solidFill>
            <a:schemeClr val="accent4">
              <a:hueOff val="11373892"/>
              <a:satOff val="61606"/>
              <a:lumOff val="3098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444500">
            <a:lnSpc>
              <a:spcPct val="90000"/>
            </a:lnSpc>
            <a:spcBef>
              <a:spcPct val="0"/>
            </a:spcBef>
            <a:spcAft>
              <a:spcPct val="35000"/>
            </a:spcAft>
            <a:buNone/>
          </a:pPr>
          <a:r>
            <a:rPr lang="en-US" sz="1000" kern="1200" dirty="0">
              <a:latin typeface="Aptos Serif" panose="02020604070405020304" pitchFamily="18" charset="0"/>
              <a:cs typeface="Aptos Serif" panose="02020604070405020304" pitchFamily="18" charset="0"/>
            </a:rPr>
            <a:t>Increased size and cost</a:t>
          </a:r>
          <a:r>
            <a:rPr lang="en-US" sz="1000" kern="1200" dirty="0"/>
            <a:t>:</a:t>
          </a:r>
        </a:p>
      </dsp:txBody>
      <dsp:txXfrm>
        <a:off x="-158587" y="762274"/>
        <a:ext cx="2730985" cy="311125"/>
      </dsp:txXfrm>
    </dsp:sp>
    <dsp:sp modelId="{2B71A4B3-8BE1-4182-8D6A-4951AACE05AC}">
      <dsp:nvSpPr>
        <dsp:cNvPr id="0" name=""/>
        <dsp:cNvSpPr/>
      </dsp:nvSpPr>
      <dsp:spPr>
        <a:xfrm>
          <a:off x="0" y="1089104"/>
          <a:ext cx="4237265" cy="663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55" tIns="20955" rIns="20955" bIns="20955" numCol="1" spcCol="1270" anchor="t" anchorCtr="0">
          <a:noAutofit/>
        </a:bodyPr>
        <a:lstStyle/>
        <a:p>
          <a:pPr marL="57150" lvl="1" indent="-57150" algn="l" defTabSz="488950">
            <a:lnSpc>
              <a:spcPct val="90000"/>
            </a:lnSpc>
            <a:spcBef>
              <a:spcPct val="0"/>
            </a:spcBef>
            <a:spcAft>
              <a:spcPct val="15000"/>
            </a:spcAft>
            <a:buNone/>
          </a:pPr>
          <a:r>
            <a:rPr lang="en-US" sz="1100" kern="1200" dirty="0"/>
            <a:t> </a:t>
          </a:r>
          <a:r>
            <a:rPr lang="en-US" sz="1100" kern="1200" dirty="0">
              <a:latin typeface="Aptos Serif" panose="02020604070405020304" pitchFamily="18" charset="0"/>
              <a:cs typeface="Aptos Serif" panose="02020604070405020304" pitchFamily="18" charset="0"/>
            </a:rPr>
            <a:t>High-performance HF current transformers add significant volume and expense to the EMI filter.</a:t>
          </a:r>
        </a:p>
      </dsp:txBody>
      <dsp:txXfrm>
        <a:off x="0" y="1089104"/>
        <a:ext cx="4237265" cy="66322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bwMode="auto">
          <a:xfrm>
            <a:off x="0" y="2"/>
            <a:ext cx="4027944" cy="737488"/>
          </a:xfrm>
          <a:prstGeom prst="rect">
            <a:avLst/>
          </a:prstGeom>
          <a:noFill/>
          <a:ln w="9525">
            <a:noFill/>
            <a:miter lim="800000"/>
            <a:headEnd/>
            <a:tailEnd/>
          </a:ln>
          <a:effectLst/>
        </p:spPr>
        <p:txBody>
          <a:bodyPr vert="horz" wrap="square" lIns="136205" tIns="68102" rIns="136205" bIns="68102" numCol="1" anchor="t" anchorCtr="0" compatLnSpc="1">
            <a:prstTxWarp prst="textNoShape">
              <a:avLst/>
            </a:prstTxWarp>
          </a:bodyPr>
          <a:lstStyle>
            <a:lvl1pPr>
              <a:defRPr sz="1800"/>
            </a:lvl1pPr>
          </a:lstStyle>
          <a:p>
            <a:pPr>
              <a:defRPr/>
            </a:pPr>
            <a:endParaRPr lang="en-US"/>
          </a:p>
        </p:txBody>
      </p:sp>
      <p:sp>
        <p:nvSpPr>
          <p:cNvPr id="122883" name="Rectangle 3"/>
          <p:cNvSpPr>
            <a:spLocks noGrp="1" noChangeArrowheads="1"/>
          </p:cNvSpPr>
          <p:nvPr>
            <p:ph type="dt" sz="quarter" idx="1"/>
          </p:nvPr>
        </p:nvSpPr>
        <p:spPr bwMode="auto">
          <a:xfrm>
            <a:off x="5266329" y="2"/>
            <a:ext cx="4027943" cy="737488"/>
          </a:xfrm>
          <a:prstGeom prst="rect">
            <a:avLst/>
          </a:prstGeom>
          <a:noFill/>
          <a:ln w="9525">
            <a:noFill/>
            <a:miter lim="800000"/>
            <a:headEnd/>
            <a:tailEnd/>
          </a:ln>
          <a:effectLst/>
        </p:spPr>
        <p:txBody>
          <a:bodyPr vert="horz" wrap="square" lIns="136205" tIns="68102" rIns="136205" bIns="68102" numCol="1" anchor="t" anchorCtr="0" compatLnSpc="1">
            <a:prstTxWarp prst="textNoShape">
              <a:avLst/>
            </a:prstTxWarp>
          </a:bodyPr>
          <a:lstStyle>
            <a:lvl1pPr algn="r">
              <a:defRPr sz="1800"/>
            </a:lvl1pPr>
          </a:lstStyle>
          <a:p>
            <a:pPr>
              <a:defRPr/>
            </a:pPr>
            <a:endParaRPr lang="en-US"/>
          </a:p>
        </p:txBody>
      </p:sp>
      <p:sp>
        <p:nvSpPr>
          <p:cNvPr id="122884" name="Rectangle 4"/>
          <p:cNvSpPr>
            <a:spLocks noGrp="1" noChangeArrowheads="1"/>
          </p:cNvSpPr>
          <p:nvPr>
            <p:ph type="ftr" sz="quarter" idx="2"/>
          </p:nvPr>
        </p:nvSpPr>
        <p:spPr bwMode="auto">
          <a:xfrm>
            <a:off x="0" y="14030071"/>
            <a:ext cx="4027944" cy="737488"/>
          </a:xfrm>
          <a:prstGeom prst="rect">
            <a:avLst/>
          </a:prstGeom>
          <a:noFill/>
          <a:ln w="9525">
            <a:noFill/>
            <a:miter lim="800000"/>
            <a:headEnd/>
            <a:tailEnd/>
          </a:ln>
          <a:effectLst/>
        </p:spPr>
        <p:txBody>
          <a:bodyPr vert="horz" wrap="square" lIns="136205" tIns="68102" rIns="136205" bIns="68102" numCol="1" anchor="b" anchorCtr="0" compatLnSpc="1">
            <a:prstTxWarp prst="textNoShape">
              <a:avLst/>
            </a:prstTxWarp>
          </a:bodyPr>
          <a:lstStyle>
            <a:lvl1pPr>
              <a:defRPr sz="1800"/>
            </a:lvl1pPr>
          </a:lstStyle>
          <a:p>
            <a:pPr>
              <a:defRPr/>
            </a:pPr>
            <a:endParaRPr lang="en-US"/>
          </a:p>
        </p:txBody>
      </p:sp>
      <p:sp>
        <p:nvSpPr>
          <p:cNvPr id="122885" name="Rectangle 5"/>
          <p:cNvSpPr>
            <a:spLocks noGrp="1" noChangeArrowheads="1"/>
          </p:cNvSpPr>
          <p:nvPr>
            <p:ph type="sldNum" sz="quarter" idx="3"/>
          </p:nvPr>
        </p:nvSpPr>
        <p:spPr bwMode="auto">
          <a:xfrm>
            <a:off x="5266329" y="14030071"/>
            <a:ext cx="4027943" cy="737488"/>
          </a:xfrm>
          <a:prstGeom prst="rect">
            <a:avLst/>
          </a:prstGeom>
          <a:noFill/>
          <a:ln w="9525">
            <a:noFill/>
            <a:miter lim="800000"/>
            <a:headEnd/>
            <a:tailEnd/>
          </a:ln>
          <a:effectLst/>
        </p:spPr>
        <p:txBody>
          <a:bodyPr vert="horz" wrap="square" lIns="136205" tIns="68102" rIns="136205" bIns="68102" numCol="1" anchor="b" anchorCtr="0" compatLnSpc="1">
            <a:prstTxWarp prst="textNoShape">
              <a:avLst/>
            </a:prstTxWarp>
          </a:bodyPr>
          <a:lstStyle>
            <a:lvl1pPr algn="r">
              <a:defRPr sz="1800"/>
            </a:lvl1pPr>
          </a:lstStyle>
          <a:p>
            <a:pPr>
              <a:defRPr/>
            </a:pPr>
            <a:fld id="{8D56EAE8-38CB-4EE5-8A34-F5F49B68F2DE}" type="slidenum">
              <a:rPr lang="en-US"/>
              <a:pPr>
                <a:defRPr/>
              </a:pPr>
              <a:t>‹#›</a:t>
            </a:fld>
            <a:endParaRPr lang="en-US"/>
          </a:p>
        </p:txBody>
      </p:sp>
    </p:spTree>
    <p:extLst>
      <p:ext uri="{BB962C8B-B14F-4D97-AF65-F5344CB8AC3E}">
        <p14:creationId xmlns:p14="http://schemas.microsoft.com/office/powerpoint/2010/main" val="372300793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7:21.492"/>
    </inkml:context>
    <inkml:brush xml:id="br0">
      <inkml:brushProperty name="width" value="0.1" units="cm"/>
      <inkml:brushProperty name="height" value="0.1" units="cm"/>
      <inkml:brushProperty name="color" value="#FFFFFF"/>
    </inkml:brush>
  </inkml:definitions>
  <inkml:trace contextRef="#ctx0" brushRef="#br0">562 58 24575,'-2'5'0,"0"-1"0,0 1 0,0-1 0,0 0 0,-1 0 0,-4 6 0,7-13 0,-1 1 0,0-1 0,0 0 0,1 0 0,-1 0 0,1 0 0,0 0 0,0 1 0,1-5 0,-1 5 0,0 0 0,0-1 0,1 1 0,-1 0 0,1-1 0,-1 1 0,1 0 0,0 0 0,0 0 0,3-4 0,-4 5 0,0 1 0,0 0 0,1-1 0,-1 1 0,1 0 0,-1 0 0,0-1 0,1 1 0,-1 0 0,1 0 0,-1 0 0,0 0 0,1-1 0,-1 1 0,1 0 0,-1 0 0,1 0 0,-1 0 0,0 0 0,1 0 0,-1 0 0,1 0 0,14 10 0,-7-4 0,-2 1 0,1 1 0,7 10 0,-22-29 0,-1 0 0,0 1 0,0 0 0,-20-16 0,27 26 0,1-1 0,0 1 0,-1 0 0,1 0 0,-1-1 0,0 1 0,1 0 0,-1 0 0,1 0 0,-1 0 0,1 1 0,-1-1 0,1 0 0,-1 1 0,1-1 0,-1 1 0,1-1 0,0 1 0,-1 0 0,1-1 0,0 1 0,-1 0 0,1 0 0,0 0 0,0 0 0,0 0 0,0 0 0,-2 3 0,-29 35 0,32-39 0,-9 15 0,8-12 0,-1 0 0,1 0 0,-1 0 0,0 0 0,0-1 0,0 1 0,-4 3 0,5-10 0,-1 1 0,1 0 0,0 0 0,0 0 0,0 0 0,1-1 0,-1-4 0,0-10 0,1 8 0,-1 22 0,0 5 0,-1 0 0,0 0 0,-9 30 0,11-46 0,0-1 0,0 0 0,0 1 0,0-1 0,0 1 0,0-1 0,0 1 0,0-1 0,-1 0 0,1 1 0,0-1 0,0 1 0,-1-1 0,1 0 0,0 1 0,-1-1 0,1 0 0,0 1 0,-1-1 0,1 0 0,0 1 0,-1-1 0,1 0 0,0 0 0,-1 0 0,1 1 0,-1-1 0,1 0 0,-1 0 0,-10-9 0,-8-26 0,16 30 0,-13-32 0,-15-27 0,31 64 0,0-1 0,0 1 0,-1 0 0,1 0 0,0-1 0,0 1 0,0 0 0,0 0 0,-1-1 0,1 1 0,0 0 0,0 0 0,0 0 0,-1 0 0,1-1 0,0 1 0,0 0 0,-1 0 0,1 0 0,0 0 0,-1 0 0,1 0 0,0 0 0,0 0 0,-1-1 0,1 1 0,0 0 0,-1 0 0,1 0 0,0 1 0,0-1 0,-1 0 0,1 0 0,0 0 0,-1 0 0,1 0 0,0 0 0,-11 11 0,-5 22 0,14-29 0,-1 2 0,-8 13 0,6-20 0,0-13 0,0-12 0,2 11 0,-4 39 0,5-13 0,-3 7 0,3-21 0,-2-11 0,-3-27 0,7 41 0,0 0 0,0 0 0,0 0 0,0-1 0,0 1 0,0 0 0,0 0 0,0 0 0,0 0 0,0 0 0,0 0 0,0 0 0,0 0 0,0 0 0,0 0 0,0 0 0,0 0 0,0 0 0,0 0 0,0 0 0,0 0 0,0 0 0,-1 0 0,1 0 0,0-1 0,0 1 0,0 0 0,0 0 0,0 0 0,0 0 0,0 0 0,0 0 0,0 0 0,0 0 0,0 0 0,0 0 0,0 0 0,-1 0 0,1 0 0,0 0 0,0 0 0,0 1 0,0-1 0,0 0 0,0 0 0,0 0 0,0 0 0,0 0 0,0 0 0,0 0 0,0 0 0,0 0 0,0 0 0,0 0 0,0 0 0,-1 0 0,1 0 0,0 0 0,0 0 0,0 0 0,0 0 0,0 0 0,0 1 0,0-1 0,0 0 0,-4 8 0,-3 10 0,6-15 0,-10 24 0,10-27 0,1 0 0,0 0 0,0 0 0,0 1 0,0-1 0,0 0 0,0 0 0,0 0 0,-1 0 0,1 0 0,0 1 0,0-1 0,0 0 0,0 0 0,-1 0 0,1 0 0,0 0 0,0 0 0,0 0 0,-1 0 0,1 0 0,0 0 0,0 0 0,0 0 0,-1 0 0,1 0 0,0 0 0,0 0 0,0 0 0,0 0 0,-1 0 0,1 0 0,0 0 0,0 0 0,0 0 0,-1 0 0,1 0 0,0-1 0,-7-14 0,-4-20 0,9 39 0,0 0 0,0 0 0,1-1 0,-1 1 0,-1 7 0,-2 4 0,5-15 0,0 0 0,0 0 0,0 0 0,0 0 0,0 0 0,0 1 0,0-1 0,-1 0 0,1 0 0,0 0 0,0 0 0,0 0 0,0 0 0,0 0 0,0 0 0,0 0 0,0 0 0,0 0 0,0 1 0,0-1 0,0 0 0,0 0 0,0 0 0,-1 0 0,1 0 0,0 0 0,0 0 0,0 0 0,0 0 0,0 0 0,0 0 0,0 0 0,0 0 0,0 0 0,-1 0 0,1 0 0,0 0 0,0 0 0,0 0 0,0 0 0,0 0 0,0 0 0,0 0 0,0 0 0,-1 0 0,1 0 0,0 0 0,0 0 0,0 0 0,0 0 0,0-1 0,0 1 0,0 0 0,-6-22 0,0-4 0,-3 57 0,8-26 0,-7 27 0,2-77 0,5 39 0,-1-13 0,-1 16 0,-2 13 0,-1 10 0,-11 28 0,17-48 0,0 0 0,0 0 0,0 0 0,0 0 0,0 0 0,0 0 0,0 0 0,0 0 0,0 1 0,0-1 0,0 0 0,0 0 0,0 0 0,0 0 0,0 0 0,0 0 0,0 0 0,0 0 0,-1 0 0,1 0 0,0 0 0,0 0 0,0 0 0,0 0 0,0 0 0,0 0 0,0 1 0,0-1 0,-1 0 0,1 0 0,0 0 0,0 0 0,0 0 0,0 0 0,0 0 0,0 0 0,0 0 0,0-1 0,0 1 0,-1 0 0,1 0 0,0 0 0,0 0 0,0 0 0,0 0 0,0 0 0,0 0 0,0 0 0,0 0 0,0 0 0,0 0 0,-1 0 0,1 0 0,0 0 0,0 0 0,0-1 0,0 1 0,-4-9 0,-2-11 0,5 9 0,-1 4 0,0 20 0,2-11 0,-1 0 0,1-4 0,-1-10 0,0-6 0,-2 38 0,-3 25 0,4-94 0,3 34 0,-1 9 0,-4 17 0,-5 10 0,5-19 0,2-15 0,3-22 0,-1 15 0,0 20 0,-1 9 0,-2 18 0,3-27 0,0 0 0,-1 0 0,1 0 0,0 0 0,0 0 0,0 0 0,0 0 0,0 0 0,0 0 0,0 0 0,0 0 0,0 0 0,0 0 0,0 0 0,0 0 0,0 0 0,0 0 0,0 0 0,0 0 0,0 0 0,0 0 0,0 0 0,0 0 0,0 0 0,0 0 0,0 0 0,-1 0 0,1 0 0,0 0 0,0 0 0,0 0 0,0 0 0,0 0 0,0 0 0,0 0 0,0 0 0,0 0 0,0 0 0,0 0 0,0 0 0,0 0 0,0 0 0,-1-16 0,-2 37 0,1-21 0,1-13 0,0-3 0,-1 34 0,0-2 0,0-27 0,0-5 0,2 16 0,0 1 0,-1-1 0,1 0 0,0 0 0,0 0 0,0 0 0,0 0 0,0 0 0,0 0 0,0 0 0,0 0 0,0 0 0,0 0 0,0 0 0,-1 0 0,1 0 0,0 0 0,0 0 0,0 0 0,0 0 0,0-1 0,0 1 0,0 0 0,0 0 0,0 0 0,0 0 0,0 0 0,0 0 0,-1 0 0,1 0 0,0 0 0,0 0 0,0 0 0,0 0 0,0 0 0,0 0 0,0 0 0,0 0 0,0 0 0,0 0 0,0 0 0,0 0 0,0 0 0,0 0 0,0 0 0,0 0 0,0 0 0,0 0 0,0 0 0,0 0 0,0 0 0,0 0 0,0 0 0,0 0 0,0 0 0,0 1 0,-2-9 0,0-3 0,0 19 0,0 18 0,1-23 0,-1-17 0,0 1-1365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29.243"/>
    </inkml:context>
    <inkml:brush xml:id="br0">
      <inkml:brushProperty name="width" value="0.1" units="cm"/>
      <inkml:brushProperty name="height" value="0.1" units="cm"/>
      <inkml:brushProperty name="color" value="#FFFFFF"/>
    </inkml:brush>
  </inkml:definitions>
  <inkml:trace contextRef="#ctx0" brushRef="#br0">315 749 24575,'-3'-4'0,"0"0"0,1 0 0,0-1 0,0 1 0,0-1 0,0 1 0,0-1 0,1 0 0,0 1 0,0-1 0,0 0 0,1-6 0,-5-17 0,1 10 0,-2 0 0,-7-18 0,10 29 0,-1 0 0,0 1 0,0-1 0,-1 1 0,1 0 0,-1 0 0,-11-9 0,8 8 0,0 0 0,0 0 0,1 0 0,0-1 0,0 0 0,1 0 0,0-1 0,1 0 0,0 0 0,0 0 0,1 0 0,-5-13 0,-4-17 0,-2 0 0,-2 1 0,-23-36 0,27 49 0,8 12 0,0 0 0,1-1 0,0 0 0,1 1 0,0-1 0,0-22 0,-6-25 0,14 112 0,41 117 0,-10-47 0,-35-114 0,1 3 0,1 0 0,0-1 0,1 1 0,7 14 0,-10-21 0,1 0 0,0-1 0,0 1 0,0-1 0,1 1 0,-1-1 0,0 0 0,1 0 0,0 0 0,-1 0 0,1 0 0,0-1 0,0 1 0,0-1 0,0 0 0,0 0 0,0 0 0,6 1 0,16 0 0,0 0 0,0-2 0,1-1 0,24-4 0,-43 4 0,1 0 0,0-1 0,-1 0 0,1 0 0,-1-1 0,0 0 0,0 0 0,0-1 0,0 0 0,-1 0 0,1 0 0,6-6 0,-5 2 0,-1 0 0,1 0 0,-1-1 0,0 0 0,-1 0 0,0-1 0,7-17 0,-4 5 0,-1-1 0,-1 0 0,-1 0 0,-1-1 0,-2 1 0,0-1 0,-1-29 0,-1 43 0,-1-2 0,0 1 0,0 0 0,-1 0 0,-3-12 0,4 21 0,0 1 0,0-1 0,-1 1 0,1-1 0,-1 1 0,1-1 0,-1 1 0,1 0 0,-1-1 0,0 1 0,0 0 0,0-1 0,0 1 0,0 0 0,0 0 0,0 0 0,0 0 0,0 0 0,0 0 0,-1 0 0,1 0 0,0 0 0,-1 1 0,1-1 0,-1 1 0,1-1 0,0 1 0,-1-1 0,1 1 0,-1 0 0,0-1 0,1 1 0,-1 0 0,1 0 0,-1 0 0,1 1 0,-3-1 0,2 1 20,-1 0 0,0 0 0,1 0 1,-1 1-1,0-1 0,1 1 0,0-1 0,-1 1 0,1 0 0,0 0 0,0 0 0,0 0 0,0 0 0,0 0 0,1 1 0,-4 4 1,1 1-448,0 1 0,0-1 1,-5 17-1,3-4-6399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43.284"/>
    </inkml:context>
    <inkml:brush xml:id="br0">
      <inkml:brushProperty name="width" value="0.1" units="cm"/>
      <inkml:brushProperty name="height" value="0.1" units="cm"/>
      <inkml:brushProperty name="color" value="#FFFFFF"/>
    </inkml:brush>
  </inkml:definitions>
  <inkml:trace contextRef="#ctx0" brushRef="#br0">180 1 24575,'0'2'0,"1"0"0,0 0 0,-1 0 0,1 0 0,0 0 0,0 0 0,0 0 0,0 0 0,0 0 0,1 0 0,-1-1 0,1 1 0,-1 0 0,1-1 0,-1 1 0,1-1 0,3 2 0,35 21 0,-38-23 0,12 8 0,1-1 0,1-1 0,-1 0 0,1-2 0,0 1 0,1-2 0,-1 0 0,34 2 0,-50-8 0,-9-3 0,-13-3 0,-14 2 0,-1 1 0,0 2 0,0 2 0,-40 4 0,-2-1 0,12-2-1365,48 0-5461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1T05:08:50.564"/>
    </inkml:context>
    <inkml:brush xml:id="br0">
      <inkml:brushProperty name="width" value="0.025" units="cm"/>
      <inkml:brushProperty name="height" value="0.025" units="cm"/>
      <inkml:brushProperty name="color" value="#FFFFFF"/>
    </inkml:brush>
  </inkml:definitions>
  <inkml:trace contextRef="#ctx0" brushRef="#br0">0 0 24575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1T05:08:58.941"/>
    </inkml:context>
    <inkml:brush xml:id="br0">
      <inkml:brushProperty name="width" value="0.035" units="cm"/>
      <inkml:brushProperty name="height" value="0.035" units="cm"/>
      <inkml:brushProperty name="color" value="#FFFFFF"/>
    </inkml:brush>
  </inkml:definitions>
  <inkml:trace contextRef="#ctx0" brushRef="#br0">0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1T05:09:15.210"/>
    </inkml:context>
    <inkml:brush xml:id="br0">
      <inkml:brushProperty name="width" value="0.035" units="cm"/>
      <inkml:brushProperty name="height" value="0.035" units="cm"/>
      <inkml:brushProperty name="color" value="#FFFFFF"/>
    </inkml:brush>
  </inkml:definitions>
  <inkml:trace contextRef="#ctx0" brushRef="#br0">149 11 24575,'-15'-4'0,"-11"-2"0,25 6 0,0-1 0,1 1 0,-1 0 0,0 0 0,1 0 0,-1 0 0,1 0 0,-1 0 0,0 1 0,1-1 0,-1 0 0,1 0 0,-1 0 0,0 1 0,1-1 0,-1 0 0,1 0 0,-1 1 0,1-1 0,-1 1 0,1-1 0,-1 0 0,1 1 0,-1-1 0,1 1 0,0-1 0,-1 1 0,1-1 0,0 1 0,-1-1 0,1 1 0,0 0 0,0 0 0,-1 1 0,1 0 0,0 0 0,1 0 0,-1-1 0,0 1 0,0 0 0,1 0 0,-1 0 0,1 0 0,0-1 0,-1 1 0,1 0 0,0 0 0,0-1 0,0 1 0,2 2 0,-2-3 0,1 0 0,-1 0 0,0 1 0,0-1 0,-1 1 0,1-1 0,0 1 0,0-1 0,-1 1 0,1-1 0,-1 1 0,1 0 0,-1-1 0,0 1 0,0 0 0,1 0 0,-1-1 0,0 1 0,-1 0 0,1-1 0,0 1 0,0 0 0,-1-1 0,1 1 0,-2 2 0,2-3 0,-1 0 0,1 0 0,-1 0 0,1-1 0,-1 1 0,1 0 0,-1-1 0,0 1 0,1 0 0,-1-1 0,0 1 0,1-1 0,-1 1 0,0-1 0,-1 1 0,1-1 0,1 0 0,0 1 0,-1-2 0,1 1 0,0 0 0,-1 0 0,1 0 0,0 0 0,-1 0 0,1 0 0,-1 0 0,1 0 0,0 0 0,0-1 0,-1 1 0,1 0 0,0 0 0,-1-1 0,1 1 0,0 0 0,0 0 0,-1-1 0,1 1 0,0 0 0,-1-1 0,-8-24 0,7 19 0,2 13 0,-1-5 0,1-1 0,0 0 0,1 0 0,-1 1 0,0-1 0,0 0 0,1 0 0,-1 1 0,0-1 0,1 0 0,-1 0 0,1 0 0,-1 0 0,1 0 0,0 1 0,0-1 0,-1 0 0,1-1 0,0 1 0,0 0 0,0 0 0,0 0 0,0 0 0,0-1 0,0 1 0,0-1 0,0 1 0,1 0 0,-1-1 0,0 0 0,0 1 0,1-1 0,-1 0 0,0 0 0,0 1 0,1-1 0,-1 0 0,0 0 0,0-1 0,1 1 0,-1 0 0,0 0 0,0 0 0,0-1 0,2 0 0,-2 0 0,-1 0 0,1 0 0,0 0 0,-1 0 0,1 0 0,-1 0 0,1 0 0,-1 0 0,0 0 0,0 0 0,1 0 0,-1-1 0,0 1 0,0 0 0,0 0 0,0 0 0,0 0 0,0 0 0,-1-1 0,1 1 0,0 0 0,0 0 0,-1 0 0,1 0 0,-1 0 0,0-1 0,0-2 0,-1 0 0,1 0 0,-1 0 0,0 1 0,0-1 0,-4-4 0,6 7 0,0 1 0,0 0 0,0-1 0,0 1 0,-1 0 0,1 0 0,0-1 0,0 1 0,0 0 0,-1 0 0,1-1 0,0 1 0,0 0 0,-1 0 0,1-1 0,0 1 0,-1 0 0,1 0 0,0 0 0,-1 0 0,1 0 0,0 0 0,0-1 0,-1 1 0,1 0 0,0 0 0,-1 0 0,1 0 0,0 0 0,-1 0 0,1 0 0,0 0 0,-1 0 0,1 0 0,0 1 0,-1-1 0,1 0 0,0 0 0,-1 0 0,1 0 0,0 0 0,-1 1 0,1-1 0,0 0 0,0 0 0,-1 0 0,1 1 0,0-1 0,0 0 0,-1 0 0,1 1 0,0-1 0,0 0 0,0 1 0,0-1 0,-1 0 0,1 1 0,0-1 0,0 0 0,0 1 0,-3 25 0,3-17 0,0-9 0,0 0 0,-1 1 0,1-1 0,0 0 0,0 0 0,-1 0 0,1 1 0,0-1 0,-1 0 0,1 0 0,0 0 0,-1 0 0,1 0 0,0 0 0,-1 1 0,1-1 0,0 0 0,-1 0 0,1 0 0,0 0 0,-1 0 0,1 0 0,0 0 0,-1-1 0,1 1 0,-1 0 0,1 0 0,0 0 0,0 0 0,-1 0 0,1 0 0,-1-1 0,-16-5 0,10 4 0,-36-1-1365,35 3-5461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7:25.456"/>
    </inkml:context>
    <inkml:brush xml:id="br0">
      <inkml:brushProperty name="width" value="0.05" units="cm"/>
      <inkml:brushProperty name="height" value="0.05" units="cm"/>
      <inkml:brushProperty name="color" value="#FFFFFF"/>
    </inkml:brush>
  </inkml:definitions>
  <inkml:trace contextRef="#ctx0" brushRef="#br0">0 89 24575,'0'-3'0,"1"0"0,0 0 0,-1 0 0,1 0 0,0 0 0,0 0 0,3-4 0,5-18 0,-9 23 0,0 1 0,1-1 0,-1 1 0,1-1 0,-1 1 0,1 0 0,0-1 0,0 1 0,-1 0 0,1-1 0,0 1 0,0 0 0,0 0 0,0 0 0,1 0 0,-1 0 0,0 0 0,0 0 0,1 0 0,-1 0 0,0 1 0,1-1 0,-1 0 0,3 0 0,-17-2 0,2 1 0,23 1 0,190 1 0,-229 0 0,-32 5 0,51-5 0,1 2 0,0-1 0,0 1 0,-1 0 0,1 0 0,1 1 0,-1 0 0,0 1 0,-10 6 0,17-10 0,-1 0 0,1 1 0,-1-1 0,1 1 0,-1-1 0,1 0 0,-1 1 0,1-1 0,-1 1 0,1-1 0,0 1 0,-1-1 0,1 1 0,0 0 0,-1-1 0,1 1 0,0-1 0,0 1 0,0 0 0,-1-1 0,1 1 0,0-1 0,0 1 0,0 0 0,0-1 0,0 1 0,0 1 0,1-1 0,0 0 0,-1 0 0,1 0 0,0 0 0,-1 0 0,1-1 0,0 1 0,0 0 0,0 0 0,0 0 0,0-1 0,0 1 0,0-1 0,1 1 0,6 3 0,1 0 0,0-1 0,10 2 0,-13-3 0,6 2 0,43 10 0,-51-13 0,0-1 0,0 1 0,0-1 0,1 0 0,-1 0 0,0-1 0,0 1 0,0-1 0,0 0 0,8-3 0,-12 4 0,1 0 0,-1 0 0,0 0 0,0 0 0,1 0 0,-1 0 0,0 0 0,0 0 0,1 0 0,-1 0 0,0 0 0,0 0 0,1 0 0,-1-1 0,0 1 0,0 0 0,0 0 0,1 0 0,-1 0 0,0-1 0,0 1 0,0 0 0,0 0 0,1 0 0,-1-1 0,0 1 0,0 0 0,0 0 0,0-1 0,0 1 0,0 0 0,0 0 0,0-1 0,0 1 0,0 0 0,0 0 0,0-1 0,0 1 0,0 0 0,0 0 0,0-1 0,0 1 0,0 0 0,0-1 0,-13-6 0,-20 0 0,-14 6 0,28 1 0,15 0 0,5 1 0,131 7 0,-126-7 0,-3-1 0,0 1 0,0-1 0,0 0 0,0 1 0,0-2 0,0 1 0,0 0 0,0-1 0,-1 1 0,5-2 0,-7 2 0,0-1 0,0 1 0,0-1 0,0 1 0,0 0 0,0-1 0,0 1 0,-1 0 0,1-1 0,0 1 0,0 0 0,0-1 0,-1 1 0,1 0 0,0-1 0,0 1 0,-1 0 0,1-1 0,0 1 0,-1 0 0,1 0 0,0-1 0,-1 1 0,1 0 0,0 0 0,-1 0 0,1 0 0,0 0 0,-1-1 0,1 1 0,-1 0 0,1 0 0,-1 0 0,-14-6 0,15 6 0,-1 0 0,-1-1 0,1 1 0,-1-1 0,1 0 0,0 0 0,0 0 0,-1 0 0,1 0 0,0 0 0,0 0 0,0 0 0,0 0 0,0-1 0,0 1 0,-1-3 0,2 3 0,-1 0 0,0 0 0,1-1 0,-1 1 0,0 0 0,0 0 0,0 0 0,0 0 0,0 0 0,0 0 0,0 0 0,0 1 0,0-1 0,0 0 0,-1 0 0,1 1 0,0-1 0,0 1 0,-3-1 0,-2 0-85,0 1 0,1 0-1,-1 0 1,1 1 0,-1-1-1,1 1 1,-1 0 0,1 1-1,-1-1 1,1 1 0,0 0-1,0 1 1,0-1 0,0 1-1,-6 4 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7:30.746"/>
    </inkml:context>
    <inkml:brush xml:id="br0">
      <inkml:brushProperty name="width" value="0.05" units="cm"/>
      <inkml:brushProperty name="height" value="0.05" units="cm"/>
      <inkml:brushProperty name="color" value="#FFFFFF"/>
    </inkml:brush>
  </inkml:definitions>
  <inkml:trace contextRef="#ctx0" brushRef="#br0">20 90 24575,'-1'-6'0,"0"-1"0,0 1 0,0-1 0,-1 1 0,-3-11 0,-3-9 0,8 26 0,0-1 0,0 0 0,0 1 0,0-1 0,0 0 0,0 1 0,0-1 0,0 1 0,0-1 0,1 0 0,-1 1 0,0-1 0,0 1 0,1-1 0,-1 0 0,0 1 0,1-1 0,-1 1 0,1-1 0,-1 1 0,0-1 0,1 1 0,0-1 0,4 1 0,-3 10 0,-3-2 0,0-5 0,1 1 0,-1 0 0,1 0 0,-1-1 0,0 1 0,-1 0 0,-1 4 0,2-7 7,1 0-1,0-1 0,0 1 0,0 0 1,0 0-1,0 0 0,0 0 0,0-1 1,0 1-1,0 0 0,1 0 0,-1 0 1,0 0-1,0-1 0,1 1 0,-1 0 1,1 0-1,1 5-1484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0:56:41.543"/>
    </inkml:context>
    <inkml:brush xml:id="br0">
      <inkml:brushProperty name="width" value="0.05" units="cm"/>
      <inkml:brushProperty name="height" value="0.05" units="cm"/>
      <inkml:brushProperty name="color" value="#FFFFFF"/>
    </inkml:brush>
  </inkml:definitions>
  <inkml:trace contextRef="#ctx0" brushRef="#br0">1 1 24575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0:57:18.484"/>
    </inkml:context>
    <inkml:brush xml:id="br0">
      <inkml:brushProperty name="width" value="0.05" units="cm"/>
      <inkml:brushProperty name="height" value="0.05" units="cm"/>
      <inkml:brushProperty name="color" value="#FFFFFF"/>
    </inkml:brush>
  </inkml:definitions>
  <inkml:trace contextRef="#ctx0" brushRef="#br0">259 0 24575,'0'1'0,"-1"1"0,0-1 0,1 0 0,-1 0 0,0 0 0,0 1 0,0-1 0,0 0 0,0 0 0,0 0 0,0-1 0,-1 1 0,1 0 0,0 0 0,0-1 0,-1 1 0,1 0 0,0-1 0,-3 1 0,-30 10 0,11-6 0,-1-1 0,-37 2 0,-11 1 0,51-6-1365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0:57:28.589"/>
    </inkml:context>
    <inkml:brush xml:id="br0">
      <inkml:brushProperty name="width" value="0.05" units="cm"/>
      <inkml:brushProperty name="height" value="0.05" units="cm"/>
      <inkml:brushProperty name="color" value="#FFFFFF"/>
    </inkml:brush>
  </inkml:definitions>
  <inkml:trace contextRef="#ctx0" brushRef="#br0">6 60 24575,'3'15'0,"-3"-15"0,0 0 0,0 0 0,0 1 0,0-1 0,0 0 0,0 0 0,0 0 0,1 0 0,-1 0 0,0 0 0,0 0 0,0 0 0,0 0 0,0 0 0,1 0 0,-1 0 0,0 0 0,0 0 0,0 0 0,0 0 0,0 0 0,1 0 0,-1 0 0,0 0 0,0 0 0,0 0 0,0 0 0,0 0 0,1 0 0,-1 0 0,0 0 0,0 0 0,0 0 0,0-1 0,0 1 0,0 0 0,1 0 0,-1 0 0,0 0 0,0 0 0,0 0 0,0 0 0,0-1 0,2-1 0,-1 0 0,0 0 0,0 0 0,0 0 0,0 0 0,0 0 0,0-1 0,-1 1 0,1-3 0,0 4 0,-1 0 0,0 0 0,1 0 0,-1 0 0,0 0 0,0 0 0,0 0 0,0 0 0,0 0 0,0 0 0,0 0 0,0 0 0,0 0 0,0 0 0,-1 0 0,1 0 0,0 0 0,-1 0 0,1 0 0,-1 0 0,1 0 0,-1 0 0,1 0 0,-1 1 0,0-1 0,1 0 0,-1 0 0,0 1 0,0-1 0,1 0 0,-1 1 0,0-1 0,0 1 0,-1-1 0,-8-6 0,10 7 0,0 0 0,0 0 0,0 0 0,0 0 0,0-1 0,-1 1 0,1 0 0,0 0 0,0 0 0,0 0 0,0 0 0,0 0 0,0 0 0,0 0 0,0 0 0,0 0 0,0-1 0,0 1 0,-1 0 0,1 0 0,0 0 0,0 0 0,0 0 0,0 0 0,0 0 0,0-1 0,0 1 0,0 0 0,0 0 0,0 0 0,0 0 0,0 0 0,0 0 0,0-1 0,0 1 0,0 0 0,0 0 0,1 0 0,-1 0 0,0 0 0,0 0 0,0 0 0,0-1 0,0 1 0,0 0 0,0 0 0,0 0 0,0 0 0,0 0 0,0 0 0,1 0 0,-1 0 0,0 0 0,0 0 0,0 0 0,11-4 0,11 2 0,-4 2 0,-10 0 0,0 0 0,1 0 0,-1 0 0,1 1 0,-1 1 0,16 4 0,9 3 0,-28-8 0,0 0 0,0 0 0,0 0 0,0 0 0,-1 1 0,1 0 0,0 0 0,-1 0 0,1 1 0,-1 0 0,0-1 0,0 2 0,6 4 0,-10-7 0,0-1 0,1 1 0,-1-1 0,0 0 0,1 1 0,-1-1 0,0 1 0,0-1 0,0 1 0,0-1 0,1 1 0,-1-1 0,0 1 0,0-1 0,0 1 0,0-1 0,0 1 0,0-1 0,0 1 0,0-1 0,0 0 0,0 1 0,-1-1 0,1 1 0,0-1 0,0 1 0,0-1 0,-1 1 0,1-1 0,0 1 0,0-1 0,-1 0 0,1 1 0,0-1 0,-1 0 0,1 1 0,0-1 0,-1 0 0,1 1 0,-1-1 0,1 0 0,-1 0 0,1 1 0,0-1 0,-1 0 0,1 0 0,-1 0 0,1 0 0,-1 0 0,1 0 0,-1 1 0,1-1 0,-1 0 0,0-1 0,-35 6 0,28-4 0,-5 1 0,5-1 0,0 0 0,0 0 0,0-1 0,0 0 0,0-1 0,-8-1 0,-1 1 0,28 1 0,16 1 216,-17 0-532,0 0 0,-1-1-1,1-1 1,19-2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0:58:30.719"/>
    </inkml:context>
    <inkml:brush xml:id="br0">
      <inkml:brushProperty name="width" value="0.05" units="cm"/>
      <inkml:brushProperty name="height" value="0.05" units="cm"/>
      <inkml:brushProperty name="color" value="#FFFFFF"/>
    </inkml:brush>
  </inkml:definitions>
  <inkml:trace contextRef="#ctx0" brushRef="#br0">1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0:58:47.520"/>
    </inkml:context>
    <inkml:brush xml:id="br0">
      <inkml:brushProperty name="width" value="0.05" units="cm"/>
      <inkml:brushProperty name="height" value="0.05" units="cm"/>
      <inkml:brushProperty name="color" value="#FFFFFF"/>
    </inkml:brush>
  </inkml:definitions>
  <inkml:trace contextRef="#ctx0" brushRef="#br0">0 1 24575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0:58:48.812"/>
    </inkml:context>
    <inkml:brush xml:id="br0">
      <inkml:brushProperty name="width" value="0.05" units="cm"/>
      <inkml:brushProperty name="height" value="0.05" units="cm"/>
      <inkml:brushProperty name="color" value="#FFFFFF"/>
    </inkml:brush>
  </inkml:definitions>
  <inkml:trace contextRef="#ctx0" brushRef="#br0">0 0 24575,'0'0'-8191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0:58:49.752"/>
    </inkml:context>
    <inkml:brush xml:id="br0">
      <inkml:brushProperty name="width" value="0.05" units="cm"/>
      <inkml:brushProperty name="height" value="0.05" units="cm"/>
      <inkml:brushProperty name="color" value="#FFFFFF"/>
    </inkml:brush>
  </inkml:definitions>
  <inkml:trace contextRef="#ctx0" brushRef="#br0">0 0 24575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0:58:54.163"/>
    </inkml:context>
    <inkml:brush xml:id="br0">
      <inkml:brushProperty name="width" value="0.05" units="cm"/>
      <inkml:brushProperty name="height" value="0.05" units="cm"/>
      <inkml:brushProperty name="color" value="#FFFFFF"/>
    </inkml:brush>
  </inkml:definitions>
  <inkml:trace contextRef="#ctx0" brushRef="#br0">0 0 24575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0:58:55.796"/>
    </inkml:context>
    <inkml:brush xml:id="br0">
      <inkml:brushProperty name="width" value="0.05" units="cm"/>
      <inkml:brushProperty name="height" value="0.05" units="cm"/>
      <inkml:brushProperty name="color" value="#FFFFFF"/>
    </inkml:brush>
  </inkml:definitions>
  <inkml:trace contextRef="#ctx0" brushRef="#br0">0 1 24575,'0'0'-8191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0:58:58.089"/>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0:58:59.194"/>
    </inkml:context>
    <inkml:brush xml:id="br0">
      <inkml:brushProperty name="width" value="0.05" units="cm"/>
      <inkml:brushProperty name="height" value="0.05" units="cm"/>
      <inkml:brushProperty name="color" value="#FFFFFF"/>
    </inkml:brush>
  </inkml:definitions>
  <inkml:trace contextRef="#ctx0" brushRef="#br0">1 0 24575,'0'0'-8191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0:59:00.037"/>
    </inkml:context>
    <inkml:brush xml:id="br0">
      <inkml:brushProperty name="width" value="0.05" units="cm"/>
      <inkml:brushProperty name="height" value="0.05" units="cm"/>
      <inkml:brushProperty name="color" value="#FFFFFF"/>
    </inkml:brush>
  </inkml:definitions>
  <inkml:trace contextRef="#ctx0" brushRef="#br0">0 0 24575,'0'0'-8191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0:59:02.899"/>
    </inkml:context>
    <inkml:brush xml:id="br0">
      <inkml:brushProperty name="width" value="0.05" units="cm"/>
      <inkml:brushProperty name="height" value="0.05" units="cm"/>
      <inkml:brushProperty name="color" value="#FFFFFF"/>
    </inkml:brush>
  </inkml:definitions>
  <inkml:trace contextRef="#ctx0" brushRef="#br0">1 0 24575,'0'0'-8191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0:16.816"/>
    </inkml:context>
    <inkml:brush xml:id="br0">
      <inkml:brushProperty name="width" value="0.05" units="cm"/>
      <inkml:brushProperty name="height" value="0.05" units="cm"/>
      <inkml:brushProperty name="color" value="#FFFFFF"/>
    </inkml:brush>
  </inkml:definitions>
  <inkml:trace contextRef="#ctx0" brushRef="#br0">153 4 24575,'-34'-1'0,"23"0"0,1 0 0,-1 1 0,1 0 0,-1 0 0,1 2 0,-1-1 0,-15 5 0,25-5 0,0-1 0,-1 1 0,1-1 0,0 1 0,0 0 0,-1 0 0,1-1 0,0 1 0,0 0 0,0 0 0,0 0 0,-1 2 0,1-2 0,1 0 0,0-1 0,0 1 0,-1-1 0,1 1 0,0-1 0,0 1 0,0 0 0,0-1 0,0 1 0,0-1 0,0 1 0,0 0 0,0-1 0,0 1 0,0-1 0,1 1 0,-1 0 0,0-1 0,1 2 0,1 1 0,0 0 0,1 0 0,-1 0 0,1 0 0,0 0 0,0-1 0,4 3 0,4 5 0,-11-10 0,0 0 0,0 0 0,1 0 0,-1 1 0,0-1 0,0 0 0,0 0 0,0 0 0,1 1 0,-1-1 0,0 0 0,0 0 0,0 1 0,0-1 0,0 0 0,0 0 0,0 1 0,1-1 0,-1 0 0,0 1 0,0-1 0,0 0 0,0 0 0,0 1 0,0-1 0,0 0 0,0 1 0,-1-1 0,1 0 0,0 0 0,0 1 0,0-1 0,0 1 0,-10 4 0,-14 0 0,25-5 0,15-1 0,0 0-341,1-2 0,-1 0-1,23-7 1,-27 7-6485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0:26.406"/>
    </inkml:context>
    <inkml:brush xml:id="br0">
      <inkml:brushProperty name="width" value="0.05" units="cm"/>
      <inkml:brushProperty name="height" value="0.05" units="cm"/>
      <inkml:brushProperty name="color" value="#FFFFFF"/>
    </inkml:brush>
  </inkml:definitions>
  <inkml:trace contextRef="#ctx0" brushRef="#br0">1 0 24575,'0'0'-8191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0:28.251"/>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2:25.073"/>
    </inkml:context>
    <inkml:brush xml:id="br0">
      <inkml:brushProperty name="width" value="0.05" units="cm"/>
      <inkml:brushProperty name="height" value="0.05" units="cm"/>
      <inkml:brushProperty name="color" value="#FFFFFF"/>
    </inkml:brush>
  </inkml:definitions>
  <inkml:trace contextRef="#ctx0" brushRef="#br0">1 1 24575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2:25.078"/>
    </inkml:context>
    <inkml:brush xml:id="br0">
      <inkml:brushProperty name="width" value="0.05" units="cm"/>
      <inkml:brushProperty name="height" value="0.05" units="cm"/>
      <inkml:brushProperty name="color" value="#FFFFFF"/>
    </inkml:brush>
  </inkml:definitions>
  <inkml:trace contextRef="#ctx0" brushRef="#br0">259 0 24575,'0'1'0,"-1"1"0,0-1 0,1 0 0,-1 0 0,0 0 0,0 1 0,0-1 0,0 0 0,0 0 0,0 0 0,0-1 0,-1 1 0,1 0 0,0 0 0,0-1 0,-1 1 0,1 0 0,0-1 0,-3 1 0,-30 10 0,11-6 0,-1-1 0,-37 2 0,-11 1 0,51-6-1365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2:25.079"/>
    </inkml:context>
    <inkml:brush xml:id="br0">
      <inkml:brushProperty name="width" value="0.05" units="cm"/>
      <inkml:brushProperty name="height" value="0.05" units="cm"/>
      <inkml:brushProperty name="color" value="#FFFFFF"/>
    </inkml:brush>
  </inkml:definitions>
  <inkml:trace contextRef="#ctx0" brushRef="#br0">6 60 24575,'3'15'0,"-3"-15"0,0 0 0,0 0 0,0 1 0,0-1 0,0 0 0,0 0 0,0 0 0,1 0 0,-1 0 0,0 0 0,0 0 0,0 0 0,0 0 0,0 0 0,1 0 0,-1 0 0,0 0 0,0 0 0,0 0 0,0 0 0,0 0 0,1 0 0,-1 0 0,0 0 0,0 0 0,0 0 0,0 0 0,0 0 0,1 0 0,-1 0 0,0 0 0,0 0 0,0 0 0,0-1 0,0 1 0,0 0 0,1 0 0,-1 0 0,0 0 0,0 0 0,0 0 0,0 0 0,0-1 0,2-1 0,-1 0 0,0 0 0,0 0 0,0 0 0,0 0 0,0 0 0,0-1 0,-1 1 0,1-3 0,0 4 0,-1 0 0,0 0 0,1 0 0,-1 0 0,0 0 0,0 0 0,0 0 0,0 0 0,0 0 0,0 0 0,0 0 0,0 0 0,0 0 0,0 0 0,-1 0 0,1 0 0,0 0 0,-1 0 0,1 0 0,-1 0 0,1 0 0,-1 0 0,1 0 0,-1 1 0,0-1 0,1 0 0,-1 0 0,0 1 0,0-1 0,1 0 0,-1 1 0,0-1 0,0 1 0,-1-1 0,-8-6 0,10 7 0,0 0 0,0 0 0,0 0 0,0 0 0,0-1 0,-1 1 0,1 0 0,0 0 0,0 0 0,0 0 0,0 0 0,0 0 0,0 0 0,0 0 0,0 0 0,0 0 0,0-1 0,0 1 0,-1 0 0,1 0 0,0 0 0,0 0 0,0 0 0,0 0 0,0 0 0,0-1 0,0 1 0,0 0 0,0 0 0,0 0 0,0 0 0,0 0 0,0 0 0,0-1 0,0 1 0,0 0 0,0 0 0,1 0 0,-1 0 0,0 0 0,0 0 0,0 0 0,0-1 0,0 1 0,0 0 0,0 0 0,0 0 0,0 0 0,0 0 0,0 0 0,1 0 0,-1 0 0,0 0 0,0 0 0,0 0 0,11-4 0,11 2 0,-4 2 0,-10 0 0,0 0 0,1 0 0,-1 0 0,1 1 0,-1 1 0,16 4 0,9 3 0,-28-8 0,0 0 0,0 0 0,0 0 0,0 0 0,-1 1 0,1 0 0,0 0 0,-1 0 0,1 1 0,-1 0 0,0-1 0,0 2 0,6 4 0,-10-7 0,0-1 0,1 1 0,-1-1 0,0 0 0,1 1 0,-1-1 0,0 1 0,0-1 0,0 1 0,0-1 0,1 1 0,-1-1 0,0 1 0,0-1 0,0 1 0,0-1 0,0 1 0,0-1 0,0 1 0,0-1 0,0 0 0,0 1 0,-1-1 0,1 1 0,0-1 0,0 1 0,0-1 0,-1 1 0,1-1 0,0 1 0,0-1 0,-1 0 0,1 1 0,0-1 0,-1 0 0,1 1 0,0-1 0,-1 0 0,1 1 0,-1-1 0,1 0 0,-1 0 0,1 1 0,0-1 0,-1 0 0,1 0 0,-1 0 0,1 0 0,-1 0 0,1 0 0,-1 1 0,1-1 0,-1 0 0,0-1 0,-35 6 0,28-4 0,-5 1 0,5-1 0,0 0 0,0 0 0,0-1 0,0 0 0,0-1 0,-8-1 0,-1 1 0,28 1 0,16 1 216,-17 0-532,0 0 0,-1-1-1,1-1 1,19-2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2:25.080"/>
    </inkml:context>
    <inkml:brush xml:id="br0">
      <inkml:brushProperty name="width" value="0.05" units="cm"/>
      <inkml:brushProperty name="height" value="0.05" units="cm"/>
      <inkml:brushProperty name="color" value="#FFFFFF"/>
    </inkml:brush>
  </inkml:definitions>
  <inkml:trace contextRef="#ctx0" brushRef="#br0">1 0 24575,'0'0'-8191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2:25.081"/>
    </inkml:context>
    <inkml:brush xml:id="br0">
      <inkml:brushProperty name="width" value="0.05" units="cm"/>
      <inkml:brushProperty name="height" value="0.05" units="cm"/>
      <inkml:brushProperty name="color" value="#FFFFFF"/>
    </inkml:brush>
  </inkml:definitions>
  <inkml:trace contextRef="#ctx0" brushRef="#br0">0 1 24575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2:25.082"/>
    </inkml:context>
    <inkml:brush xml:id="br0">
      <inkml:brushProperty name="width" value="0.05" units="cm"/>
      <inkml:brushProperty name="height" value="0.05" units="cm"/>
      <inkml:brushProperty name="color" value="#FFFFFF"/>
    </inkml:brush>
  </inkml:definitions>
  <inkml:trace contextRef="#ctx0" brushRef="#br0">0 0 24575,'0'0'-8191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2:25.083"/>
    </inkml:context>
    <inkml:brush xml:id="br0">
      <inkml:brushProperty name="width" value="0.05" units="cm"/>
      <inkml:brushProperty name="height" value="0.05" units="cm"/>
      <inkml:brushProperty name="color" value="#FFFFFF"/>
    </inkml:brush>
  </inkml:definitions>
  <inkml:trace contextRef="#ctx0" brushRef="#br0">0 0 24575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2:25.084"/>
    </inkml:context>
    <inkml:brush xml:id="br0">
      <inkml:brushProperty name="width" value="0.05" units="cm"/>
      <inkml:brushProperty name="height" value="0.05" units="cm"/>
      <inkml:brushProperty name="color" value="#FFFFFF"/>
    </inkml:brush>
  </inkml:definitions>
  <inkml:trace contextRef="#ctx0" brushRef="#br0">0 0 24575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2:25.085"/>
    </inkml:context>
    <inkml:brush xml:id="br0">
      <inkml:brushProperty name="width" value="0.05" units="cm"/>
      <inkml:brushProperty name="height" value="0.05" units="cm"/>
      <inkml:brushProperty name="color" value="#FFFFFF"/>
    </inkml:brush>
  </inkml:definitions>
  <inkml:trace contextRef="#ctx0" brushRef="#br0">0 1 24575,'0'0'-8191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2:25.086"/>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2:25.087"/>
    </inkml:context>
    <inkml:brush xml:id="br0">
      <inkml:brushProperty name="width" value="0.05" units="cm"/>
      <inkml:brushProperty name="height" value="0.05" units="cm"/>
      <inkml:brushProperty name="color" value="#FFFFFF"/>
    </inkml:brush>
  </inkml:definitions>
  <inkml:trace contextRef="#ctx0" brushRef="#br0">1 0 24575,'0'0'-8191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2:25.088"/>
    </inkml:context>
    <inkml:brush xml:id="br0">
      <inkml:brushProperty name="width" value="0.05" units="cm"/>
      <inkml:brushProperty name="height" value="0.05" units="cm"/>
      <inkml:brushProperty name="color" value="#FFFFFF"/>
    </inkml:brush>
  </inkml:definitions>
  <inkml:trace contextRef="#ctx0" brushRef="#br0">0 0 24575,'0'0'-8191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2:25.089"/>
    </inkml:context>
    <inkml:brush xml:id="br0">
      <inkml:brushProperty name="width" value="0.05" units="cm"/>
      <inkml:brushProperty name="height" value="0.05" units="cm"/>
      <inkml:brushProperty name="color" value="#FFFFFF"/>
    </inkml:brush>
  </inkml:definitions>
  <inkml:trace contextRef="#ctx0" brushRef="#br0">1 0 24575,'0'0'-8191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2:25.090"/>
    </inkml:context>
    <inkml:brush xml:id="br0">
      <inkml:brushProperty name="width" value="0.05" units="cm"/>
      <inkml:brushProperty name="height" value="0.05" units="cm"/>
      <inkml:brushProperty name="color" value="#FFFFFF"/>
    </inkml:brush>
  </inkml:definitions>
  <inkml:trace contextRef="#ctx0" brushRef="#br0">153 4 24575,'-34'-1'0,"23"0"0,1 0 0,-1 1 0,1 0 0,-1 0 0,1 2 0,-1-1 0,-15 5 0,25-5 0,0-1 0,-1 1 0,1-1 0,0 1 0,0 0 0,-1 0 0,1-1 0,0 1 0,0 0 0,0 0 0,0 0 0,-1 2 0,1-2 0,1 0 0,0-1 0,0 1 0,-1-1 0,1 1 0,0-1 0,0 1 0,0 0 0,0-1 0,0 1 0,0-1 0,0 1 0,0 0 0,0-1 0,0 1 0,0-1 0,1 1 0,-1 0 0,0-1 0,1 2 0,1 1 0,0 0 0,1 0 0,-1 0 0,1 0 0,0 0 0,0-1 0,4 3 0,4 5 0,-11-10 0,0 0 0,0 0 0,1 0 0,-1 1 0,0-1 0,0 0 0,0 0 0,0 0 0,1 1 0,-1-1 0,0 0 0,0 0 0,0 1 0,0-1 0,0 0 0,0 0 0,0 1 0,1-1 0,-1 0 0,0 1 0,0-1 0,0 0 0,0 0 0,0 1 0,0-1 0,0 0 0,0 1 0,-1-1 0,1 0 0,0 0 0,0 1 0,0-1 0,0 1 0,-10 4 0,-14 0 0,25-5 0,15-1 0,0 0-341,1-2 0,-1 0-1,23-7 1,-27 7-6485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2:25.091"/>
    </inkml:context>
    <inkml:brush xml:id="br0">
      <inkml:brushProperty name="width" value="0.05" units="cm"/>
      <inkml:brushProperty name="height" value="0.05" units="cm"/>
      <inkml:brushProperty name="color" value="#FFFFFF"/>
    </inkml:brush>
  </inkml:definitions>
  <inkml:trace contextRef="#ctx0" brushRef="#br0">1 0 24575,'0'0'-8191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2T11:02:25.092"/>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8:39:48.639"/>
    </inkml:context>
    <inkml:brush xml:id="br0">
      <inkml:brushProperty name="width" value="0.035" units="cm"/>
      <inkml:brushProperty name="height" value="0.035" units="cm"/>
    </inkml:brush>
  </inkml:definitions>
  <inkml:trace contextRef="#ctx0" brushRef="#br0">1 1 24575,'0'0'0,"0"0"0,0 0 0,0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8:40:03.459"/>
    </inkml:context>
    <inkml:brush xml:id="br0">
      <inkml:brushProperty name="width" value="0.035" units="cm"/>
      <inkml:brushProperty name="height" value="0.035" units="cm"/>
    </inkml:brush>
  </inkml:definitions>
  <inkml:trace contextRef="#ctx0" brushRef="#br0">1 1 24575,'0'2'0,"1"1"0,-1-1 0,1 1 0,0-1 0,0 1 0,0-1 0,0 0 0,1 0 0,-1 0 0,0 1 0,1-1 0,0-1 0,-1 1 0,1 0 0,0 0 0,0-1 0,0 1 0,0-1 0,0 1 0,4 1 0,15 13 0,-5 1-1365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8:40:27.468"/>
    </inkml:context>
    <inkml:brush xml:id="br0">
      <inkml:brushProperty name="width" value="0.35" units="cm"/>
      <inkml:brushProperty name="height" value="0.35" units="cm"/>
      <inkml:brushProperty name="color" value="#FFFFFF"/>
    </inkml:brush>
  </inkml:definitions>
  <inkml:trace contextRef="#ctx0" brushRef="#br0">0 1 24575,'2'2'0,"-1"0"0,0 0 0,0 0 0,0 0 0,0 0 0,0 1 0,0-1 0,-1 0 0,1 1 0,-1-1 0,1 5 0,0-4 0,2 17 0,1 29 0,-2-24 0,10 44-1365</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8:40:32.195"/>
    </inkml:context>
    <inkml:brush xml:id="br0">
      <inkml:brushProperty name="width" value="0.35" units="cm"/>
      <inkml:brushProperty name="height" value="0.35" units="cm"/>
      <inkml:brushProperty name="color" value="#FFFFFF"/>
    </inkml:brush>
  </inkml:definitions>
  <inkml:trace contextRef="#ctx0" brushRef="#br0">1 1 24575,'1'1'0,"0"0"0,1 0 0,-1 0 0,0 1 0,1-2 0,-1 1 0,1 0 0,0 0 0,-1 0 0,1-1 0,0 1 0,-1-1 0,1 1 0,0-1 0,-1 0 0,4 0 0,-1 1 0,132 19 0,-67-12 0,20 6 0,-76-13 0,-1 1 0,0 0 0,-1 1 0,1 0 0,14 6 0,56 29 0,-67-30 0,82 40 0,-92-45 0,0-1 0,0 1 0,-1 1 0,1-1 0,-1 0 0,0 1 0,0 0 0,0 0 0,-1 0 0,1 1 0,-1-1 0,0 1 0,0 0 0,-1-1 0,3 7 0,-2-4 0,0 1 0,-1 0 0,0 0 0,0 0 0,0 0 0,-1 0 0,0 0 0,-1 0 0,0 14 0,-1-20 0,1 1 0,-1-1 0,1 0 0,-1 1 0,0-1 0,0 0 0,0 0 0,0 0 0,0 0 0,0 0 0,0 0 0,-1 0 0,1 0 0,-1 0 0,0 0 0,-2 1 0,1 0 0,-1-1 0,-1 1 0,1-1 0,0 1 0,-1-2 0,1 1 0,-8 2 0,-6 0 0,0-1 0,-1-1 0,-22 0 0,31-2 0,-98 13 0,68-8 0,-23-1 0,44-4 0,0 1 0,-21 4 0,39-5 0,0 0 0,0 0 0,1 0 0,-1 0 0,0 0 0,0 0 0,0-1 0,0 1 0,0 0 0,1-1 0,-1 1 0,0 0 0,0-1 0,1 1 0,-1-1 0,0 1 0,0-1 0,1 1 0,-1-1 0,1 0 0,-1 1 0,1-1 0,-1 0 0,1 0 0,-1 1 0,1-1 0,-1 0 0,1 0 0,0 0 0,-1 0 0,1 1 0,0-1 0,0 0 0,0 0 0,0 0 0,0 0 0,0 0 0,0-1 0,-1-42 0,1 35 0,1-27 0,0 34 0,-2 22 0,-18 321 0,17-295 0,0-23 0,1 1 0,2 0 0,0 0 0,1 0 0,8 31 0,-9-52 0,0 0 0,1-1 0,-1 1 0,1-1 0,-1 0 0,1 1 0,0-1 0,0 0 0,0 0 0,0 0 0,1-1 0,-1 1 0,0 0 0,1-1 0,-1 1 0,1-1 0,0 0 0,-1 0 0,1 0 0,0 0 0,0 0 0,-1-1 0,1 1 0,4-1 0,9 2 0,0-1 0,32-2 0,-42 1 0,3-1 0,-1 1 0,0-1 0,0-1 0,0 0 0,0 0 0,-1 0 0,1-1 0,0 0 0,-1-1 0,8-4 0,-6 2 0,0-1 0,0-1 0,-1 1 0,0-1 0,0-1 0,10-14 0,5-10 0,-9 12 0,33-36 0,-40 51 0,-1 1 0,1 0 0,0 0 0,0 0 0,1 1 0,0 0 0,-1 0 0,1 1 0,17-5 0,5 1 0,46-4 0,-1 0 0,-74 10 0,1 1 0,0 0 0,-1 0 0,1 0 0,0 0 0,0 0 0,-1 0 0,1 0 0,0 0 0,-1 1 0,1-1 0,0 1 0,-1-1 0,1 1 0,0 0 0,-1-1 0,1 1 0,-1 0 0,1 0 0,-1 0 0,0 0 0,2 2 0,1 2 0,0 0 0,0 0 0,-1 0 0,6 11 0,-1-1 0,-8-14 0,1-1 0,-1 1 0,0-1 0,1 1 0,-1-1 0,0 1 0,1-1 0,-1 1 0,1-1 0,-1 1 0,1-1 0,-1 0 0,1 1 0,-1-1 0,1 0 0,0 1 0,-1-1 0,1 0 0,-1 0 0,1 1 0,0-1 0,-1 0 0,1 0 0,0 0 0,-1 0 0,1 0 0,-1 0 0,1 0 0,1 0 0,0-1 0,-1 1 0,1-1 0,-1 0 0,1 0 0,-1 0 0,1 0 0,-1 0 0,1 0 0,-1 0 0,2-3 0,3-2 0,-1-1 0,-1 0 0,8-12 0,-7 5 0,-1-1 0,0 0 0,-1 0 0,0-1 0,1-27 0,-3 29 0,5-32-1365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8:40:59.976"/>
    </inkml:context>
    <inkml:brush xml:id="br0">
      <inkml:brushProperty name="width" value="0.35" units="cm"/>
      <inkml:brushProperty name="height" value="0.35" units="cm"/>
      <inkml:brushProperty name="color" value="#FFFFFF"/>
    </inkml:brush>
  </inkml:definitions>
  <inkml:trace contextRef="#ctx0" brushRef="#br0">117 52 24575,'2'-1'0,"1"0"0,-1 1 0,1-1 0,-1-1 0,1 1 0,-1 0 0,0-1 0,0 1 0,1-1 0,2-2 0,10-7 0,-8 7 0,0 0 0,1 1 0,-1 0 0,1 0 0,0 1 0,0 0 0,10-1 0,-13 3 0,0 0 0,0 0 0,0 0 0,1 1 0,-1 0 0,0 0 0,0 1 0,0-1 0,0 1 0,-1 0 0,1 0 0,6 4 0,-3-1 0,0 0 0,1-1 0,-1 0 0,1 0 0,11 2 0,-8-2 0,1 1 0,-1 1 0,17 10 0,-9-5 0,49 33 0,-51-33 0,-16-9 0,0 0 0,1 0 0,-1 0 0,1-1 0,0 1 0,0-1 0,0 1 0,-1-1 0,1 0 0,0 0 0,1-1 0,-1 1 0,3 0 0,-5-2 0,0 1 0,0 0 0,0-1 0,0 1 0,0-1 0,-1 1 0,1-1 0,0 1 0,0-1 0,0 0 0,-1 1 0,1-1 0,0 0 0,-1 0 0,1 0 0,-1 1 0,1-1 0,-1 0 0,1 0 0,-1 0 0,0 0 0,1 0 0,-1 0 0,0 0 0,0 0 0,1 0 0,-1 0 0,0 0 0,0 0 0,0 0 0,0 0 0,-1 0 0,1 0 0,0 0 0,-1-1 0,1-3 0,-1 0 0,0 0 0,0-1 0,0 1 0,-3-6 0,4 10 0,0 1 0,0 0 0,1-1 0,-1 1 0,0 0 0,1-1 0,-1 1 0,0 0 0,1-1 0,-1 1 0,0 0 0,1 0 0,-1 0 0,1-1 0,-1 1 0,1 0 0,-1 0 0,0 0 0,1 0 0,-1 0 0,1 0 0,-1 0 0,1 0 0,-1 0 0,1 0 0,-1 0 0,1 0 0,-1 0 0,1 0 0,0 0 0,23 1 0,-20-1 0,9 0 0,-8 0 0,1 0 0,0 0 0,0 0 0,0 1 0,0 0 0,9 3 0,-14-4 0,0 0 0,-1 1 0,1-1 0,0 1 0,0-1 0,-1 0 0,1 1 0,0 0 0,-1-1 0,1 1 0,-1-1 0,1 1 0,-1 0 0,1-1 0,-1 1 0,1 0 0,-1 0 0,0-1 0,1 1 0,-1 2 0,0-2 0,1 1 0,-2 0 0,1 0 0,0 0 0,0 0 0,-1-1 0,1 1 0,0 0 0,-1 0 0,0-1 0,0 1 0,1 0 0,-3 2 0,-32 43 0,23-21 0,2 0 0,1 0 0,-7 36 0,10-41 0,2 0 0,0 0 0,2 0 0,0 0 0,2 34 0,5 4 0,3 63 0,-9-109 0,0-1 0,0 1 0,-1 0 0,-1-1 0,0 1 0,-7 17 0,10-29 0,0-1 0,-1 1 0,1-1 0,0 1 0,-1-1 0,1 1 0,0-1 0,-1 1 0,1-1 0,-1 1 0,1-1 0,-1 0 0,1 1 0,-1-1 0,1 0 0,-1 1 0,0-1 0,1 0 0,-1 0 0,1 0 0,-1 1 0,1-1 0,-1 0 0,0 0 0,1 0 0,-2 0 0,-17-5 0,-1 0 0,-38 2 0,38 1 0,0 1 0,0 1 0,-1 1 0,-28 4 0,89-1 0,183 10 0,89 3 0,-470-30 0,117 9 0,21 1 0,1-2 0,0 1 0,1-2 0,-1-1 0,1 0 0,-32-19 0,43 21 0,1 0 0,0 0 0,0-1 0,0 0 0,1 0 0,0 0 0,0-1 0,0 1 0,-6-14 0,-12-15 0,21 32 0,1 1 0,-1-1 0,1 0 0,0 0 0,0 0 0,0 0 0,-2-6 0,3 7 0,0 0 0,-1 0 0,1-1 0,-1 1 0,0 0 0,0 0 0,0 0 0,0 0 0,0 0 0,0 0 0,-1 0 0,1 1 0,0-1 0,-1 0 0,1 1 0,-1-1 0,-2-1 0,-24-11 0,24 12 0,1 1 0,-1-1 0,0 0 0,1 0 0,-1 0 0,1-1 0,-1 1 0,1-1 0,0 0 0,-3-3 0,-26-33 0,29 37 0,0 0 0,0 0 0,-1 0 0,1 0 0,-1 0 0,1 1 0,-1 0 0,1 0 0,-1 0 0,0 0 0,-5 0 0,-46-3 0,44 3 0,-21 0 0,-64-4 0,92 4 0,0 1 0,-1 0 0,1 0 0,0-1 0,-1 1 0,1-1 0,0-1 0,0 1 0,-1 0 0,1-1 0,0 0 0,1 0 0,-1 0 0,0 0 0,1-1 0,-1 0 0,1 1 0,-5-6 0,-11-6-1365</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8:42:43.443"/>
    </inkml:context>
    <inkml:brush xml:id="br0">
      <inkml:brushProperty name="width" value="0.1" units="cm"/>
      <inkml:brushProperty name="height" value="0.1" units="cm"/>
      <inkml:brushProperty name="color" value="#FFFFFF"/>
    </inkml:brush>
  </inkml:definitions>
  <inkml:trace contextRef="#ctx0" brushRef="#br0">0 0 24575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8:43:08.705"/>
    </inkml:context>
    <inkml:brush xml:id="br0">
      <inkml:brushProperty name="width" value="0.1" units="cm"/>
      <inkml:brushProperty name="height" value="0.1" units="cm"/>
      <inkml:brushProperty name="color" value="#FFFFFF"/>
    </inkml:brush>
  </inkml:definitions>
  <inkml:trace contextRef="#ctx0" brushRef="#br0">114 510 24575,'0'-3'0,"-1"0"0,0 1 0,0-1 0,0 1 0,0-1 0,0 0 0,-1 1 0,1 0 0,-1-1 0,1 1 0,-1 0 0,0 0 0,0 0 0,0 0 0,0 0 0,0 0 0,0 1 0,-1-1 0,1 1 0,-1-1 0,-2 0 0,-17-14 0,21 15 0,0 0 0,0 0 0,0 0 0,0 0 0,0 0 0,0 0 0,0 0 0,-1 1 0,1-1 0,0 0 0,-1 1 0,1-1 0,-1 1 0,1-1 0,0 1 0,-1 0 0,1-1 0,-1 1 0,1 0 0,-1 0 0,1 0 0,-1 0 0,-2 1 0,3 0 0,-1 0 0,1 0 0,0 0 0,0 0 0,0 0 0,-1 0 0,1 0 0,0 0 0,1 0 0,-1 1 0,0-1 0,0 0 0,0 1 0,1-1 0,-1 1 0,1-1 0,-1 1 0,1-1 0,0 1 0,-1-1 0,1 1 0,0 2 0,0 6 0,0 0 0,1 0 0,0 0 0,0-1 0,1 1 0,1 0 0,4 12 0,6 26 0,3 41 0,-16-85 0,0 0 0,1 0 0,0 0 0,0 0 0,0-1 0,0 1 0,1 0 0,-1-1 0,1 1 0,0-1 0,0 1 0,0-1 0,1 0 0,-1 0 0,1 0 0,-1 0 0,1 0 0,4 2 0,-2-2 0,0 0 0,-1-1 0,1 0 0,1 0 0,-1 0 0,0-1 0,0 0 0,1 0 0,-1 0 0,0-1 0,1 1 0,7-2 0,-10 1 0,0 0 0,0-1 0,0 0 0,-1 1 0,1-1 0,0 0 0,0 0 0,-1-1 0,1 1 0,-1 0 0,1-1 0,-1 0 0,1 0 0,-1 1 0,0-1 0,0-1 0,0 1 0,0 0 0,2-3 0,3-7 0,0 0 0,11-25 0,-6 13 0,-7 15 0,0 0 0,-1-1 0,0 0 0,-1 0 0,0 0 0,0 0 0,-1-1 0,0 1 0,-1-1 0,0 1 0,-2-21 0,1 30 0,0 0 0,0 0 0,0 0 0,0 0 0,0 0 0,-1 0 0,1 0 0,0 0 0,-1 0 0,1 0 0,-1 0 0,1 0 0,-1 0 0,1 1 0,-1-1 0,1 0 0,-1 0 0,0 0 0,0 1 0,1-1 0,-1 0 0,0 1 0,0-1 0,0 0 0,0 1 0,0-1 0,0 1 0,0 0 0,0-1 0,0 1 0,0 0 0,0 0 0,0-1 0,0 1 0,0 0 0,0 0 0,0 0 0,0 0 0,0 0 0,-2 1 0,-11-2 0,13 0 0,0 1 0,0-1 0,0 0 0,0 0 0,-1 1 0,1-1 0,0 0 0,0 0 0,1 0 0,-1 0 0,0 0 0,0-1 0,0 1 0,1 0 0,-1 0 0,1 0 0,-1-1 0,1 1 0,-1 0 0,0-3 0,-7-33 0,7 30 0,-12 57 0,6 5 0,3-32 0,-1 42 0,5-14 0,3-93 0,12-70 0,-4 43 0,3 10 0,-10 46 0,-1 0 0,0-1 0,2-27 0,0 12 0,-4 25 0,0 0 0,-1 1 0,1-1 0,-1 0 0,0 0 0,0-6 0,0 8 0,0 1 0,-1 0 0,1-1 0,-1 1 0,0 0 0,1-1 0,-1 1 0,0 0 0,1 0 0,-1 0 0,0 0 0,0 0 0,0 0 0,0 0 0,0 0 0,0 0 0,-1 0 0,1 0 0,0 1 0,0-1 0,0 1 0,-3-2 0,-25-7 0,23 7 0,-1 0 0,0 0 0,1-1 0,-10-5 0,15 8 0,1 0 0,-1 0 0,1-1 0,-1 1 0,1 0 0,-1 0 0,1 0 0,-1 0 0,1 0 0,-1 0 0,1 0 0,-1 0 0,1 0 0,-1 0 0,1 0 0,-1 0 0,1 1 0,-1-1 0,1 0 0,-1 0 0,1 0 0,0 1 0,-1-1 0,1 0 0,-1 1 0,1-1 0,0 0 0,-1 1 0,1-1 0,-1 0 0,1 1 0,0-1 0,0 1 0,-1-1 0,1 1 0,0-1 0,0 1 0,0-1 0,-1 0 0,1 1 0,0-1 0,0 1 0,0-1 0,0 1 0,0 0 0,0-1 0,0 1 0,0-1 0,0 1 0,0-1 0,0 1 0,0-1 0,1 1 0,2 9 0,-2-10 0,-1 0 0,1 0 0,-1-1 0,1 1 0,-1 0 0,0 0 0,1-1 0,-1 1 0,1 0 0,-1-1 0,1 1 0,-1 0 0,0-1 0,1 1 0,-1 0 0,0-1 0,0 1 0,1-1 0,-1 1 0,0-1 0,0 1 0,1-1 0,-1 1 0,0-1 0,0 1 0,0-1 0,0 0 0,1-1 0,1-1 0,-1 0 0,1 1 0,0-1 0,0 1 0,0-1 0,0 1 0,0 0 0,0 0 0,1 0 0,-1 0 0,1 0 0,-1 0 0,1 1 0,0-1 0,-1 1 0,1 0 0,0 0 0,0 0 0,0 0 0,4 0 0,6-1 0,1 1 0,-1 0 0,24 3 0,-10-1 0,-17 0 0,0 1 0,-1 0 0,1 1 0,-1 0 0,0 0 0,0 1 0,0 0 0,0 0 0,-1 1 0,11 8 0,8 3 0,-26-16 0,-1 1 0,0-1 0,0 0 0,1 0 0,-1 0 0,0 0 0,1 1 0,-1-1 0,1 0 0,-1 0 0,0 0 0,1 0 0,-1 0 0,0 0 0,1 0 0,-1 0 0,1 0 0,-1 0 0,0 0 0,1 0 0,-1 0 0,0 0 0,1-1 0,-1 1 0,0 0 0,1 0 0,-1 0 0,0 0 0,1-1 0,-1 1 0,0 0 0,1-1 0,4-13 0,-3-24 0,-3 34 0,2-1 0,-2 0 0,1-1 0,-1 1 0,1 0 0,-1-1 0,-1 1 0,1 0 0,-1 0 0,0 0 0,0 0 0,0 0 0,-1 1 0,0-1 0,0 1 0,0-1 0,0 1 0,-1 0 0,1 0 0,-1 1 0,0-1 0,0 1 0,-1 0 0,1 0 0,-1 0 0,-5-3 0,-6-2 0,6 1 0,0 1 0,-1 0 0,0 1 0,0 0 0,0 1 0,-1 0 0,1 1 0,-1 0 0,0 1 0,-17-1 0,-98 4-1365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8:44:50.908"/>
    </inkml:context>
    <inkml:brush xml:id="br0">
      <inkml:brushProperty name="width" value="0.1" units="cm"/>
      <inkml:brushProperty name="height" value="0.1" units="cm"/>
      <inkml:brushProperty name="color" value="#FFFFFF"/>
    </inkml:brush>
  </inkml:definitions>
  <inkml:trace contextRef="#ctx0" brushRef="#br0">208 849 24575,'-9'1'0,"1"-1"0,0 0 0,1 0 0,-1-1 0,0 0 0,-10-3 0,16 4 0,1-1 0,-1 0 0,1 1 0,-1-1 0,1 0 0,0 0 0,-1 0 0,1 0 0,0 0 0,0 0 0,-1 0 0,1 0 0,0 0 0,0 0 0,0-1 0,1 1 0,-1-1 0,0 1 0,0 0 0,1-1 0,-1 1 0,1-1 0,-1 0 0,1 1 0,0-1 0,-1 1 0,1-1 0,0 0 0,0 1 0,0-1 0,1-1 0,-2-1 0,1 1 0,0 0 0,-1-1 0,0 1 0,0 0 0,0 0 0,0-1 0,0 1 0,-2-3 0,2 5 0,0-1 0,1 1 0,-1-1 0,0 1 0,0 0 0,0-1 0,0 1 0,0 0 0,0 0 0,-1 0 0,1-1 0,0 1 0,-1 0 0,1 1 0,0-1 0,-1 0 0,1 0 0,-1 1 0,1-1 0,-3 0 0,3 1 0,1 1 0,-1-1 0,0 1 0,0-1 0,1 0 0,-1 1 0,0-1 0,1 1 0,-1 0 0,0-1 0,1 1 0,-1-1 0,1 1 0,-1 0 0,1 0 0,-1-1 0,1 1 0,0 0 0,-1 0 0,1 0 0,0-1 0,0 1 0,-1 0 0,1 0 0,0 0 0,0 0 0,0 0 0,-7 17 0,7-18 0,-1 0 0,1 1 0,0-1 0,-1 0 0,1 1 0,-1-1 0,1 0 0,0 0 0,-1 1 0,1-1 0,-1 0 0,1 0 0,-1 0 0,1 1 0,-1-1 0,1 0 0,-1 0 0,1 0 0,-1 0 0,1 0 0,-1 0 0,1 0 0,0 0 0,-1 0 0,1 0 0,-1-1 0,1 1 0,-1 0 0,1 0 0,-1 0 0,1 0 0,-1-1 0,-2-1 0,1 1 0,0-1 0,0 1 0,0-1 0,0 0 0,1 0 0,-1 0 0,0 0 0,1 0 0,0 0 0,-1 0 0,1-1 0,0 1 0,0 0 0,0-1 0,0 1 0,1-1 0,-1-2 0,0 2 0,0-1 0,0 1 0,-1 0 0,1 0 0,-1 0 0,1 0 0,-1 0 0,-3-3 0,9 31 0,2-5 0,-3-10 0,0-1 0,0 0 0,9 15 0,-10-21 0,-1 0 0,1 0 0,1 0 0,-1-1 0,0 0 0,1 1 0,-1-1 0,1 0 0,0 0 0,-1 0 0,1 0 0,0-1 0,0 1 0,6 1 0,-8-3 0,0 1 0,0-1 0,-1 0 0,1 0 0,0 0 0,0 0 0,-1 0 0,1 0 0,0-1 0,0 1 0,-1 0 0,1 0 0,0 0 0,-1-1 0,1 1 0,0 0 0,-1-1 0,1 1 0,0-1 0,-1 1 0,1-1 0,-1 1 0,1-1 0,-1 1 0,1-1 0,-1 1 0,1-1 0,-1 0 0,1 1 0,-1-1 0,0 0 0,0 1 0,1-1 0,-1 0 0,0 1 0,0-1 0,0 0 0,1 0 0,-1 1 0,0-1 0,0 0 0,0-1 0,1-38 0,-1 33 0,1-24 0,0 18 0,-1 0 0,0-1 0,-1 1 0,0 0 0,-3-13 0,4 26 0,0 0 0,0 0 0,0 0 0,0 0 0,0 0 0,0-1 0,0 1 0,0 0 0,0 0 0,0 0 0,0 0 0,0 0 0,0-1 0,0 1 0,0 0 0,0 0 0,0 0 0,0 0 0,0 0 0,0 0 0,0-1 0,0 1 0,-1 0 0,1 0 0,0 0 0,0 0 0,0 0 0,0 0 0,0 0 0,0 0 0,0-1 0,0 1 0,0 0 0,-1 0 0,1 0 0,0 0 0,0 0 0,0 0 0,0 0 0,0 0 0,0 0 0,-1 0 0,1 0 0,0 0 0,0 0 0,0 0 0,0 0 0,0 0 0,-1 0 0,1 0 0,0 0 0,0 0 0,0 0 0,0 0 0,0 0 0,-4 10 0,1 15 0,3-23 0,-1 1 0,1 0 0,0 0 0,0 0 0,0 0 0,0 0 0,1 0 0,-1 0 0,1-1 0,0 1 0,1 5 0,2-9 0,-2-6 0,1-9 0,-3-66 0,1-11 0,-1 92 0,0 0 0,0-1 0,0 1 0,0 0 0,0-1 0,0 1 0,1 0 0,-1 0 0,1 0 0,-1-1 0,1 1 0,-1 0 0,1 0 0,0 0 0,-1 0 0,1 0 0,0 0 0,0 0 0,0 0 0,0 0 0,0 0 0,0 1 0,0-1 0,0 0 0,0 1 0,0-1 0,0 0 0,1 1 0,-1-1 0,0 1 0,0 0 0,0 0 0,1-1 0,-1 1 0,0 0 0,1 0 0,-1 0 0,0 0 0,0 0 0,1 0 0,-1 1 0,0-1 0,0 0 0,1 1 0,1 0 0,3 1 0,0 0 0,0 1 0,0 0 0,0 0 0,0 0 0,0 1 0,5 5 0,-11-10 0,0 1 0,0 0 0,0 0 0,0 0 0,0 0 0,0-1 0,0 1 0,0 0 0,0 0 0,0 0 0,0 0 0,0-1 0,0 1 0,0 0 0,0 0 0,0 0 0,0-1 0,0 1 0,0 0 0,0 0 0,1 0 0,-1 0 0,0 0 0,0-1 0,0 1 0,0 0 0,0 0 0,0 0 0,1 0 0,-1 0 0,0 0 0,0 0 0,0-1 0,0 1 0,0 0 0,1 0 0,-1 0 0,0 0 0,0 0 0,0 0 0,1 0 0,-1 0 0,0 0 0,0 0 0,0 0 0,0 0 0,1 0 0,-1 0 0,0 0 0,0 0 0,0 0 0,0 0 0,1 0 0,-1 0 0,0 1 0,0-1 0,0 0 0,0 0 0,1 0 0,-1 0 0,0 0 0,0 0 0,0 0 0,0 1 0,0-1 0,0 0 0,0 0 0,1 0 0,-1 1 0,-2-4 0,1 14 0,0-6 0,1-1 0,-1 0 0,1-1 0,0 1 0,0 0 0,0 0 0,1-1 0,-1 1 0,1 0 0,0-1 0,2 5 0,0-8 0,-1-7 0,1-9 0,-3-5 0,0 16 0,0 0 0,0-1 0,0 1 0,0 0 0,1 0 0,0-1 0,0 1 0,1 0 0,-1 0 0,5-7 0,-6 11 0,0 1 0,0 0 0,0 0 0,0 0 0,0-1 0,0 1 0,0 0 0,0 0 0,0 0 0,1-1 0,-1 1 0,0 0 0,0 0 0,0 0 0,0 0 0,1-1 0,-1 1 0,0 0 0,0 0 0,0 0 0,1 0 0,-1 0 0,0 0 0,0 0 0,0 0 0,1 0 0,-1 0 0,0 0 0,0 0 0,1 0 0,-1 0 0,0 0 0,0 0 0,1 0 0,-1 0 0,0 0 0,0 0 0,0 0 0,1 0 0,-1 0 0,0 0 0,6 11 0,-2 15 0,-3-16 0,0-7 0,-1 1 0,1-1 0,-1 1 0,0-1 0,0 1 0,-2 4 0,2-7 0,0 0 0,0-1 0,-1 1 0,1-1 0,0 1 0,-1-1 0,1 1 0,0-1 0,-1 1 0,1-1 0,-1 0 0,1 1 0,-1-1 0,1 1 0,-1-1 0,1 0 0,-1 0 0,1 1 0,-1-1 0,1 0 0,-1 0 0,0 0 0,1 1 0,-1-1 0,1 0 0,-1 0 0,0 0 0,1 0 0,-1 0 0,1 0 0,-1 0 0,0 0 0,1-1 0,-1 1 0,1 0 0,-1 0 0,0 0 0,1-1 0,-1 1 0,1 0 0,-1-1 0,1 1 0,-1 0 0,0-1 0,-21-8 0,-1 1 0,-38-7 0,40 8 0,-14-4 0,34 11 0,0 0 0,0 0 0,0-1 0,0 1 0,0 0 0,0 1 0,0-1 0,0 0 0,0 0 0,0 0 0,0 1 0,0-1 0,0 0 0,0 1 0,0-1 0,0 1 0,0-1 0,1 1 0,-1-1 0,0 1 0,0 0 0,0-1 0,1 1 0,-1 0 0,0 0 0,1 0 0,-2 1 0,2-2 0,0 0 0,0 1 0,0-1 0,0 0 0,0 1 0,0-1 0,0 0 0,0 0 0,0 1 0,0-1 0,-1 0 0,1 0 0,0 1 0,0-1 0,0 0 0,0 0 0,-1 1 0,1-1 0,0 0 0,0 0 0,0 0 0,-1 0 0,1 1 0,0-1 0,0 0 0,-1 0 0,1 0 0,0 0 0,0 0 0,-1 0 0,1 0 0,0 0 0,-1 0 0,1 0 0,0 0 0,0 0 0,-1 0 0,1 0 0,0 0 0,0 0 0,-1 0 0,1 0 0,0 0 0,-1 0 0,1 0 0,-6-11 0,4 8 0,2 12 0,0-4 0,0 0 0,0 1 0,0-1 0,1 1 0,0-1 0,0 0 0,1 0 0,2 7 0,-4-11 0,1 0 0,-1 0 0,1 0 0,0 0 0,-1 0 0,1 0 0,0-1 0,0 1 0,0 0 0,0 0 0,0 0 0,0-1 0,0 1 0,0 0 0,0-1 0,0 1 0,1 0 0,0-1 0,0 0 0,0 0 0,-1 0 0,1 0 0,0 0 0,0 0 0,0 0 0,-1-1 0,1 1 0,0-1 0,-1 1 0,1-1 0,0 0 0,-1 1 0,3-3 0,0 1 0,1-1 0,-1 0 0,0 0 0,0-1 0,0 1 0,-1-1 0,1 0 0,-1 0 0,0 0 0,3-5 0,22-50 0,-2 6 0,-15 34 0,-5 8 0,1 0 0,0 0 0,16-17 0,-16 21 0,-2 2 0,0 0 0,-1 0 0,1 0 0,-1-1 0,0 0 0,4-7 0,-7 11 0,-1 1 0,1-1 0,-1 0 0,0 1 0,1-1 0,-1 1 0,0-1 0,0 0 0,0 1 0,0-1 0,0 0 0,0 1 0,-1-1 0,1 0 0,0 1 0,-1-1 0,1 1 0,-1-1 0,0 1 0,0-1 0,1 1 0,-1-1 0,0 1 0,0 0 0,0-1 0,0 1 0,-1 0 0,1 0 0,0 0 0,0 0 0,-1 0 0,-1-1 0,-3-2 0,0 1 0,0 0 0,0 0 0,0 1 0,-13-4 0,15 5 0,0 0 0,0 0 0,0 0 0,0 1 0,0-1 0,0 1 0,0 0 0,0 1 0,0-1 0,-8 2 0,11-1 0,-1 0 0,1-1 0,0 1 0,0 0 0,0-1 0,0 1 0,0 0 0,0 0 0,0 0 0,0 0 0,1 0 0,-1 0 0,0 0 0,1 0 0,-1 0 0,0 0 0,1 0 0,-1 1 0,1-1 0,0 0 0,-1 0 0,1 0 0,0 1 0,0-1 0,0 0 0,0 1 0,0-1 0,0 0 0,0 0 0,0 1 0,0-1 0,1 0 0,-1 0 0,0 1 0,2 1 0,-1 1 0,1 1 0,0 0 0,0-1 0,1 0 0,-1 1 0,1-1 0,6 7 0,-8-10 0,-1-1 0,0 0 0,1 1 0,-1-1 0,0 1 0,1-1 0,-1 0 0,1 1 0,-1-1 0,1 0 0,-1 1 0,0-1 0,1 0 0,-1 1 0,1-1 0,0 0 0,-1 0 0,1 0 0,-1 0 0,1 0 0,-1 0 0,1 1 0,-1-1 0,1 0 0,-1-1 0,1 1 0,0 0 0,-1 0 0,1 0 0,-1 0 0,1 0 0,0-1 0,0 0 0,0 0 0,0 0 0,-1 0 0,1 0 0,0 0 0,0 0 0,-1 0 0,1 0 0,-1 0 0,1-1 0,-1 1 0,1-3 0,4-38 0,9-74 0,-13 97 0,-1 12 0,1 0 0,-1 0 0,-1 0 0,1 0 0,-3-12 0,2 18 0,1-1 0,-1 0 0,0 1 0,0-1 0,1 1 0,-1 0 0,0-1 0,0 1 0,0 0 0,-1-1 0,1 1 0,0 0 0,0 0 0,-1 0 0,1 0 0,0 0 0,-1 0 0,1 0 0,-1 1 0,1-1 0,-1 1 0,0-1 0,1 1 0,-1-1 0,0 1 0,1 0 0,-1 0 0,-2 0 0,-2-1 0,1 1 0,0 0 0,0 1 0,0-1 0,-1 1 0,1 0 0,0 1 0,0-1 0,0 1 0,1 0 0,-1 0 0,0 0 0,1 1 0,-1 0 0,1-1 0,-4 5 0,7-7 0,1 1 0,-1-1 0,1 0 0,-1 1 0,1-1 0,-1 0 0,1 1 0,0-1 0,-1 1 0,1-1 0,0 0 0,-1 1 0,1-1 0,0 1 0,0-1 0,-1 1 0,1 0 0,0-1 0,0 1 0,0-1 0,0 1 0,0-1 0,0 1 0,0-1 0,0 1 0,0-1 0,0 1 0,0 0 0,0-1 0,0 1 0,0-1 0,1 2 0,0-1 0,0 0 0,0-1 0,0 1 0,0 0 0,0 0 0,0 0 0,0-1 0,0 1 0,1-1 0,-1 1 0,0-1 0,1 1 0,0-1 0,41 5 0,-8-4 0,88-3 0,-121 2 0,-1 0 0,0 0 0,0-1 0,0 1 0,0 0 0,1 0 0,-1 0 0,0-1 0,0 1 0,0-1 0,0 1 0,0-1 0,0 1 0,0-1 0,0 0 0,0 1 0,0-1 0,0 0 0,0-1 0,0 2 0,-1-1 0,0 0 0,0 0 0,0 1 0,1-1 0,-1 0 0,0 0 0,0 1 0,0-1 0,0 0 0,0 0 0,0 1 0,0-1 0,0 0 0,-1 0 0,1 1 0,0-1 0,0 0 0,-1 0 0,1 1 0,-1-2 0,-1-1 0,0 0 0,0 0 0,0 0 0,0 1 0,-1-1 0,1 1 0,-1-1 0,0 1 0,0 0 0,-5-3 0,2 2 0,0 1 0,0 0 0,0 0 0,-1 0 0,1 1 0,0 0 0,-1 0 0,1 1 0,-1-1 0,0 1 0,1 1 0,-1 0 0,-9 1 0,17-1 0,-1-1 0,0 0 0,1 0 0,-1 0 0,0 0 0,0 0 0,1 0 0,-1 1 0,0-1 0,1 0 0,-1 0 0,0 1 0,0-1 0,1 0 0,-1 0 0,0 1 0,0-1 0,0 0 0,1 1 0,-1-1 0,0 0 0,0 0 0,0 1 0,0-1 0,0 0 0,0 1 0,0-1 0,1 1 0,-1-1 0,0 0 0,0 1 0,0-1 0,0 0 0,-1 1 0,1-1 0,0 0 0,0 1 0,0-1 0,0 0 0,0 1 0,0-1 0,0 0 0,-1 1 0,1-1 0,0 0 0,0 0 0,0 1 0,-1-1 0,1 0 0,0 0 0,-1 1 0,1-1 0,0 0 0,0 0 0,-1 0 0,1 1 0,0-1 0,-1 0 0,1 0 0,0 0 0,-1 0 0,1 0 0,0 0 0,-1 0 0,1 0 0,0 0 0,-1 0 0,0 0 0,26 10 0,21-7 0,-43-3 0,0 0 0,0 0 0,0 0 0,0 0 0,0-1 0,0 0 0,0 1 0,0-1 0,0 0 0,0 0 0,0-1 0,4-2 0,-7 4 0,1 0 0,-1 0 0,1-1 0,-1 1 0,0 0 0,1-1 0,-1 1 0,0-1 0,1 1 0,-1 0 0,0-1 0,1 1 0,-1-1 0,0 1 0,0-1 0,0 1 0,1-1 0,-1 1 0,0-1 0,0 1 0,0-1 0,0 1 0,0-1 0,0 1 0,0-1 0,0 1 0,0-1 0,0 1 0,0-2 0,-1 1 0,0 0 0,1 0 0,-1 1 0,0-1 0,0 0 0,0 0 0,1 0 0,-1 1 0,0-1 0,0 1 0,0-1 0,-2 0 0,-2-2 0,0 2 0,1-1 0,-1 1 0,-10-2 0,13 2 0,-1 1 0,1 0 0,0 0 0,-1 0 0,1 0 0,0 0 0,-1 0 0,1 1 0,0-1 0,-1 1 0,1-1 0,0 1 0,-4 2 0,7 0 0,8 0 0,9 0 0,58-2-1365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8:45:16.497"/>
    </inkml:context>
    <inkml:brush xml:id="br0">
      <inkml:brushProperty name="width" value="0.1" units="cm"/>
      <inkml:brushProperty name="height" value="0.1" units="cm"/>
      <inkml:brushProperty name="color" value="#FFFFFF"/>
    </inkml:brush>
  </inkml:definitions>
  <inkml:trace contextRef="#ctx0" brushRef="#br0">60 0 24575,'0'3'0,"-1"0"0,1-1 0,-1 1 0,1-1 0,-1 1 0,0-1 0,0 0 0,-1 1 0,1-1 0,0 0 0,-1 0 0,1 1 0,-1-1 0,0-1 0,1 1 0,-1 0 0,0 0 0,0-1 0,0 1 0,-1-1 0,1 1 0,0-1 0,0 0 0,-5 2 0,5-2 0,1-1 0,0 1 0,-1 0 0,1 0 0,0 0 0,0 0 0,0 0 0,0 1 0,0-1 0,0 0 0,0 0 0,1 1 0,-1-1 0,0 0 0,1 1 0,-1-1 0,1 1 0,-1-1 0,1 1 0,0-1 0,-1 1 0,1-1 0,0 1 0,0-1 0,0 1 0,0-1 0,1 1 0,-1 0 0,0-1 0,1 1 0,-1-1 0,1 0 0,-1 1 0,2 1 0,2 7 0,1 0 0,0-1 0,10 16 0,-9-17 0,21 30 0,9 16 0,-22-27 0,-9-15 0,1-1 0,14 21 0,-20-32 0,0 0 0,0 0 0,0 0 0,1 0 0,-1 1 0,0-1 0,0 0 0,0 0 0,0 0 0,0 0 0,0 1 0,0-1 0,1 0 0,-1 0 0,0 0 0,0 0 0,0 0 0,0 0 0,0 0 0,1 0 0,-1 1 0,0-1 0,0 0 0,0 0 0,0 0 0,1 0 0,-1 0 0,0 0 0,0 0 0,0 0 0,1 0 0,-1 0 0,0 0 0,0 0 0,0 0 0,0 0 0,1 0 0,-1 0 0,0 0 0,0-1 0,0 1 0,0 0 0,1 0 0,-1 0 0,0 0 0,0 0 0,0 0 0,4-12 0,-3-20 0,-1 30 0,-1-44 0,1 36 0,0 32 0,0 43-1365</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8:45:46.987"/>
    </inkml:context>
    <inkml:brush xml:id="br0">
      <inkml:brushProperty name="width" value="0.1" units="cm"/>
      <inkml:brushProperty name="height" value="0.1" units="cm"/>
      <inkml:brushProperty name="color" value="#FFFFFF"/>
    </inkml:brush>
  </inkml:definitions>
  <inkml:trace contextRef="#ctx0" brushRef="#br0">221 15 24575,'-28'0'0,"8"1"0,-1-1 0,1-1 0,-39-7 0,46 5-341,0 1 0,0 1-1,-21 0 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8:45:53.984"/>
    </inkml:context>
    <inkml:brush xml:id="br0">
      <inkml:brushProperty name="width" value="0.1" units="cm"/>
      <inkml:brushProperty name="height" value="0.1" units="cm"/>
      <inkml:brushProperty name="color" value="#FFFFFF"/>
    </inkml:brush>
  </inkml:definitions>
  <inkml:trace contextRef="#ctx0" brushRef="#br0">322 0 24575,'-11'13'0,"1"0"0,0 0 0,1 1 0,0 0 0,1 1 0,0 0 0,-9 30 0,10-28 0,-2 11 0,0 1 0,2 0 0,1 1 0,-2 34 0,8-63 0,0 0 0,0 0 0,0-1 0,0 1 0,0 0 0,-1 0 0,1 0 0,0 0 0,-1-1 0,1 1 0,0 0 0,-1 0 0,1 0 0,-1-1 0,1 1 0,-1 0 0,0 1 0,0-2 0,1 0 0,-1 0 0,1 0 0,-1 0 0,1 0 0,-1 0 0,1 0 0,-1 0 0,1 0 0,-1 0 0,1 0 0,-1 0 0,1 0 0,-1 0 0,1 0 0,-1 0 0,1 0 0,0-1 0,-1 1 0,1 0 0,-1 0 0,1-1 0,-1 1 0,-4-5 0,0 1 0,0-1 0,0 0 0,-3-5 0,-6-6 0,13 15 0,0 1 0,1-1 0,-1 0 0,1 1 0,-1-1 0,0 1 0,0-1 0,1 1 0,-1-1 0,0 1 0,0-1 0,1 1 0,-1 0 0,0 0 0,0-1 0,0 1 0,0 0 0,0 0 0,0 0 0,1 0 0,-1 0 0,0 0 0,0 0 0,0 0 0,0 0 0,0 0 0,0 1 0,1-1 0,-1 0 0,0 1 0,0-1 0,-1 1 0,1 1 0,-1 1 0,1-1 0,0 0 0,0 0 0,0 1 0,0-1 0,0 1 0,0-1 0,0 4 0,1-3 0,-1-1 0,0 1 0,0 0 0,0 0 0,0 0 0,0 0 0,-2 2 0,3-5 0,-1 1 0,1-1 0,0 0 0,0 0 0,0 1 0,0-1 0,-1 0 0,1 0 0,0 0 0,0 0 0,0 1 0,-1-1 0,1 0 0,0 0 0,0 0 0,-1 0 0,1 0 0,0 0 0,0 0 0,-1 0 0,1 1 0,0-1 0,-1 0 0,1 0 0,0 0 0,0 0 0,-1 0 0,1-1 0,0 1 0,-1 0 0,1 0 0,0 0 0,0 0 0,-1 0 0,1 0 0,0 0 0,0 0 0,-1-1 0,1 1 0,-8-13 0,-2-17 0,-6-77 0,14 70 0,2 29 0,0 25 0,0-11 0,-1 21 0,2-26 0,-1 0 0,0-1 0,-1 1 0,1 0 0,0 0 0,0 0 0,0-1 0,0 1 0,-1 0 0,1-1 0,0 1 0,-1 0 0,1 0 0,0-1 0,-1 1 0,1-1 0,-1 1 0,1 0 0,-1-1 0,1 1 0,-1-1 0,1 1 0,-1-1 0,0 1 0,1-1 0,-2 1 0,1-1 0,0 0 0,0-1 0,1 1 0,-1 0 0,0-1 0,0 1 0,1 0 0,-1-1 0,0 1 0,1-1 0,-1 1 0,1-1 0,-1 1 0,1-1 0,-1 0 0,1 1 0,-1-1 0,1 0 0,-1 1 0,1-1 0,0 0 0,-1 0 0,1 1 0,0-1 0,0 0 0,-1 0 0,1 1 0,0-1 0,0 0 0,0 0 0,0-1 0,-3-28 0,3 28 0,-8 21 0,6-18 0,7-18 0,0 6 67,1-1 1,0 1-1,9-13 0,6-10-1701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8:46:07.362"/>
    </inkml:context>
    <inkml:brush xml:id="br0">
      <inkml:brushProperty name="width" value="0.1" units="cm"/>
      <inkml:brushProperty name="height" value="0.1" units="cm"/>
      <inkml:brushProperty name="color" value="#FFFFFF"/>
    </inkml:brush>
  </inkml:definitions>
  <inkml:trace contextRef="#ctx0" brushRef="#br0">2 0 24575,'-2'0'0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8:46:08.793"/>
    </inkml:context>
    <inkml:brush xml:id="br0">
      <inkml:brushProperty name="width" value="0.1" units="cm"/>
      <inkml:brushProperty name="height" value="0.1" units="cm"/>
      <inkml:brushProperty name="color" value="#FFFFFF"/>
    </inkml:brush>
  </inkml:definitions>
  <inkml:trace contextRef="#ctx0" brushRef="#br0">1 1 24575,'0'0'-8191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8:46:10.701"/>
    </inkml:context>
    <inkml:brush xml:id="br0">
      <inkml:brushProperty name="width" value="0.1" units="cm"/>
      <inkml:brushProperty name="height" value="0.1" units="cm"/>
      <inkml:brushProperty name="color" value="#FFFFFF"/>
    </inkml:brush>
  </inkml:definitions>
  <inkml:trace contextRef="#ctx0" brushRef="#br0">0 1 24575,'0'0'-8191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8:46:12.596"/>
    </inkml:context>
    <inkml:brush xml:id="br0">
      <inkml:brushProperty name="width" value="0.1" units="cm"/>
      <inkml:brushProperty name="height" value="0.1" units="cm"/>
      <inkml:brushProperty name="color" value="#FFFFFF"/>
    </inkml:brush>
  </inkml:definitions>
  <inkml:trace contextRef="#ctx0" brushRef="#br0">1 1 24575,'0'0'-8191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8:48:33.851"/>
    </inkml:context>
    <inkml:brush xml:id="br0">
      <inkml:brushProperty name="width" value="0.1" units="cm"/>
      <inkml:brushProperty name="height" value="0.1" units="cm"/>
      <inkml:brushProperty name="color" value="#FFFFFF"/>
    </inkml:brush>
  </inkml:definitions>
  <inkml:trace contextRef="#ctx0" brushRef="#br0">135 415 24575,'1'0'0,"0"-1"0,1 1 0,-1 0 0,0-1 0,0 1 0,0-1 0,0 0 0,0 1 0,1-1 0,-1 0 0,0 1 0,0-1 0,-1 0 0,1 0 0,0 0 0,0 0 0,0 0 0,-1 0 0,1 0 0,0 0 0,-1-1 0,1 1 0,-1 0 0,1 0 0,-1 0 0,0-1 0,0 1 0,1 0 0,-1 0 0,0-2 0,3-44 0,-3 44 0,0-8 0,-1-20 0,1 30 0,0-1 0,-1 1 0,1-1 0,0 1 0,-1-1 0,1 1 0,-1-1 0,1 1 0,-1 0 0,0-1 0,0 1 0,0 0 0,0 0 0,1-1 0,-1 1 0,-2-1 0,3 2 0,0 0 0,0-1 0,-1 1 0,1 0 0,0 0 0,0 0 0,0 0 0,-1 0 0,1 0 0,0-1 0,0 1 0,-1 0 0,1 0 0,0 0 0,0 0 0,-1 0 0,1 0 0,0 0 0,0 0 0,-1 0 0,1 0 0,0 0 0,0 0 0,-1 0 0,1 0 0,0 0 0,0 1 0,-1-1 0,1 0 0,0 0 0,0 0 0,-1 0 0,1 0 0,0 0 0,0 1 0,0-1 0,-1 0 0,1 0 0,0 1 0,-5 13 0,4 17 0,1-30 0,0 5 0,0 1 0,1-1 0,0 1 0,0-1 0,0 1 0,1-1 0,0 0 0,0 0 0,1 0 0,-1 0 0,6 7 0,-8-13 0,0 0 0,0 1 0,0-1 0,0 0 0,0 0 0,0 0 0,1 0 0,-1 0 0,0 0 0,0 0 0,0 0 0,0 0 0,0 0 0,0 0 0,0 0 0,0 0 0,0 0 0,1 0 0,-1 0 0,0 0 0,0 0 0,0 0 0,0 0 0,0 0 0,0 0 0,0 0 0,0 0 0,0 0 0,1 0 0,-1 0 0,0 0 0,0 0 0,0 0 0,0 0 0,0 0 0,0-1 0,0 1 0,0 0 0,0 0 0,0 0 0,0 0 0,0 0 0,0 0 0,1 0 0,-1 0 0,0 0 0,0 0 0,0 0 0,0-1 0,0 1 0,0 0 0,0 0 0,0 0 0,0 0 0,0 0 0,0 0 0,2-11 0,-1-10 0,-1 12 0,-4-57 0,4 59 0,-1 1 0,-1-1 0,1 1 0,-1 0 0,0-1 0,-1 1 0,-4-10 0,7 16 0,0 0 0,0 0 0,0 0 0,0-1 0,-1 1 0,1 0 0,0 0 0,0 0 0,0 0 0,0 0 0,0 0 0,0 0 0,0 0 0,0-1 0,0 1 0,0 0 0,0 0 0,0 0 0,0 0 0,0 0 0,0 0 0,-1 0 0,1 0 0,0 0 0,0 0 0,0 0 0,0 0 0,0 0 0,0-1 0,0 1 0,0 0 0,-1 0 0,1 0 0,0 0 0,0 0 0,0 0 0,0 0 0,0 0 0,0 0 0,0 0 0,-1 0 0,1 0 0,0 0 0,0 1 0,0-1 0,0 0 0,0 0 0,0 0 0,0 0 0,0 0 0,-1 0 0,1 0 0,0 0 0,0 0 0,-2 9 0,3 11 0,28 141 0,-28-158 0,0 1 0,0-1 0,0 0 0,0 0 0,0 0 0,1 1 0,2 3 0,-4-7 0,0 1 0,1-1 0,-1 0 0,0 0 0,0 1 0,0-1 0,0 0 0,1 0 0,-1 0 0,0 1 0,0-1 0,1 0 0,-1 0 0,0 0 0,0 0 0,1 1 0,-1-1 0,0 0 0,1 0 0,-1 0 0,0 0 0,1 0 0,-1 0 0,0 0 0,0 0 0,1 0 0,-1 0 0,0 0 0,1 0 0,0 0 0,-1-1 0,1 0 0,0 1 0,-1-1 0,1 0 0,0 0 0,-1 0 0,1 0 0,-1 0 0,0 0 0,1 0 0,-1 1 0,0-1 0,1 0 0,-1 0 0,0-2 0,3-14 0,7-19 0,-10 35 0,0 1 0,0 0 0,0 0 0,0 0 0,0 0 0,0 0 0,0 0 0,0 0 0,0-1 0,0 1 0,0 0 0,0 0 0,1 0 0,-1 0 0,0 0 0,0 0 0,0 0 0,0 0 0,0 0 0,0 0 0,0 0 0,1 0 0,-1 0 0,0 0 0,0-1 0,0 1 0,0 0 0,0 0 0,0 0 0,1 0 0,-1 0 0,0 0 0,0 0 0,0 1 0,0-1 0,0 0 0,0 0 0,0 0 0,1 0 0,-1 0 0,0 0 0,0 0 0,0 0 0,0 0 0,0 0 0,0 0 0,1 0 0,5 8 0,4 13 0,-9-19 0,2 6 0,-2-6 0,0 1 0,0-1 0,0 0 0,0 1 0,0-1 0,0 0 0,1 0 0,-1 0 0,1 0 0,0 0 0,-1 0 0,4 2 0,-5-4 0,1 0 0,-1-1 0,1 1 0,-1 0 0,0 0 0,1-1 0,-1 1 0,1 0 0,-1-1 0,0 1 0,1 0 0,-1-1 0,0 1 0,0-1 0,1 1 0,-1 0 0,0-1 0,0 1 0,0-1 0,1 1 0,-1-1 0,0 1 0,0-1 0,0 1 0,0-1 0,0 1 0,0-1 0,0 1 0,0-1 0,0 1 0,0-1 0,1-21 0,-1 21 0,0-11 0,1-2 0,-1 1 0,0-1 0,-1 1 0,0-1 0,-7-25 0,8 39 0,0 0 0,0 0 0,0 0 0,0 0 0,0 0 0,0-1 0,0 1 0,0 0 0,0 0 0,0 0 0,0 0 0,0 0 0,0 0 0,0 0 0,0 0 0,0 0 0,0-1 0,0 1 0,0 0 0,0 0 0,0 0 0,-1 0 0,1 0 0,0 0 0,0 0 0,0 0 0,0 0 0,0 0 0,0 0 0,0 0 0,0 0 0,0 0 0,0-1 0,0 1 0,-1 0 0,1 0 0,0 0 0,0 0 0,0 0 0,0 0 0,0 0 0,0 0 0,0 0 0,0 0 0,0 0 0,-1 0 0,1 0 0,0 0 0,0 0 0,0 0 0,0 0 0,0 0 0,0 1 0,0-1 0,0 0 0,0 0 0,-1 0 0,1 0 0,0 0 0,-3 8 0,0 12 0,2 19 0,2-24 0,-1-13 0,1-5 0,1-13 0,1 1 0,9-25 0,3-16 0,-13 49 0,0 1 0,0-1 0,1 1 0,6-12 0,-6 13 0,0-1 0,0 0 0,-1 1 0,0-1 0,3-11 0,-5 15 0,0 0 0,0 0 0,0 0 0,0-1 0,0 1 0,-1 0 0,1 0 0,0 0 0,-1 0 0,0 0 0,0 0 0,1-1 0,-1 2 0,-1-1 0,1 0 0,0 0 0,0 0 0,-1 0 0,1 1 0,-3-3 0,-3-2 0,1 1 0,-1 0 0,1 0 0,-1 1 0,-1 0 0,1 0 0,-1 0 0,1 1 0,-1 0 0,0 1 0,0 0 0,0 0 0,-10 0 0,17 2 0,0 0 0,0 0 0,0 0 0,0 0 0,0 0 0,1 1 0,-1-1 0,0 0 0,0 0 0,0 1 0,0-1 0,1 1 0,-1-1 0,0 1 0,0-1 0,1 1 0,-1 0 0,0-1 0,1 1 0,-1 0 0,1-1 0,-1 1 0,1 0 0,-1 0 0,1-1 0,-1 1 0,1 0 0,0 0 0,-1 2 0,-4 33 0,5-33 0,0 0 0,0 0 0,0 1 0,-1-1 0,1 0 0,-1 0 0,0 1 0,-2 5 0,-9-41 0,6 14 0,-7-17 0,13 34 0,-1-1 0,0 0 0,0 1 0,0-1 0,0 1 0,0-1 0,-1 1 0,1-1 0,0 1 0,-1 0 0,1 0 0,-1 0 0,1 0 0,-1 0 0,-2-1 0,4 2 0,-1 0 0,1 1 0,0-1 0,-1 0 0,1 1 0,0-1 0,-1 1 0,1-1 0,0 1 0,-1-1 0,1 1 0,0-1 0,0 1 0,0-1 0,0 1 0,-1-1 0,1 1 0,0-1 0,0 1 0,0-1 0,0 1 0,0-1 0,0 1 0,0 0 0,1 0 0,-1 19 0,0-19 0,0 5 0,-1-5 0,1 1 0,0 0 0,0 0 0,0-1 0,0 1 0,1 0 0,-1-1 0,0 1 0,1 0 0,-1-1 0,1 1 0,1 2 0,-1-7 0,1 0 0,-1 1 0,1-1 0,0 0 0,0 0 0,0 1 0,2-3 0,5 1 0,0 0 0,0 1 0,0 0 0,0 0 0,1 1 0,-1 0 0,14 0 0,69 2 0,-43 1 0,-44-1 0,-1 1 0,1-1 0,0 1 0,-1 0 0,1 0 0,-1 1 0,0-1 0,1 1 0,-1 0 0,0 0 0,0 0 0,0 1 0,0 0 0,-1-1 0,1 1 0,-1 1 0,0-1 0,1 0 0,-1 1 0,4 6 0,-7-9 0,0-1 0,0 0 0,0 0 0,0 1 0,1-1 0,-1 0 0,0 0 0,0 0 0,0 1 0,0-1 0,0 0 0,1 0 0,-1 0 0,0 0 0,0 1 0,0-1 0,1 0 0,-1 0 0,0 0 0,0 0 0,0 0 0,1 0 0,-1 0 0,0 0 0,0 1 0,1-1 0,-1 0 0,0 0 0,0 0 0,1 0 0,-1 0 0,0 0 0,0 0 0,1 0 0,-1-1 0,0 1 0,0 0 0,1 0 0,-1 0 0,0 0 0,0 0 0,6-12 0,-2-14 0,-4 24 0,0 0 0,0 0 0,-1 1 0,1-1 0,0 0 0,-1 0 0,1 1 0,-1-1 0,1 0 0,-1 1 0,0-1 0,0 0 0,0 1 0,0-1 0,0 1 0,0 0 0,0-1 0,0 1 0,-1 0 0,1 0 0,0 0 0,-1-1 0,1 1 0,-1 1 0,1-1 0,-1 0 0,0 0 0,1 1 0,-1-1 0,0 1 0,1-1 0,-1 1 0,-3-1 0,-8 0 0,0 0 0,0 0 0,-24 3 0,10 0 0,4-2 0,1 1 0,0 1 0,-38 9 0,45-7 0,-1-1 0,1 0 0,-20-1 0,87-3 0,78 2 0,-99 4 0,-26-3 0,0-1 0,0 0 0,1 0 0,-1 0 0,0-1 0,1 1 0,-1-1 0,1-1 0,-1 1 0,0-1 0,1 0 0,-1 0 0,0 0 0,8-4 0,-13 5 0,1 0 0,-1 0 0,0 0 0,1-1 0,-1 1 0,0 0 0,1 0 0,-1 0 0,0-1 0,0 1 0,1 0 0,-1-1 0,0 1 0,0 0 0,1 0 0,-1-1 0,0 1 0,0 0 0,0-1 0,0 1 0,1 0 0,-1-1 0,0 1 0,0-1 0,0 1 0,0 0 0,0-1 0,0 1 0,0 0 0,0-1 0,-9-7 0,-24-2 0,27 8 0,-9-2 0,-1 0 0,0 1 0,0 0 0,0 1 0,-20 1 0,-50 1 0,65 0 0,0-1 0,1-1 0,-34-7 0,29 5 0,15 3 0,27 0 0,-2 1 0,12 0 0,-1 2 0,26 4 0,4 2 0,0-2 0,68-1 0,-45-5-1365</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8:49:13.676"/>
    </inkml:context>
    <inkml:brush xml:id="br0">
      <inkml:brushProperty name="width" value="0.1" units="cm"/>
      <inkml:brushProperty name="height" value="0.1" units="cm"/>
      <inkml:brushProperty name="color" value="#FFFFFF"/>
    </inkml:brush>
  </inkml:definitions>
  <inkml:trace contextRef="#ctx0" brushRef="#br0">2 148 24575,'0'0'0,"0"-1"0,0 1 0,0-1 0,0 1 0,-1-1 0,1 1 0,0-1 0,0 1 0,0-1 0,0 1 0,0-1 0,0 1 0,1-1 0,-1 1 0,0-1 0,0 1 0,0-1 0,0 1 0,1-1 0,-1 1 0,0-1 0,0 1 0,1 0 0,-1-1 0,0 1 0,1-1 0,-1 1 0,0 0 0,1-1 0,-1 1 0,0 0 0,1-1 0,-1 1 0,1 0 0,-1 0 0,1-1 0,1 2 0,-1-1 0,0 1 0,0 0 0,0-1 0,1 1 0,-1 0 0,0-1 0,0 1 0,0 0 0,0 0 0,0 0 0,1 2 0,25 37 0,-6 20 0,-20-56 0,-3-10 0,-57-180 0,56 233 0,4 18 0,-1-65 0,0 0 0,0 0 0,0 0 0,0 0 0,0 0 0,0 0 0,0 0 0,0 0 0,0 0 0,-1 0 0,1 0 0,0 0 0,0-1 0,0 1 0,0 0 0,0 0 0,0 0 0,0 0 0,0 0 0,0 0 0,0 0 0,0 0 0,0 0 0,-1 0 0,1 0 0,0 0 0,0 0 0,0 0 0,0 0 0,0 0 0,0 0 0,0 0 0,0 0 0,0 0 0,0 0 0,0 0 0,-1 0 0,1 0 0,0 0 0,0 0 0,0 0 0,0 0 0,0 1 0,0-1 0,0 0 0,0 0 0,0 0 0,0 0 0,0 0 0,0 0 0,0 0 0,0 0 0,0 0 0,0 0 0,-1 0 0,1 0 0,0 0 0,0 1 0,0-1 0,0 0 0,0 0 0,0 0 0,-5-10 0,4 3 0,10 13 0,8 17 0,-14-17 0,1-1 0,0 0 0,0 0 0,0 0 0,0 0 0,1-1 0,0 0 0,0 0 0,7 5 0,-12-9 0,0 0 0,1 0 0,-1 0 0,0 0 0,1 0 0,-1 0 0,1 0 0,-1 0 0,0 0 0,1 0 0,-1 0 0,1 0 0,-1 0 0,0 0 0,1 0 0,-1 0 0,1-1 0,-1 1 0,0 0 0,1 0 0,-1 0 0,0-1 0,1 1 0,-1 0 0,0 0 0,1-1 0,-1 1 0,0 0 0,0-1 0,1 1 0,-1 0 0,0-1 0,0 1 0,0 0 0,0-1 0,1 1 0,-1 0 0,0-1 0,0 1 0,0-1 0,0 1 0,0-1 0,2-20 0,-1 18 0,-2-194 0,1 197 0,0 0 0,0 0 0,1 0 0,-1 0 0,0 0 0,0 0 0,0 0 0,0 0 0,0 0 0,0 0 0,0 0 0,0 0 0,0 0 0,0 0 0,1 0 0,-1 0 0,0 0 0,0 0 0,0 0 0,0 0 0,0 0 0,0 0 0,0 0 0,0 0 0,0 0 0,0 0 0,1 0 0,-1 0 0,0 0 0,0 0 0,0 0 0,0-1 0,0 1 0,0 0 0,0 0 0,0 0 0,0 0 0,0 0 0,0 0 0,0 0 0,0 0 0,0 0 0,0 0 0,0-1 0,0 1 0,0 0 0,0 0 0,0 0 0,0 0 0,0 0 0,0 0 0,0 0 0,0 0 0,0 0 0,0-1 0,0 1 0,0 0 0,0 0 0,5 12 0,4 17 0,-3-8 0,2 7 0,0-1 0,22 44 0,-30-70 0,0-1 0,0 1 0,0-1 0,0 1 0,1-1 0,-1 1 0,0-1 0,0 1 0,1-1 0,-1 1 0,0-1 0,1 0 0,-1 1 0,1-1 0,-1 1 0,1-1 0,-1 0 0,0 1 0,1-1 0,-1 0 0,1 0 0,-1 1 0,1-1 0,0 0 0,-1 0 0,2 0 0,-2 0 0,1 0 0,-1-1 0,1 1 0,-1-1 0,1 0 0,-1 1 0,1-1 0,-1 1 0,0-1 0,1 1 0,-1-1 0,0 0 0,1 1 0,-1-1 0,0 0 0,0 1 0,1-2 0,4-41 0,-5 37 0,6-94 0,0 111 0,1 9 0,0 37 0,-5-39 0,0-1 0,7 26 0,-4-34 0,-2-16 0,-1-20 0,-2 1 0,-1 17 0,1 1 0,0-1 0,0 1 0,1-1 0,0 1 0,0-1 0,4-10 0,-5 19 0,0 0 0,0-1 0,1 1 0,-1 0 0,0-1 0,0 1 0,0 0 0,1-1 0,-1 1 0,0 0 0,0 0 0,1-1 0,-1 1 0,0 0 0,1 0 0,-1-1 0,0 1 0,1 0 0,-1 0 0,0 0 0,1-1 0,-1 1 0,0 0 0,1 0 0,-1 0 0,1 0 0,-1 0 0,0 0 0,1 0 0,-1 0 0,0 0 0,1 0 0,-1 0 0,1 0 0,-1 0 0,0 0 0,1 0 0,-1 1 0,0-1 0,1 0 0,-1 0 0,0 0 0,1 1 0,-1-1 0,0 0 0,1 0 0,-1 1 0,0-1 0,0 0 0,1 1 0,14 16 0,-14-15 0,69 116 0,-70-117 0,1 0 0,-1-1 0,1 1 0,-1 0 0,1-1 0,-1 1 0,1 0 0,-1-1 0,1 1 0,-1-1 0,1 1 0,0-1 0,-1 1 0,1-1 0,0 0 0,-1 1 0,1-1 0,0 0 0,0 1 0,1-1 0,-2 0 0,1 0 0,-1-1 0,1 1 0,-1 0 0,0 0 0,1-1 0,-1 1 0,1 0 0,-1-1 0,0 1 0,1-1 0,-1 1 0,0 0 0,0-1 0,1 1 0,-1-1 0,0 1 0,0-1 0,0 1 0,1-1 0,-1 1 0,0-1 0,0 0 0,3-38 0,-3 35 0,1-36 0,-2 10 0,6-36 0,-5 91 0,8 43 0,-5-41 0,-37 66 0,16-41 0,-2-1 0,-48 88 0,67-138 0,1 0 0,-1 0 0,1-1 0,0 1 0,-1 0 0,1 0 0,-1-1 0,0 1 0,1 0 0,-1-1 0,0 1 0,1-1 0,-1 1 0,0-1 0,1 1 0,-1-1 0,0 1 0,-1-1 0,1 0 0,1 0 0,0 0 0,-1 0 0,1 0 0,-1-1 0,1 1 0,0 0 0,-1 0 0,1-1 0,0 1 0,-1 0 0,1-1 0,0 1 0,-1 0 0,1-1 0,0 1 0,0 0 0,-1-1 0,1 1 0,0-1 0,0 1 0,0 0 0,0-1 0,-1 1 0,1-1 0,-5-40 0,4 32 0,-2-17 0,3 15 0,-1 0 0,-1 0 0,1 0 0,-2 1 0,1-1 0,-2 0 0,1 1 0,-7-11 0,10 21 0,0 0 0,0 0 0,0-1 0,0 1 0,0 0 0,0 0 0,0 0 0,0 0 0,0 0 0,0 0 0,0 0 0,0 0 0,0 0 0,0 0 0,0 0 0,0 0 0,-1 0 0,1 0 0,0 0 0,0-1 0,0 1 0,0 0 0,0 0 0,0 0 0,0 0 0,0 0 0,0 0 0,-1 0 0,1 0 0,0 0 0,0 0 0,0 0 0,0 0 0,0 0 0,0 0 0,0 0 0,0 1 0,0-1 0,0 0 0,-1 0 0,1 0 0,0 0 0,0 0 0,0 0 0,0 0 0,0 0 0,0 0 0,0 0 0,0 0 0,0 0 0,0 0 0,0 0 0,0 0 0,0 1 0,0-1 0,0 0 0,0 0 0,0 0 0,0 0 0,-4 9 0,1 13 0,2-21 0,-5 75 0,6-76 0,0 0 0,0 0 0,0 0 0,0 0 0,-1 0 0,1 0 0,0 0 0,0 0 0,0 0 0,0 0 0,0 0 0,0 0 0,0 0 0,0 0 0,0 0 0,0 0 0,-1 0 0,1 0 0,0 0 0,0 0 0,0 0 0,0 0 0,0 0 0,0 0 0,0 0 0,0 0 0,0 0 0,0 0 0,-1 0 0,1 0 0,0 0 0,0 0 0,0 0 0,0 0 0,0 0 0,0 0 0,0 0 0,0 1 0,0-1 0,0 0 0,0 0 0,0 0 0,0 0 0,0 0 0,0 0 0,0 0 0,0 0 0,-1 0 0,1 0 0,0 1 0,0-1 0,0 0 0,0 0 0,0 0 0,0 0 0,0 0 0,0 0 0,0 0 0,1 0 0,-1 0 0,0 0 0,0 1 0,0-1 0,0 0 0,0 0 0,0 0 0,0 0 0,0 0 0,-4-10 0,-1-14 0,-7-58 0,13 82 0,-1 0 0,0 0 0,0 0 0,0 0 0,0 0 0,0-1 0,0 1 0,0 0 0,0 0 0,0 0 0,0 0 0,0-1 0,0 1 0,0 0 0,0 0 0,0 0 0,0 0 0,0-1 0,0 1 0,0 0 0,0 0 0,0 0 0,0 0 0,0 0 0,0-1 0,0 1 0,-1 0 0,1 0 0,0 0 0,0 0 0,0 0 0,0-1 0,0 1 0,0 0 0,0 0 0,-1 0 0,1 0 0,0 0 0,0 0 0,0 0 0,0 0 0,0 0 0,-1 0 0,1 0 0,0 0 0,0 0 0,0 0 0,0 0 0,-1 0 0,1 0 0,0 0 0,-3 10 0,0 18 0,3 66 0,2-48 0,-10 85 0,8-131 0,1 0 0,-1 1 0,0-1 0,0 0 0,0 0 0,0 0 0,0 0 0,0 1 0,0-1 0,0 0 0,0 0 0,0 0 0,0 1 0,0-1 0,0 0 0,0 0 0,0 0 0,0 0 0,0 1 0,0-1 0,0 0 0,0 0 0,0 0 0,0 0 0,0 1 0,-1-1 0,1 0 0,0 0 0,0 0 0,0 0 0,0 0 0,0 1 0,0-1 0,0 0 0,-1 0 0,1 0 0,0 0 0,0 0 0,0 0 0,0 0 0,-1 0 0,1 1 0,0-1 0,0 0 0,0 0 0,0 0 0,-1 0 0,1 0 0,0 0 0,0 0 0,0 0 0,-1 0 0,1 0 0,0 0 0,0 0 0,0 0 0,0 0 0,-1-1 0,1 1 0,-8-14 0,-6-26 0,-46-200 0,59 238 0,0 5 0,-1 17 0,1 26 0,1-31 43,1 10-395,-2 0 0,0 1 0,-6 27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8:49:23.766"/>
    </inkml:context>
    <inkml:brush xml:id="br0">
      <inkml:brushProperty name="width" value="0.05" units="cm"/>
      <inkml:brushProperty name="height" value="0.05" units="cm"/>
    </inkml:brush>
  </inkml:definitions>
  <inkml:trace contextRef="#ctx0" brushRef="#br0">0 0 24575,'0'0'-8191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8:49:25.132"/>
    </inkml:context>
    <inkml:brush xml:id="br0">
      <inkml:brushProperty name="width" value="0.05" units="cm"/>
      <inkml:brushProperty name="height" value="0.05" units="cm"/>
    </inkml:brush>
  </inkml:definitions>
  <inkml:trace contextRef="#ctx0" brushRef="#br0">1 0 24575</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1T04:04:56.699"/>
    </inkml:context>
    <inkml:brush xml:id="br0">
      <inkml:brushProperty name="width" value="0.1" units="cm"/>
      <inkml:brushProperty name="height" value="0.1" units="cm"/>
      <inkml:brushProperty name="color" value="#FFFFFF"/>
    </inkml:brush>
  </inkml:definitions>
  <inkml:trace contextRef="#ctx0" brushRef="#br0">22 138 24575,'0'2'0,"0"0"0,0-1 0,1 1 0,-1 0 0,0-1 0,0 1 0,1 0 0,-1-1 0,1 1 0,0-1 0,-1 1 0,1-1 0,0 1 0,0-1 0,0 1 0,0-1 0,0 0 0,0 0 0,0 1 0,1-1 0,-1 0 0,0 0 0,1 0 0,-1 0 0,2 0 0,4 2 0,-1-1 0,1 0 0,0 0 0,0 0 0,7 0 0,-9-2 0,-1 1 0,1 0 0,0-1 0,-1 2 0,1-1 0,-1 1 0,1-1 0,-1 1 0,5 3 0,-9-5 0,0 0 0,0 0 0,1 1 0,-1-1 0,0 0 0,0 0 0,0 0 0,1 1 0,-1-1 0,0 0 0,0 0 0,0 1 0,1-1 0,-1 0 0,0 0 0,0 1 0,0-1 0,0 0 0,0 1 0,0-1 0,0 0 0,0 0 0,0 1 0,0-1 0,0 0 0,0 1 0,0-1 0,0 0 0,0 1 0,0-1 0,0 0 0,0 1 0,-10 6 0,-20 3 0,25-9 0,-29 6 0,27-7 0,1 1 0,-1 1 0,1-1 0,0 1 0,-1 0 0,1 0 0,-6 4 0,3 2 0,17-5 0,19-6 0,-25 3 0,30-3 0,-23 3 0,0-1 0,0 0 0,13-3 0,-19 4 0,-1-1 0,1 0 0,-1 0 0,1 0 0,-1-1 0,0 1 0,0 0 0,0-1 0,1 0 0,-1 1 0,-1-1 0,1 0 0,0 0 0,0 0 0,-1 0 0,3-3 0,1-7 0,-4 10 0,-1-1 0,1 1 0,0 0 0,0 0 0,0 0 0,1 0 0,-1 0 0,0 0 0,1 0 0,-1 0 0,1 1 0,2-3 0,-4 4 0,1 0 0,-1 1 0,0-1 0,1 0 0,-1 0 0,0 0 0,1 0 0,-1 0 0,0 1 0,1-1 0,-1 0 0,0 0 0,1 1 0,-1-1 0,0 0 0,0 0 0,1 1 0,-1-1 0,0 0 0,0 1 0,0-1 0,1 0 0,-1 1 0,0-1 0,0 0 0,0 1 0,0-1 0,0 1 0,0-1 0,5 17 0,-3-11 0,7 11 0,-6-14 0,-5-12 0,-3-7 0,-1-3 0,0 0 0,2-1 0,0 1 0,1-1 0,-1-21 0,4 29 0,-1-4 0,3 25 0,-2-8 0,0 0 0,0-1 0,1 1 0,-1-1 0,0 1 0,0 0 0,0-1 0,0 1 0,0-1 0,1 1 0,-1 0 0,0-1 0,0 1 0,1-1 0,-1 1 0,1-1 0,-1 1 0,0-1 0,1 0 0,-1 1 0,1-1 0,-1 1 0,1-1 0,-1 0 0,1 1 0,-1-1 0,1 0 0,-1 0 0,1 1 0,0-1 0,-1 0 0,1 0 0,-1 0 0,1 0 0,0 0 0,1 0 0,-1 0 0,1-1 0,-1 1 0,0-1 0,1 1 0,-1-1 0,0 1 0,1-1 0,-1 0 0,0 0 0,0 0 0,0 0 0,0 0 0,2-2 0,-2 3 0,0-1 0,0 0 0,0 0 0,0 0 0,-1 0 0,1 0 0,0 0 0,0 0 0,-1 0 0,1 0 0,-1 0 0,1 0 0,-1 0 0,0 0 0,1 0 0,-1 0 0,0-1 0,0 1 0,1 0 0,-1 0 0,0 0 0,0 0 0,-1-1 0,1 1 0,0 0 0,0 0 0,0 0 0,-1 0 0,1-1 0,-1 1 0,1 0 0,-1 0 0,1 0 0,-1 0 0,0 0 0,1 0 0,-1 0 0,0 0 0,0 1 0,0-1 0,1 0 0,-1 0 0,0 1 0,-2-2 0,-3 0 0,0 0 0,1 0 0,-1 1 0,0 0 0,0 0 0,0 0 0,-10 1 0,-42 4 0,57-4 0,-1 1 0,0-1 0,1 0 0,-1 1 0,1-1 0,-1 1 0,1 0 0,-1-1 0,1 1 0,0 0 0,-1 0 0,1 0 0,0 0 0,0 0 0,-1 0 0,1 0 0,0 1 0,0-1 0,0 0 0,-1 3 0,-13 12 0,9-13-1365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1T04:05:08.631"/>
    </inkml:context>
    <inkml:brush xml:id="br0">
      <inkml:brushProperty name="width" value="0.1" units="cm"/>
      <inkml:brushProperty name="height" value="0.1" units="cm"/>
      <inkml:brushProperty name="color" value="#FFFFFF"/>
    </inkml:brush>
  </inkml:definitions>
  <inkml:trace contextRef="#ctx0" brushRef="#br0">185 2 24575,'-26'-1'0,"4"1"0,-30 2 0,47-1 0,-1-1 0,1 1 0,0 1 0,0-1 0,0 1 0,0 0 0,0 0 0,0 0 0,0 0 0,0 1 0,-4 3 0,8-5 0,-1 1 0,1-1 0,0 0 0,-1 0 0,1 1 0,0-1 0,-1 0 0,1 1 0,0 0 0,0-1 0,0 1 0,1-1 0,-1 1 0,0 0 0,1 0 0,-1-1 0,1 1 0,-1 0 0,1 0 0,0 0 0,0 0 0,0 0 0,0-1 0,0 1 0,0 0 0,0 0 0,1 0 0,0 2 0,0-2 0,0 0 0,0-1 0,1 1 0,-1 0 0,0 0 0,1-1 0,-1 1 0,1-1 0,0 1 0,-1-1 0,1 0 0,0 0 0,0 1 0,0-1 0,0-1 0,0 1 0,0 0 0,0 0 0,0-1 0,0 1 0,1-1 0,-1 0 0,3 1 0,5 0 0,1-1 0,0 1 0,-1-2 0,1 1 0,0-2 0,11-2 0,-18 3 0,0 0 0,0-1 0,0 0 0,0 0 0,0 0 0,-1-1 0,1 1 0,0-1 0,-1 0 0,0 1 0,0-2 0,0 1 0,0 0 0,0-1 0,-1 1 0,0-1 0,4-6 0,-5 8 0,12-19 0,-8 20 0,-2 14 0,-5 8 0,7-34 0,-1 8 0,0 12 0,2 18 0,-4-17 0,-2-8 0,0 0 0,0 0 0,0 1 0,0-1 0,0 0 0,0 0 0,0 0 0,0 1 0,0-1 0,0 0 0,0 0 0,0 0 0,0 1 0,0-1 0,0 0 0,0 0 0,0 0 0,0 0 0,0 1 0,0-1 0,0 0 0,1 0 0,-1 0 0,0 0 0,0 1 0,0-1 0,0 0 0,0 0 0,1 0 0,-1 0 0,0 0 0,0 0 0,0 0 0,0 1 0,1-1 0,-1 0 0,0 0 0,0 0 0,0 0 0,1 0 0,-1 0 0,0 0 0,0 0 0,0 0 0,0 0 0,1 0 0,-1 0 0,0 0 0,0 0 0,0 0 0,1 0 0,-1 0 0,0-1 0,0 1 0,0 0 0,1 0 0,-1 0 0,0 0 0,0 0 0,0 0 0,0 0 0,0-1 0,1 1 0,-1 0 0,6-13 0,-5 9 0,-2 23 0,-2-5 0,0 0 0,-1 1 0,-1-1 0,-6 13 0,6-15 0,1-1 0,0 1 0,0 0 0,1 0 0,1 0 0,-2 19 0,4-30 0,0 0 0,0 1 0,-1-1 0,1 1 0,0 0 0,0-1 0,0 1 0,0-1 0,0 1 0,1-1 0,-1 1 0,0 0 0,1-1 0,-1 0 0,1 1 0,0-1 0,-1 1 0,1-1 0,0 1 0,0-1 0,0 0 0,0 0 0,0 0 0,0 1 0,0-1 0,0 0 0,0 0 0,1 0 0,1 0 0,-3 0 0,1-1 0,0 1 0,-1-1 0,1 1 0,0-1 0,-1 1 0,1-1 0,0 0 0,0 1 0,-1-1 0,1 0 0,0 0 0,0 1 0,-1-1 0,1 0 0,0 0 0,0 0 0,0 0 0,0 0 0,-1 0 0,2-1 0,-1 1 0,0-1 0,0 0 0,0 0 0,0 1 0,-1-1 0,1 0 0,0 0 0,-1 0 0,1 0 0,0 0 0,-1 0 0,0 0 0,1 0 0,-1 0 0,1 0 0,-1-2 0,3-10-1365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1T04:05:15.968"/>
    </inkml:context>
    <inkml:brush xml:id="br0">
      <inkml:brushProperty name="width" value="0.1" units="cm"/>
      <inkml:brushProperty name="height" value="0.1" units="cm"/>
      <inkml:brushProperty name="color" value="#FFFFFF"/>
    </inkml:brush>
  </inkml:definitions>
  <inkml:trace contextRef="#ctx0" brushRef="#br0">562 469 24575,'3'-2'0,"3"6"0,5 7 0,-11-11 0,7 8 0,-1 1 0,0-1 0,-1 1 0,5 11 0,6 8 0,-16-28 0,0 1 0,0 0 0,1 0 0,-1-1 0,1 1 0,-1 0 0,1-1 0,-1 1 0,1 0 0,-1-1 0,1 1 0,-1-1 0,1 1 0,0-1 0,-1 1 0,1-1 0,0 1 0,-1-1 0,1 0 0,0 1 0,0-1 0,-1 0 0,1 0 0,0 1 0,0-1 0,0 0 0,-1 0 0,2 0 0,0-1 0,-1 1 0,0-1 0,0 0 0,0 0 0,0 1 0,0-1 0,0 0 0,0 0 0,-1 0 0,1 0 0,0 0 0,0 0 0,-1-1 0,1 1 0,0-2 0,4-8 0,-1-1 0,5-21 0,-8 30 0,3-24 0,0 1 0,-2-1 0,-1-34 0,1-17 0,1 61 0,2 24 0,1 28 0,-4 147 0,-2-154 0,2-12 0,4-24 0,5-31 0,-9 33 0,1-8 0,-5 11 0,-15 14 0,11-6 0,-3 4 0,-1 1 0,1-1 0,-14 23 0,16-23 0,0 1 0,0-1 0,-1-1 0,0 1 0,-17 13 0,22-20 0,1-1 0,-1 0 0,1-1 0,-1 1 0,1 0 0,-1-1 0,0 1 0,1-1 0,-1 0 0,0 0 0,1 0 0,-1 0 0,0 0 0,1-1 0,-1 1 0,1-1 0,-1 0 0,0 0 0,1 0 0,-1 0 0,1 0 0,0 0 0,-1-1 0,-2-2 0,-3-1 0,0-1 0,0 0 0,0-1 0,1 0 0,-8-9 0,-17-14 0,26 26 0,0-1 0,1 1 0,0-1 0,-9-11 0,13 14 0,0 0 0,0 0 0,0 0 0,0 0 0,0-1 0,0 1 0,1 0 0,-1 0 0,1-1 0,0 1 0,-1 0 0,1-1 0,0 1 0,0 0 0,0-1 0,1 1 0,-1 0 0,1 0 0,0-4 0,3-3 0,0-1 0,0 1 0,12-18 0,-12 21 0,0-1 0,0 0 0,0 0 0,-1-1 0,0 1 0,0-1 0,2-10 0,-6 29 0,0 4 0,-1-1 0,0 0 0,-1 1 0,-4 13 0,3-16 0,2-8 0,1 0 0,0 0 0,-1 0 0,0 0 0,0 0 0,0-1 0,0 1 0,-1 0 0,-4 5 0,6-10 0,1 1 0,0 0 0,-1 0 0,1 0 0,-1 0 0,1 0 0,0-1 0,-1 1 0,1 0 0,0 0 0,0-1 0,-1 1 0,1 0 0,0-1 0,0 1 0,-1 0 0,1-1 0,0 1 0,0 0 0,0-1 0,-1 1 0,1 0 0,0-1 0,0 1 0,0 0 0,0-1 0,0 1 0,0-1 0,0 1 0,0 0 0,0-1 0,0 1 0,0-1 0,0 1 0,0 0 0,0-1 0,-1-18 0,2-236 0,0 235 0,7-36 0,-4 36 0,1-35 0,-5 53 0,-3-24 0,3 26 0,0 0 0,0-1 0,0 1 0,0 0 0,0 0 0,-1-1 0,1 1 0,0 0 0,0 0 0,0 0 0,-1-1 0,1 1 0,0 0 0,0 0 0,0 0 0,-1 0 0,1-1 0,0 1 0,0 0 0,-1 0 0,1 0 0,0 0 0,-1 0 0,1 0 0,0 0 0,0 0 0,-1 0 0,1 0 0,-1 0 0,-12 8 0,-9 15 0,16-17 0,0 0 0,0 0 0,0-1 0,-1 1 0,1-1 0,-13 6 0,-69 34 0,-69 33 0,140-70 0,13-6 0,0 1 0,-1-1 0,1 0 0,-1 0 0,1-1 0,-1 1 0,1-1 0,-1 0 0,0 0 0,0 0 0,-8-1 0,13 0 0,0 0 0,-1 0 0,1-1 0,0 1 0,0 0 0,0 0 0,0 0 0,-1-1 0,1 1 0,0 0 0,0 0 0,0-1 0,0 1 0,0 0 0,0-1 0,0 1 0,0 0 0,0 0 0,0-1 0,0 1 0,0 0 0,0-1 0,0 1 0,0 0 0,0 0 0,0-1 0,0 1 0,0 0 0,0-1 0,0 1 0,0 0 0,0 0 0,1-1 0,-1 1 0,0 0 0,0 0 0,0-1 0,1 1 0,-1 0 0,0 0 0,0-1 0,11-13 0,-8 10 0,5-8 0,-1-1 0,9-19 0,-10 19 0,0 1 0,13-20 0,-12 26 173,3-6-81,-10 12-132,0 0-1,1-1 0,-1 1 0,0 0 1,0 0-1,0-1 0,0 1 0,0 0 1,0 0-1,1-1 0,-1 1 0,0 0 1,0-1-1,0 1 0,0 0 0,0 0 0,0-1 1,0 1-1,0 0 0,0-1 0,0 1 1,0 0-1,-1 0 0,1-1 0,0 1 1,0 0-1,0 0 0,0-1 0,0 1 1,0 0-1,-1 0 0,1-1 0,0 1 1,0 0-1,0 0 0,-1 0 0,1-1 0,0 1 1,-1 0-1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1T04:05:26.011"/>
    </inkml:context>
    <inkml:brush xml:id="br0">
      <inkml:brushProperty name="width" value="0.1" units="cm"/>
      <inkml:brushProperty name="height" value="0.1" units="cm"/>
      <inkml:brushProperty name="color" value="#FFFFFF"/>
    </inkml:brush>
  </inkml:definitions>
  <inkml:trace contextRef="#ctx0" brushRef="#br0">1 0 24575,'1'1'0,"0"-1"0,0 1 0,0-1 0,0 1 0,0-1 0,0 1 0,0 0 0,0 0 0,-1-1 0,1 1 0,0 0 0,0 0 0,-1 0 0,1 0 0,0 0 0,-1 0 0,2 2 0,8 19 0,0 24 0,-8-34 0,1 0 0,6 18 0,15 49 0,-17-53 0,17 44 0,-16-54 0,-1 0 0,0 0 0,-2 0 0,0 1 0,0 0 0,-2 0 0,0 0 0,0 23 0,-4 112 0,-12-192-1365,6 24-5461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9:12:18.268"/>
    </inkml:context>
    <inkml:brush xml:id="br0">
      <inkml:brushProperty name="width" value="0.1" units="cm"/>
      <inkml:brushProperty name="height" value="0.1" units="cm"/>
      <inkml:brushProperty name="color" value="#FFFFFF"/>
    </inkml:brush>
  </inkml:definitions>
  <inkml:trace contextRef="#ctx0" brushRef="#br0">32 163 24575,'0'9'0,"2"0"0,-1 0 0,5 15 0,0-2 0,16 119 0,-21-138 0,0 0 0,-1 0 0,0 0 0,0 0 0,0 1 0,0-1 0,0 0 0,-1 0 0,1 0 0,-1 0 0,0 1 0,0-1 0,0 0 0,-3 4 0,1-2 0,0-1 0,-1 0 0,1 0 0,-1 0 0,0 0 0,0 0 0,-8 4 0,10-7 0,0 1 0,0 0 0,0 0 0,1-1 0,-1 1 0,0 0 0,1 0 0,-1 1 0,1-1 0,0 0 0,0 0 0,0 1 0,0-1 0,0 1 0,0-1 0,0 5 0,0-2 0,1-1 0,0 1 0,0-1 0,1 1 0,-1-1 0,1 1 0,0-1 0,3 9 0,-1-4 0,1-1 0,0 0 0,0 0 0,1 0 0,0-1 0,0 0 0,1 1 0,0-2 0,8 8 0,-3-4 0,-3-2 0,0-1 0,0-1 0,1 0 0,0 0 0,15 7 0,-21-12 0,-1 0 0,0 0 0,1 0 0,-1-1 0,0 0 0,1 1 0,-1-1 0,1 0 0,-1 0 0,1 0 0,-1 0 0,0-1 0,1 1 0,-1-1 0,0 1 0,1-1 0,-1 0 0,0 0 0,0 0 0,1 0 0,-1 0 0,0-1 0,0 1 0,0 0 0,-1-1 0,1 0 0,0 1 0,0-1 0,-1 0 0,2-2 0,4-6 0,-1 0 0,0 0 0,-1 0 0,0 0 0,6-19 0,13-58 0,-23 83 0,10-49 0,-7 30 0,2 0 0,9-28 0,5 13 0,-17 32 0,1 1 0,-1 0 0,0-1 0,-1 0 0,1 0 0,-1 0 0,-1 0 0,1 0 0,1-9 0,-3 15 0,0 0 0,-1 0 0,1 0 0,0 0 0,0 1 0,0-1 0,0 0 0,0 0 0,0 0 0,0 0 0,0 0 0,0 0 0,0 0 0,0 0 0,0 0 0,0 0 0,0 0 0,-1 0 0,1 0 0,0 0 0,0 0 0,0 0 0,0 0 0,0 0 0,0 0 0,0 0 0,0 0 0,0 0 0,0 0 0,0 0 0,0 0 0,0 0 0,0 0 0,-1-1 0,1 1 0,0 0 0,0 0 0,0 0 0,0 0 0,0 0 0,0 0 0,0 0 0,0 0 0,0 0 0,0 0 0,0 0 0,0 0 0,0 0 0,0 0 0,0 0 0,0 0 0,0-1 0,0 1 0,0 0 0,0 0 0,-7 10 0,-6 16 0,1 4 0,1 2 0,2 0 0,-6 33 0,9-46 0,2-18 0,1-12 0,-4-68 0,2 27 0,-19-91 0,25 142 0,-1 1 0,0 0 0,0-1 0,-1 1 0,1 0 0,0-1 0,0 1 0,0-1 0,0 1 0,0 0 0,0-1 0,0 1 0,-1 0 0,1-1 0,0 1 0,0 0 0,0 0 0,-1-1 0,1 1 0,0 0 0,0-1 0,-1 1 0,1 0 0,0 0 0,-1 0 0,1-1 0,0 1 0,-1 0 0,-5 8 0,-2 22 0,8-28 0,-10 40 0,-12 62 0,21-92 0,0 0 0,0 0 0,1 0 0,0 0 0,1 0 0,4 18 0,0-16 0,-3-21 0,-3-25 0,-9-68 0,-2-49 0,12 301 0,1-190 0,-2 1 0,-2-1 0,-1 1 0,-11-41 0,14 76 0,-1 6 0,0 17 0,-1 27 0,2 25 0,4 98 0,-1-156 0,1 0 0,1 0 0,10 27 0,4 16 0,-18-80 0,0-1 0,1 1 0,1-1 0,6-23 0,-5 24 0,2-2 0,1 1 0,1 0 0,13-30 0,-9 23 0,10-33 0,-16 44 0,2 2 0,0-1 0,1 1 0,1 0 0,0 1 0,23-29 0,-20 28 0,-11 15 0,0-1 0,1 1 0,-1 0 0,1 0 0,0 0 0,0 0 0,0 0 0,0 1 0,0-1 0,0 0 0,3-1 0,-4 3 0,-1 0 0,1 0 0,0 0 0,-1 0 0,1 0 0,0 0 0,-1 0 0,1 0 0,-1 0 0,1 0 0,0 0 0,-1 0 0,1 0 0,-1 0 0,1 1 0,-1-1 0,1 0 0,0 0 0,0 1 0,13 16 0,-8-1 0,0-1 0,-1 1 0,-1 0 0,-1 0 0,0 1 0,1 25 0,-1-15 0,2 22 0,-2-20 0,7 36 0,-10-64 0,0 1 0,0-1 0,0 0 0,1 0 0,-1 0 0,0 0 0,1 0 0,-1 0 0,0 0 0,1 0 0,-1 0 0,1 0 0,0-1 0,-1 1 0,1 0 0,1 1 0,-2-2 0,1 0 0,-1 0 0,1-1 0,-1 1 0,1 0 0,-1-1 0,0 1 0,1 0 0,-1-1 0,0 1 0,1-1 0,-1 1 0,0 0 0,0-1 0,1 1 0,-1-1 0,0 1 0,0-1 0,0 1 0,0-1 0,1 1 0,-1-1 0,0 0 0,8-43 0,-8 40 0,4-23 0,-3 12 0,1 0 0,1 0 0,4-14 0,-4 24 0,-1 6 0,-2 12 0,0-12 0,0 0 0,0-1 0,0 1 0,0-1 0,0 1 0,0 0 0,-1-1 0,1 1 0,0-1 0,0 1 0,0 0 0,-1-1 0,1 1 0,0-1 0,-1 1 0,1-1 0,-1 1 0,1-1 0,0 1 0,-1-1 0,1 0 0,-1 1 0,1-1 0,-1 0 0,1 1 0,-1-1 0,0 0 0,1 1 0,-1-1 0,1 0 0,-1 0 0,0 0 0,1 0 0,-1 0 0,1 0 0,-1 1 0,0-1 0,1-1 0,-1 1 0,0 0 0,1 0 0,-1 0 0,1 0 0,-1 0 0,0 0 0,1-1 0,-1 1 0,1 0 0,-1-1 0,1 1 0,-1 0 0,0-1 0,-3-3 0,0 0 0,1 0 0,-1 0 0,1 0 0,0-1 0,0 1 0,0-1 0,-3-7 0,-4-7 0,-19-43 0,29 62 0,0 0 0,0 0 0,0 0 0,0 0 0,0-1 0,0 1 0,0 0 0,0 0 0,0 0 0,-1 0 0,1 0 0,0 0 0,0-1 0,0 1 0,0 0 0,0 0 0,0 0 0,0 0 0,0 0 0,0 0 0,0 0 0,0 0 0,-1-1 0,1 1 0,0 0 0,0 0 0,0 0 0,0 0 0,0 0 0,0 0 0,-1 0 0,1 0 0,0 0 0,0 0 0,0 0 0,0 0 0,0 0 0,0 0 0,-1 0 0,1 0 0,0 0 0,0 0 0,0 0 0,0 0 0,0 0 0,0 0 0,-1 0 0,1 0 0,0 0 0,0 0 0,0 0 0,0 0 0,0 1 0,0-1 0,0 0 0,-1 0 0,1 0 0,0 0 0,0 0 0,0 0 0,-4 13 0,1 19 0,4 32 0,0-42 0,-1 1 0,-1 0 0,0-1 0,-2 1 0,-10 42 0,12-64 0,1 0 0,0 0 0,0 0 0,-1 0 0,1 0 0,0 0 0,-1-1 0,1 1 0,-1 0 0,1 0 0,-1 0 0,1-1 0,-1 1 0,0 0 0,1-1 0,-1 1 0,0-1 0,0 1 0,0 0 0,0-1 0,1 0 0,-1 0 0,1 0 0,-1 0 0,1 0 0,-1-1 0,1 1 0,-1 0 0,1 0 0,0 0 0,-1-1 0,1 1 0,-1 0 0,1-1 0,0 1 0,-1 0 0,1-1 0,0 1 0,-1 0 0,1-1 0,0 1 0,-1-1 0,1 1 0,0-1 0,-3-4 0,1 0 0,0-1 0,0 1 0,-2-10 0,0-9-1365,2 3-5461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09:44:58.737"/>
    </inkml:context>
    <inkml:brush xml:id="br0">
      <inkml:brushProperty name="width" value="0.1" units="cm"/>
      <inkml:brushProperty name="height" value="0.1" units="cm"/>
      <inkml:brushProperty name="color" value="#FFFFFF"/>
    </inkml:brush>
  </inkml:definitions>
  <inkml:trace contextRef="#ctx0" brushRef="#br0">140 205 24575,'-1'-1'-8191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858" name="Rectangle 2"/>
          <p:cNvSpPr>
            <a:spLocks noGrp="1" noChangeArrowheads="1"/>
          </p:cNvSpPr>
          <p:nvPr>
            <p:ph type="hdr" sz="quarter"/>
          </p:nvPr>
        </p:nvSpPr>
        <p:spPr bwMode="auto">
          <a:xfrm>
            <a:off x="0" y="2"/>
            <a:ext cx="4027944" cy="737488"/>
          </a:xfrm>
          <a:prstGeom prst="rect">
            <a:avLst/>
          </a:prstGeom>
          <a:noFill/>
          <a:ln w="9525">
            <a:noFill/>
            <a:miter lim="800000"/>
            <a:headEnd/>
            <a:tailEnd/>
          </a:ln>
          <a:effectLst/>
        </p:spPr>
        <p:txBody>
          <a:bodyPr vert="horz" wrap="square" lIns="136205" tIns="68102" rIns="136205" bIns="68102" numCol="1" anchor="t" anchorCtr="0" compatLnSpc="1">
            <a:prstTxWarp prst="textNoShape">
              <a:avLst/>
            </a:prstTxWarp>
          </a:bodyPr>
          <a:lstStyle>
            <a:lvl1pPr>
              <a:defRPr sz="1800"/>
            </a:lvl1pPr>
          </a:lstStyle>
          <a:p>
            <a:pPr>
              <a:defRPr/>
            </a:pPr>
            <a:endParaRPr lang="en-US"/>
          </a:p>
        </p:txBody>
      </p:sp>
      <p:sp>
        <p:nvSpPr>
          <p:cNvPr id="121859" name="Rectangle 3"/>
          <p:cNvSpPr>
            <a:spLocks noGrp="1" noChangeArrowheads="1"/>
          </p:cNvSpPr>
          <p:nvPr>
            <p:ph type="dt" idx="1"/>
          </p:nvPr>
        </p:nvSpPr>
        <p:spPr bwMode="auto">
          <a:xfrm>
            <a:off x="5266329" y="2"/>
            <a:ext cx="4027943" cy="737488"/>
          </a:xfrm>
          <a:prstGeom prst="rect">
            <a:avLst/>
          </a:prstGeom>
          <a:noFill/>
          <a:ln w="9525">
            <a:noFill/>
            <a:miter lim="800000"/>
            <a:headEnd/>
            <a:tailEnd/>
          </a:ln>
          <a:effectLst/>
        </p:spPr>
        <p:txBody>
          <a:bodyPr vert="horz" wrap="square" lIns="136205" tIns="68102" rIns="136205" bIns="68102" numCol="1" anchor="t" anchorCtr="0" compatLnSpc="1">
            <a:prstTxWarp prst="textNoShape">
              <a:avLst/>
            </a:prstTxWarp>
          </a:bodyPr>
          <a:lstStyle>
            <a:lvl1pPr algn="r">
              <a:defRPr sz="1800"/>
            </a:lvl1pPr>
          </a:lstStyle>
          <a:p>
            <a:pPr>
              <a:defRPr/>
            </a:pPr>
            <a:endParaRPr lang="en-US"/>
          </a:p>
        </p:txBody>
      </p:sp>
      <p:sp>
        <p:nvSpPr>
          <p:cNvPr id="14340" name="Rectangle 4"/>
          <p:cNvSpPr>
            <a:spLocks noGrp="1" noRot="1" noChangeAspect="1" noChangeArrowheads="1" noTextEdit="1"/>
          </p:cNvSpPr>
          <p:nvPr>
            <p:ph type="sldImg" idx="2"/>
          </p:nvPr>
        </p:nvSpPr>
        <p:spPr bwMode="auto">
          <a:xfrm>
            <a:off x="-274638" y="1108075"/>
            <a:ext cx="9845676" cy="5538788"/>
          </a:xfrm>
          <a:prstGeom prst="rect">
            <a:avLst/>
          </a:prstGeom>
          <a:noFill/>
          <a:ln w="9525">
            <a:solidFill>
              <a:srgbClr val="000000"/>
            </a:solidFill>
            <a:miter lim="800000"/>
            <a:headEnd/>
            <a:tailEnd/>
          </a:ln>
        </p:spPr>
      </p:sp>
      <p:sp>
        <p:nvSpPr>
          <p:cNvPr id="121861" name="Rectangle 5"/>
          <p:cNvSpPr>
            <a:spLocks noGrp="1" noChangeArrowheads="1"/>
          </p:cNvSpPr>
          <p:nvPr>
            <p:ph type="body" sz="quarter" idx="3"/>
          </p:nvPr>
        </p:nvSpPr>
        <p:spPr bwMode="auto">
          <a:xfrm>
            <a:off x="929854" y="7016308"/>
            <a:ext cx="7436693" cy="6645019"/>
          </a:xfrm>
          <a:prstGeom prst="rect">
            <a:avLst/>
          </a:prstGeom>
          <a:noFill/>
          <a:ln w="9525">
            <a:noFill/>
            <a:miter lim="800000"/>
            <a:headEnd/>
            <a:tailEnd/>
          </a:ln>
          <a:effectLst/>
        </p:spPr>
        <p:txBody>
          <a:bodyPr vert="horz" wrap="square" lIns="136205" tIns="68102" rIns="136205" bIns="6810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1862" name="Rectangle 6"/>
          <p:cNvSpPr>
            <a:spLocks noGrp="1" noChangeArrowheads="1"/>
          </p:cNvSpPr>
          <p:nvPr>
            <p:ph type="ftr" sz="quarter" idx="4"/>
          </p:nvPr>
        </p:nvSpPr>
        <p:spPr bwMode="auto">
          <a:xfrm>
            <a:off x="0" y="14030071"/>
            <a:ext cx="4027944" cy="737488"/>
          </a:xfrm>
          <a:prstGeom prst="rect">
            <a:avLst/>
          </a:prstGeom>
          <a:noFill/>
          <a:ln w="9525">
            <a:noFill/>
            <a:miter lim="800000"/>
            <a:headEnd/>
            <a:tailEnd/>
          </a:ln>
          <a:effectLst/>
        </p:spPr>
        <p:txBody>
          <a:bodyPr vert="horz" wrap="square" lIns="136205" tIns="68102" rIns="136205" bIns="68102" numCol="1" anchor="b" anchorCtr="0" compatLnSpc="1">
            <a:prstTxWarp prst="textNoShape">
              <a:avLst/>
            </a:prstTxWarp>
          </a:bodyPr>
          <a:lstStyle>
            <a:lvl1pPr>
              <a:defRPr sz="1800"/>
            </a:lvl1pPr>
          </a:lstStyle>
          <a:p>
            <a:pPr>
              <a:defRPr/>
            </a:pPr>
            <a:endParaRPr lang="en-US"/>
          </a:p>
        </p:txBody>
      </p:sp>
      <p:sp>
        <p:nvSpPr>
          <p:cNvPr id="121863" name="Rectangle 7"/>
          <p:cNvSpPr>
            <a:spLocks noGrp="1" noChangeArrowheads="1"/>
          </p:cNvSpPr>
          <p:nvPr>
            <p:ph type="sldNum" sz="quarter" idx="5"/>
          </p:nvPr>
        </p:nvSpPr>
        <p:spPr bwMode="auto">
          <a:xfrm>
            <a:off x="5266329" y="14030071"/>
            <a:ext cx="4027943" cy="737488"/>
          </a:xfrm>
          <a:prstGeom prst="rect">
            <a:avLst/>
          </a:prstGeom>
          <a:noFill/>
          <a:ln w="9525">
            <a:noFill/>
            <a:miter lim="800000"/>
            <a:headEnd/>
            <a:tailEnd/>
          </a:ln>
          <a:effectLst/>
        </p:spPr>
        <p:txBody>
          <a:bodyPr vert="horz" wrap="square" lIns="136205" tIns="68102" rIns="136205" bIns="68102" numCol="1" anchor="b" anchorCtr="0" compatLnSpc="1">
            <a:prstTxWarp prst="textNoShape">
              <a:avLst/>
            </a:prstTxWarp>
          </a:bodyPr>
          <a:lstStyle>
            <a:lvl1pPr algn="r">
              <a:defRPr sz="1800"/>
            </a:lvl1pPr>
          </a:lstStyle>
          <a:p>
            <a:pPr>
              <a:defRPr/>
            </a:pPr>
            <a:fld id="{BED2394B-E06C-4DC9-BCC2-551C3DED9AAD}" type="slidenum">
              <a:rPr lang="en-US"/>
              <a:pPr>
                <a:defRPr/>
              </a:pPr>
              <a:t>‹#›</a:t>
            </a:fld>
            <a:endParaRPr lang="en-US"/>
          </a:p>
        </p:txBody>
      </p:sp>
    </p:spTree>
    <p:extLst>
      <p:ext uri="{BB962C8B-B14F-4D97-AF65-F5344CB8AC3E}">
        <p14:creationId xmlns:p14="http://schemas.microsoft.com/office/powerpoint/2010/main" val="37470354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Arial" charset="0"/>
        <a:ea typeface="+mn-ea"/>
        <a:cs typeface="+mn-cs"/>
      </a:defRPr>
    </a:lvl1pPr>
    <a:lvl2pPr marL="380895" algn="l" rtl="0" eaLnBrk="0" fontAlgn="base" hangingPunct="0">
      <a:spcBef>
        <a:spcPct val="30000"/>
      </a:spcBef>
      <a:spcAft>
        <a:spcPct val="0"/>
      </a:spcAft>
      <a:defRPr sz="1000" kern="1200">
        <a:solidFill>
          <a:schemeClr val="tx1"/>
        </a:solidFill>
        <a:latin typeface="Arial" charset="0"/>
        <a:ea typeface="+mn-ea"/>
        <a:cs typeface="+mn-cs"/>
      </a:defRPr>
    </a:lvl2pPr>
    <a:lvl3pPr marL="761790" algn="l" rtl="0" eaLnBrk="0" fontAlgn="base" hangingPunct="0">
      <a:spcBef>
        <a:spcPct val="30000"/>
      </a:spcBef>
      <a:spcAft>
        <a:spcPct val="0"/>
      </a:spcAft>
      <a:defRPr sz="1000" kern="1200">
        <a:solidFill>
          <a:schemeClr val="tx1"/>
        </a:solidFill>
        <a:latin typeface="Arial" charset="0"/>
        <a:ea typeface="+mn-ea"/>
        <a:cs typeface="+mn-cs"/>
      </a:defRPr>
    </a:lvl3pPr>
    <a:lvl4pPr marL="1142683" algn="l" rtl="0" eaLnBrk="0" fontAlgn="base" hangingPunct="0">
      <a:spcBef>
        <a:spcPct val="30000"/>
      </a:spcBef>
      <a:spcAft>
        <a:spcPct val="0"/>
      </a:spcAft>
      <a:defRPr sz="1000" kern="1200">
        <a:solidFill>
          <a:schemeClr val="tx1"/>
        </a:solidFill>
        <a:latin typeface="Arial" charset="0"/>
        <a:ea typeface="+mn-ea"/>
        <a:cs typeface="+mn-cs"/>
      </a:defRPr>
    </a:lvl4pPr>
    <a:lvl5pPr marL="1523573" algn="l" rtl="0" eaLnBrk="0" fontAlgn="base" hangingPunct="0">
      <a:spcBef>
        <a:spcPct val="30000"/>
      </a:spcBef>
      <a:spcAft>
        <a:spcPct val="0"/>
      </a:spcAft>
      <a:defRPr sz="1000" kern="1200">
        <a:solidFill>
          <a:schemeClr val="tx1"/>
        </a:solidFill>
        <a:latin typeface="Arial" charset="0"/>
        <a:ea typeface="+mn-ea"/>
        <a:cs typeface="+mn-cs"/>
      </a:defRPr>
    </a:lvl5pPr>
    <a:lvl6pPr marL="1904467" algn="l" defTabSz="761790" rtl="0" eaLnBrk="1" latinLnBrk="0" hangingPunct="1">
      <a:defRPr sz="1000" kern="1200">
        <a:solidFill>
          <a:schemeClr val="tx1"/>
        </a:solidFill>
        <a:latin typeface="+mn-lt"/>
        <a:ea typeface="+mn-ea"/>
        <a:cs typeface="+mn-cs"/>
      </a:defRPr>
    </a:lvl6pPr>
    <a:lvl7pPr marL="2285362" algn="l" defTabSz="761790" rtl="0" eaLnBrk="1" latinLnBrk="0" hangingPunct="1">
      <a:defRPr sz="1000" kern="1200">
        <a:solidFill>
          <a:schemeClr val="tx1"/>
        </a:solidFill>
        <a:latin typeface="+mn-lt"/>
        <a:ea typeface="+mn-ea"/>
        <a:cs typeface="+mn-cs"/>
      </a:defRPr>
    </a:lvl7pPr>
    <a:lvl8pPr marL="2666253" algn="l" defTabSz="761790" rtl="0" eaLnBrk="1" latinLnBrk="0" hangingPunct="1">
      <a:defRPr sz="1000" kern="1200">
        <a:solidFill>
          <a:schemeClr val="tx1"/>
        </a:solidFill>
        <a:latin typeface="+mn-lt"/>
        <a:ea typeface="+mn-ea"/>
        <a:cs typeface="+mn-cs"/>
      </a:defRPr>
    </a:lvl8pPr>
    <a:lvl9pPr marL="3047146" algn="l" defTabSz="761790"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BED2394B-E06C-4DC9-BCC2-551C3DED9AAD}" type="slidenum">
              <a:rPr lang="en-US" smtClean="0"/>
              <a:pPr>
                <a:defRPr/>
              </a:pPr>
              <a:t>7</a:t>
            </a:fld>
            <a:endParaRPr lang="en-US"/>
          </a:p>
        </p:txBody>
      </p:sp>
    </p:spTree>
    <p:extLst>
      <p:ext uri="{BB962C8B-B14F-4D97-AF65-F5344CB8AC3E}">
        <p14:creationId xmlns:p14="http://schemas.microsoft.com/office/powerpoint/2010/main" val="589648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42900" y="1457334"/>
            <a:ext cx="8458200" cy="1102519"/>
          </a:xfrm>
        </p:spPr>
        <p:txBody>
          <a:bodyPr/>
          <a:lstStyle>
            <a:lvl1pPr>
              <a:defRPr sz="33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9"/>
            <a:ext cx="8458200" cy="1114425"/>
          </a:xfrm>
          <a:ln/>
        </p:spPr>
        <p:txBody>
          <a:bodyPr/>
          <a:lstStyle>
            <a:lvl1pPr marL="0" indent="0">
              <a:buFontTx/>
              <a:buNone/>
              <a:defRPr b="1"/>
            </a:lvl1pPr>
          </a:lstStyle>
          <a:p>
            <a:r>
              <a:rPr lang="en-US"/>
              <a:t>Click to edit Master subtitle style</a:t>
            </a:r>
          </a:p>
        </p:txBody>
      </p:sp>
      <p:sp>
        <p:nvSpPr>
          <p:cNvPr id="7" name="Rectangle 24"/>
          <p:cNvSpPr>
            <a:spLocks noGrp="1" noChangeArrowheads="1"/>
          </p:cNvSpPr>
          <p:nvPr>
            <p:ph type="sldNum" sz="quarter" idx="10"/>
          </p:nvPr>
        </p:nvSpPr>
        <p:spPr>
          <a:xfrm>
            <a:off x="6642100" y="4529137"/>
            <a:ext cx="2133600" cy="154782"/>
          </a:xfrm>
        </p:spPr>
        <p:txBody>
          <a:bodyPr/>
          <a:lstStyle>
            <a:lvl1pPr>
              <a:defRPr/>
            </a:lvl1pPr>
          </a:lstStyle>
          <a:p>
            <a:pPr>
              <a:defRPr/>
            </a:pPr>
            <a:fld id="{03BA23CF-AA30-4A18-B744-605C3E9DBF07}"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5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AC919B-4D01-4240-BDFD-860B66B017A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074" name="Rectangle 2"/>
          <p:cNvSpPr>
            <a:spLocks noGrp="1" noChangeArrowheads="1"/>
          </p:cNvSpPr>
          <p:nvPr>
            <p:ph type="ctrTitle"/>
          </p:nvPr>
        </p:nvSpPr>
        <p:spPr>
          <a:xfrm>
            <a:off x="342900" y="1457334"/>
            <a:ext cx="8458200" cy="1102519"/>
          </a:xfrm>
        </p:spPr>
        <p:txBody>
          <a:bodyPr/>
          <a:lstStyle>
            <a:lvl1pPr>
              <a:defRPr sz="33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9"/>
            <a:ext cx="8458200" cy="1114425"/>
          </a:xfrm>
          <a:ln/>
        </p:spPr>
        <p:txBody>
          <a:bodyPr/>
          <a:lstStyle>
            <a:lvl1pPr marL="0" indent="0">
              <a:buFontTx/>
              <a:buNone/>
              <a:defRPr b="1"/>
            </a:lvl1pPr>
          </a:lstStyle>
          <a:p>
            <a:r>
              <a:rPr lang="en-US"/>
              <a:t>Click to edit Master subtitle style</a:t>
            </a:r>
          </a:p>
        </p:txBody>
      </p:sp>
      <p:sp>
        <p:nvSpPr>
          <p:cNvPr id="7" name="Rectangle 24"/>
          <p:cNvSpPr>
            <a:spLocks noGrp="1" noChangeArrowheads="1"/>
          </p:cNvSpPr>
          <p:nvPr>
            <p:ph type="sldNum" sz="quarter" idx="10"/>
          </p:nvPr>
        </p:nvSpPr>
        <p:spPr>
          <a:xfrm>
            <a:off x="6642100" y="4529137"/>
            <a:ext cx="2133600" cy="154782"/>
          </a:xfrm>
        </p:spPr>
        <p:txBody>
          <a:bodyPr/>
          <a:lstStyle>
            <a:lvl1pPr>
              <a:defRPr/>
            </a:lvl1pPr>
          </a:lstStyle>
          <a:p>
            <a:pPr>
              <a:defRPr/>
            </a:pPr>
            <a:fld id="{3C7E7816-A48B-4805-9A47-CE865F4F101F}" type="slidenum">
              <a:rPr lang="en-US">
                <a:solidFill>
                  <a:srgbClr val="000000"/>
                </a:solidFill>
              </a:rPr>
              <a:pPr>
                <a:defRPr/>
              </a:pPr>
              <a:t>‹#›</a:t>
            </a:fld>
            <a:endParaRPr lang="en-US">
              <a:solidFill>
                <a:srgbClr val="000000"/>
              </a:solidFill>
            </a:endParaRPr>
          </a:p>
        </p:txBody>
      </p:sp>
      <p:grpSp>
        <p:nvGrpSpPr>
          <p:cNvPr id="20" name="Group 19"/>
          <p:cNvGrpSpPr/>
          <p:nvPr userDrawn="1"/>
        </p:nvGrpSpPr>
        <p:grpSpPr>
          <a:xfrm>
            <a:off x="-6263" y="4706938"/>
            <a:ext cx="8826500" cy="388620"/>
            <a:chOff x="0" y="6321425"/>
            <a:chExt cx="10591800" cy="466344"/>
          </a:xfrm>
        </p:grpSpPr>
        <p:sp>
          <p:nvSpPr>
            <p:cNvPr id="21" name="Rectangle 20"/>
            <p:cNvSpPr/>
            <p:nvPr userDrawn="1"/>
          </p:nvSpPr>
          <p:spPr>
            <a:xfrm>
              <a:off x="0" y="6321425"/>
              <a:ext cx="10591800" cy="466344"/>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22" name="Picture 27" descr="ti_logo_powerpoint_1_line.png"/>
            <p:cNvPicPr>
              <a:picLocks noChangeAspect="1"/>
            </p:cNvPicPr>
            <p:nvPr userDrawn="1"/>
          </p:nvPicPr>
          <p:blipFill>
            <a:blip r:embed="rId3" cstate="print"/>
            <a:srcRect/>
            <a:stretch>
              <a:fillRect/>
            </a:stretch>
          </p:blipFill>
          <p:spPr bwMode="auto">
            <a:xfrm>
              <a:off x="8593138" y="6440488"/>
              <a:ext cx="1874837" cy="231775"/>
            </a:xfrm>
            <a:prstGeom prst="rect">
              <a:avLst/>
            </a:prstGeom>
            <a:noFill/>
            <a:ln w="9525">
              <a:noFill/>
              <a:miter lim="800000"/>
              <a:headEnd/>
              <a:tailEnd/>
            </a:ln>
          </p:spPr>
        </p:pic>
      </p:grpSp>
      <p:sp>
        <p:nvSpPr>
          <p:cNvPr id="11" name="Text Box 31"/>
          <p:cNvSpPr txBox="1">
            <a:spLocks noChangeArrowheads="1"/>
          </p:cNvSpPr>
          <p:nvPr userDrawn="1"/>
        </p:nvSpPr>
        <p:spPr bwMode="auto">
          <a:xfrm>
            <a:off x="334013" y="4511183"/>
            <a:ext cx="2111375" cy="184642"/>
          </a:xfrm>
          <a:prstGeom prst="rect">
            <a:avLst/>
          </a:prstGeom>
          <a:noFill/>
          <a:ln w="9525">
            <a:noFill/>
            <a:miter lim="800000"/>
            <a:headEnd/>
            <a:tailEnd/>
          </a:ln>
          <a:effectLst/>
        </p:spPr>
        <p:txBody>
          <a:bodyPr lIns="76179" tIns="38088" rIns="76179" bIns="38088">
            <a:spAutoFit/>
          </a:bodyPr>
          <a:lstStyle/>
          <a:p>
            <a:pPr marL="0" marR="0" indent="0" algn="l" defTabSz="761790" rtl="0" eaLnBrk="1" fontAlgn="base" latinLnBrk="0" hangingPunct="1">
              <a:lnSpc>
                <a:spcPct val="100000"/>
              </a:lnSpc>
              <a:spcBef>
                <a:spcPct val="50000"/>
              </a:spcBef>
              <a:spcAft>
                <a:spcPct val="0"/>
              </a:spcAft>
              <a:buClrTx/>
              <a:buSzTx/>
              <a:buFontTx/>
              <a:buNone/>
              <a:tabLst/>
              <a:defRPr/>
            </a:pPr>
            <a:r>
              <a:rPr lang="en-US" sz="700" dirty="0"/>
              <a:t>TI Information – Selective Disclosure</a:t>
            </a:r>
          </a:p>
        </p:txBody>
      </p:sp>
    </p:spTree>
    <p:extLst>
      <p:ext uri="{BB962C8B-B14F-4D97-AF65-F5344CB8AC3E}">
        <p14:creationId xmlns:p14="http://schemas.microsoft.com/office/powerpoint/2010/main" val="1544807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F557F9C-1201-3A47-8D2D-7E98BF45F03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075" name="Rectangle 3"/>
          <p:cNvSpPr>
            <a:spLocks noGrp="1" noChangeArrowheads="1"/>
          </p:cNvSpPr>
          <p:nvPr>
            <p:ph type="subTitle" idx="1"/>
          </p:nvPr>
        </p:nvSpPr>
        <p:spPr>
          <a:xfrm>
            <a:off x="342900" y="2774159"/>
            <a:ext cx="8458200" cy="1114425"/>
          </a:xfrm>
          <a:ln/>
        </p:spPr>
        <p:txBody>
          <a:bodyPr/>
          <a:lstStyle>
            <a:lvl1pPr marL="0" indent="0">
              <a:buFontTx/>
              <a:buNone/>
              <a:defRPr b="1"/>
            </a:lvl1pPr>
          </a:lstStyle>
          <a:p>
            <a:r>
              <a:rPr lang="en-US"/>
              <a:t>Click to edit Master subtitle style</a:t>
            </a:r>
          </a:p>
        </p:txBody>
      </p:sp>
      <p:sp>
        <p:nvSpPr>
          <p:cNvPr id="7" name="Rectangle 24"/>
          <p:cNvSpPr>
            <a:spLocks noGrp="1" noChangeArrowheads="1"/>
          </p:cNvSpPr>
          <p:nvPr>
            <p:ph type="sldNum" sz="quarter" idx="10"/>
          </p:nvPr>
        </p:nvSpPr>
        <p:spPr>
          <a:xfrm>
            <a:off x="6642100" y="4529137"/>
            <a:ext cx="2133600" cy="154782"/>
          </a:xfrm>
        </p:spPr>
        <p:txBody>
          <a:bodyPr/>
          <a:lstStyle>
            <a:lvl1pPr>
              <a:defRPr/>
            </a:lvl1pPr>
          </a:lstStyle>
          <a:p>
            <a:pPr>
              <a:defRPr/>
            </a:pPr>
            <a:fld id="{3C7E7816-A48B-4805-9A47-CE865F4F101F}" type="slidenum">
              <a:rPr lang="en-US">
                <a:solidFill>
                  <a:srgbClr val="000000"/>
                </a:solidFill>
              </a:rPr>
              <a:pPr>
                <a:defRPr/>
              </a:pPr>
              <a:t>‹#›</a:t>
            </a:fld>
            <a:endParaRPr lang="en-US">
              <a:solidFill>
                <a:srgbClr val="000000"/>
              </a:solidFill>
            </a:endParaRPr>
          </a:p>
        </p:txBody>
      </p:sp>
      <p:grpSp>
        <p:nvGrpSpPr>
          <p:cNvPr id="20" name="Group 19"/>
          <p:cNvGrpSpPr/>
          <p:nvPr userDrawn="1"/>
        </p:nvGrpSpPr>
        <p:grpSpPr>
          <a:xfrm>
            <a:off x="-6263" y="4706938"/>
            <a:ext cx="8826500" cy="388620"/>
            <a:chOff x="0" y="6321425"/>
            <a:chExt cx="10591800" cy="466344"/>
          </a:xfrm>
        </p:grpSpPr>
        <p:sp>
          <p:nvSpPr>
            <p:cNvPr id="21" name="Rectangle 20"/>
            <p:cNvSpPr/>
            <p:nvPr userDrawn="1"/>
          </p:nvSpPr>
          <p:spPr>
            <a:xfrm>
              <a:off x="0" y="6321425"/>
              <a:ext cx="10591800" cy="466344"/>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22" name="Picture 27" descr="ti_logo_powerpoint_1_line.png"/>
            <p:cNvPicPr>
              <a:picLocks noChangeAspect="1"/>
            </p:cNvPicPr>
            <p:nvPr userDrawn="1"/>
          </p:nvPicPr>
          <p:blipFill>
            <a:blip r:embed="rId3" cstate="print"/>
            <a:srcRect/>
            <a:stretch>
              <a:fillRect/>
            </a:stretch>
          </p:blipFill>
          <p:spPr bwMode="auto">
            <a:xfrm>
              <a:off x="8593138" y="6440488"/>
              <a:ext cx="1874837" cy="231775"/>
            </a:xfrm>
            <a:prstGeom prst="rect">
              <a:avLst/>
            </a:prstGeom>
            <a:noFill/>
            <a:ln w="9525">
              <a:noFill/>
              <a:miter lim="800000"/>
              <a:headEnd/>
              <a:tailEnd/>
            </a:ln>
          </p:spPr>
        </p:pic>
      </p:grpSp>
      <p:sp>
        <p:nvSpPr>
          <p:cNvPr id="10" name="Rectangle 2"/>
          <p:cNvSpPr>
            <a:spLocks noGrp="1" noChangeArrowheads="1"/>
          </p:cNvSpPr>
          <p:nvPr>
            <p:ph type="ctrTitle"/>
          </p:nvPr>
        </p:nvSpPr>
        <p:spPr>
          <a:xfrm>
            <a:off x="342900" y="1457334"/>
            <a:ext cx="8458200" cy="1102519"/>
          </a:xfrm>
        </p:spPr>
        <p:txBody>
          <a:bodyPr/>
          <a:lstStyle>
            <a:lvl1pPr>
              <a:defRPr sz="3300">
                <a:solidFill>
                  <a:schemeClr val="tx2"/>
                </a:solidFill>
              </a:defRPr>
            </a:lvl1pPr>
          </a:lstStyle>
          <a:p>
            <a:r>
              <a:rPr lang="en-US" dirty="0"/>
              <a:t>Click to edit Master title style</a:t>
            </a:r>
          </a:p>
        </p:txBody>
      </p:sp>
      <p:sp>
        <p:nvSpPr>
          <p:cNvPr id="11" name="Text Box 31"/>
          <p:cNvSpPr txBox="1">
            <a:spLocks noChangeArrowheads="1"/>
          </p:cNvSpPr>
          <p:nvPr userDrawn="1"/>
        </p:nvSpPr>
        <p:spPr bwMode="auto">
          <a:xfrm>
            <a:off x="334013" y="4511183"/>
            <a:ext cx="2111375" cy="184642"/>
          </a:xfrm>
          <a:prstGeom prst="rect">
            <a:avLst/>
          </a:prstGeom>
          <a:noFill/>
          <a:ln w="9525">
            <a:noFill/>
            <a:miter lim="800000"/>
            <a:headEnd/>
            <a:tailEnd/>
          </a:ln>
          <a:effectLst/>
        </p:spPr>
        <p:txBody>
          <a:bodyPr lIns="76179" tIns="38088" rIns="76179" bIns="38088">
            <a:spAutoFit/>
          </a:bodyPr>
          <a:lstStyle/>
          <a:p>
            <a:pPr marL="0" marR="0" indent="0" algn="l" defTabSz="761790" rtl="0" eaLnBrk="1" fontAlgn="base" latinLnBrk="0" hangingPunct="1">
              <a:lnSpc>
                <a:spcPct val="100000"/>
              </a:lnSpc>
              <a:spcBef>
                <a:spcPct val="50000"/>
              </a:spcBef>
              <a:spcAft>
                <a:spcPct val="0"/>
              </a:spcAft>
              <a:buClrTx/>
              <a:buSzTx/>
              <a:buFontTx/>
              <a:buNone/>
              <a:tabLst/>
              <a:defRPr/>
            </a:pPr>
            <a:r>
              <a:rPr lang="en-US" sz="700" dirty="0"/>
              <a:t>TI Information – Selective Disclosure</a:t>
            </a:r>
          </a:p>
        </p:txBody>
      </p:sp>
    </p:spTree>
    <p:extLst>
      <p:ext uri="{BB962C8B-B14F-4D97-AF65-F5344CB8AC3E}">
        <p14:creationId xmlns:p14="http://schemas.microsoft.com/office/powerpoint/2010/main" val="3977060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16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D158AE-82CC-924D-B2D9-111EE21E38D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074" name="Rectangle 2"/>
          <p:cNvSpPr>
            <a:spLocks noGrp="1" noChangeArrowheads="1"/>
          </p:cNvSpPr>
          <p:nvPr>
            <p:ph type="ctrTitle"/>
          </p:nvPr>
        </p:nvSpPr>
        <p:spPr>
          <a:xfrm>
            <a:off x="342900" y="1457334"/>
            <a:ext cx="8458200" cy="1102519"/>
          </a:xfrm>
        </p:spPr>
        <p:txBody>
          <a:bodyPr/>
          <a:lstStyle>
            <a:lvl1pPr>
              <a:defRPr sz="33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9"/>
            <a:ext cx="8458200" cy="1114425"/>
          </a:xfrm>
          <a:ln/>
        </p:spPr>
        <p:txBody>
          <a:bodyPr/>
          <a:lstStyle>
            <a:lvl1pPr marL="0" indent="0">
              <a:buFontTx/>
              <a:buNone/>
              <a:defRPr b="1"/>
            </a:lvl1pPr>
          </a:lstStyle>
          <a:p>
            <a:r>
              <a:rPr lang="en-US"/>
              <a:t>Click to edit Master subtitle style</a:t>
            </a:r>
          </a:p>
        </p:txBody>
      </p:sp>
      <p:sp>
        <p:nvSpPr>
          <p:cNvPr id="7" name="Rectangle 24"/>
          <p:cNvSpPr>
            <a:spLocks noGrp="1" noChangeArrowheads="1"/>
          </p:cNvSpPr>
          <p:nvPr>
            <p:ph type="sldNum" sz="quarter" idx="10"/>
          </p:nvPr>
        </p:nvSpPr>
        <p:spPr>
          <a:xfrm>
            <a:off x="6642100" y="4529137"/>
            <a:ext cx="2133600" cy="154782"/>
          </a:xfrm>
        </p:spPr>
        <p:txBody>
          <a:bodyPr/>
          <a:lstStyle>
            <a:lvl1pPr>
              <a:defRPr/>
            </a:lvl1pPr>
          </a:lstStyle>
          <a:p>
            <a:pPr>
              <a:defRPr/>
            </a:pPr>
            <a:fld id="{3C7E7816-A48B-4805-9A47-CE865F4F101F}" type="slidenum">
              <a:rPr lang="en-US">
                <a:solidFill>
                  <a:srgbClr val="000000"/>
                </a:solidFill>
              </a:rPr>
              <a:pPr>
                <a:defRPr/>
              </a:pPr>
              <a:t>‹#›</a:t>
            </a:fld>
            <a:endParaRPr lang="en-US">
              <a:solidFill>
                <a:srgbClr val="000000"/>
              </a:solidFill>
            </a:endParaRPr>
          </a:p>
        </p:txBody>
      </p:sp>
      <p:grpSp>
        <p:nvGrpSpPr>
          <p:cNvPr id="20" name="Group 19"/>
          <p:cNvGrpSpPr/>
          <p:nvPr userDrawn="1"/>
        </p:nvGrpSpPr>
        <p:grpSpPr>
          <a:xfrm>
            <a:off x="-6263" y="4706938"/>
            <a:ext cx="8826500" cy="388620"/>
            <a:chOff x="0" y="6321425"/>
            <a:chExt cx="10591800" cy="466344"/>
          </a:xfrm>
        </p:grpSpPr>
        <p:sp>
          <p:nvSpPr>
            <p:cNvPr id="21" name="Rectangle 20"/>
            <p:cNvSpPr/>
            <p:nvPr userDrawn="1"/>
          </p:nvSpPr>
          <p:spPr>
            <a:xfrm>
              <a:off x="0" y="6321425"/>
              <a:ext cx="10591800" cy="466344"/>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22" name="Picture 27" descr="ti_logo_powerpoint_1_line.png"/>
            <p:cNvPicPr>
              <a:picLocks noChangeAspect="1"/>
            </p:cNvPicPr>
            <p:nvPr userDrawn="1"/>
          </p:nvPicPr>
          <p:blipFill>
            <a:blip r:embed="rId3" cstate="print"/>
            <a:srcRect/>
            <a:stretch>
              <a:fillRect/>
            </a:stretch>
          </p:blipFill>
          <p:spPr bwMode="auto">
            <a:xfrm>
              <a:off x="8593138" y="6440488"/>
              <a:ext cx="1874837" cy="231775"/>
            </a:xfrm>
            <a:prstGeom prst="rect">
              <a:avLst/>
            </a:prstGeom>
            <a:noFill/>
            <a:ln w="9525">
              <a:noFill/>
              <a:miter lim="800000"/>
              <a:headEnd/>
              <a:tailEnd/>
            </a:ln>
          </p:spPr>
        </p:pic>
      </p:grpSp>
      <p:sp>
        <p:nvSpPr>
          <p:cNvPr id="11" name="Text Box 31"/>
          <p:cNvSpPr txBox="1">
            <a:spLocks noChangeArrowheads="1"/>
          </p:cNvSpPr>
          <p:nvPr userDrawn="1"/>
        </p:nvSpPr>
        <p:spPr bwMode="auto">
          <a:xfrm>
            <a:off x="334013" y="4511183"/>
            <a:ext cx="2111375" cy="184642"/>
          </a:xfrm>
          <a:prstGeom prst="rect">
            <a:avLst/>
          </a:prstGeom>
          <a:noFill/>
          <a:ln w="9525">
            <a:noFill/>
            <a:miter lim="800000"/>
            <a:headEnd/>
            <a:tailEnd/>
          </a:ln>
          <a:effectLst/>
        </p:spPr>
        <p:txBody>
          <a:bodyPr lIns="76179" tIns="38088" rIns="76179" bIns="38088">
            <a:spAutoFit/>
          </a:bodyPr>
          <a:lstStyle/>
          <a:p>
            <a:pPr marL="0" marR="0" indent="0" algn="l" defTabSz="761790" rtl="0" eaLnBrk="1" fontAlgn="base" latinLnBrk="0" hangingPunct="1">
              <a:lnSpc>
                <a:spcPct val="100000"/>
              </a:lnSpc>
              <a:spcBef>
                <a:spcPct val="50000"/>
              </a:spcBef>
              <a:spcAft>
                <a:spcPct val="0"/>
              </a:spcAft>
              <a:buClrTx/>
              <a:buSzTx/>
              <a:buFontTx/>
              <a:buNone/>
              <a:tabLst/>
              <a:defRPr/>
            </a:pPr>
            <a:r>
              <a:rPr lang="en-US" sz="700" dirty="0"/>
              <a:t>TI Information – Selective Disclosure</a:t>
            </a:r>
          </a:p>
        </p:txBody>
      </p:sp>
    </p:spTree>
    <p:extLst>
      <p:ext uri="{BB962C8B-B14F-4D97-AF65-F5344CB8AC3E}">
        <p14:creationId xmlns:p14="http://schemas.microsoft.com/office/powerpoint/2010/main" val="432982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6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C35851-DCE0-F247-A73D-CE5DAF7E1A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074" name="Rectangle 2"/>
          <p:cNvSpPr>
            <a:spLocks noGrp="1" noChangeArrowheads="1"/>
          </p:cNvSpPr>
          <p:nvPr>
            <p:ph type="ctrTitle"/>
          </p:nvPr>
        </p:nvSpPr>
        <p:spPr>
          <a:xfrm>
            <a:off x="342900" y="1457334"/>
            <a:ext cx="8458200" cy="1102519"/>
          </a:xfrm>
        </p:spPr>
        <p:txBody>
          <a:bodyPr/>
          <a:lstStyle>
            <a:lvl1pPr>
              <a:defRPr sz="33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9"/>
            <a:ext cx="8458200" cy="1114425"/>
          </a:xfrm>
          <a:ln/>
        </p:spPr>
        <p:txBody>
          <a:bodyPr/>
          <a:lstStyle>
            <a:lvl1pPr marL="0" indent="0">
              <a:buFontTx/>
              <a:buNone/>
              <a:defRPr b="1"/>
            </a:lvl1pPr>
          </a:lstStyle>
          <a:p>
            <a:r>
              <a:rPr lang="en-US"/>
              <a:t>Click to edit Master subtitle style</a:t>
            </a:r>
          </a:p>
        </p:txBody>
      </p:sp>
      <p:sp>
        <p:nvSpPr>
          <p:cNvPr id="7" name="Rectangle 24"/>
          <p:cNvSpPr>
            <a:spLocks noGrp="1" noChangeArrowheads="1"/>
          </p:cNvSpPr>
          <p:nvPr>
            <p:ph type="sldNum" sz="quarter" idx="10"/>
          </p:nvPr>
        </p:nvSpPr>
        <p:spPr>
          <a:xfrm>
            <a:off x="6642100" y="4529137"/>
            <a:ext cx="2133600" cy="154782"/>
          </a:xfrm>
        </p:spPr>
        <p:txBody>
          <a:bodyPr/>
          <a:lstStyle>
            <a:lvl1pPr>
              <a:defRPr/>
            </a:lvl1pPr>
          </a:lstStyle>
          <a:p>
            <a:pPr>
              <a:defRPr/>
            </a:pPr>
            <a:fld id="{3C7E7816-A48B-4805-9A47-CE865F4F101F}" type="slidenum">
              <a:rPr lang="en-US">
                <a:solidFill>
                  <a:srgbClr val="000000"/>
                </a:solidFill>
              </a:rPr>
              <a:pPr>
                <a:defRPr/>
              </a:pPr>
              <a:t>‹#›</a:t>
            </a:fld>
            <a:endParaRPr lang="en-US">
              <a:solidFill>
                <a:srgbClr val="000000"/>
              </a:solidFill>
            </a:endParaRPr>
          </a:p>
        </p:txBody>
      </p:sp>
      <p:grpSp>
        <p:nvGrpSpPr>
          <p:cNvPr id="20" name="Group 19"/>
          <p:cNvGrpSpPr/>
          <p:nvPr userDrawn="1"/>
        </p:nvGrpSpPr>
        <p:grpSpPr>
          <a:xfrm>
            <a:off x="-6263" y="4706938"/>
            <a:ext cx="8826500" cy="388620"/>
            <a:chOff x="0" y="6321425"/>
            <a:chExt cx="10591800" cy="466344"/>
          </a:xfrm>
        </p:grpSpPr>
        <p:sp>
          <p:nvSpPr>
            <p:cNvPr id="21" name="Rectangle 20"/>
            <p:cNvSpPr/>
            <p:nvPr userDrawn="1"/>
          </p:nvSpPr>
          <p:spPr>
            <a:xfrm>
              <a:off x="0" y="6321425"/>
              <a:ext cx="10591800" cy="466344"/>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22" name="Picture 27" descr="ti_logo_powerpoint_1_line.png"/>
            <p:cNvPicPr>
              <a:picLocks noChangeAspect="1"/>
            </p:cNvPicPr>
            <p:nvPr userDrawn="1"/>
          </p:nvPicPr>
          <p:blipFill>
            <a:blip r:embed="rId3" cstate="print"/>
            <a:srcRect/>
            <a:stretch>
              <a:fillRect/>
            </a:stretch>
          </p:blipFill>
          <p:spPr bwMode="auto">
            <a:xfrm>
              <a:off x="8593138" y="6440488"/>
              <a:ext cx="1874837" cy="231775"/>
            </a:xfrm>
            <a:prstGeom prst="rect">
              <a:avLst/>
            </a:prstGeom>
            <a:noFill/>
            <a:ln w="9525">
              <a:noFill/>
              <a:miter lim="800000"/>
              <a:headEnd/>
              <a:tailEnd/>
            </a:ln>
          </p:spPr>
        </p:pic>
      </p:grpSp>
      <p:sp>
        <p:nvSpPr>
          <p:cNvPr id="11" name="Text Box 31"/>
          <p:cNvSpPr txBox="1">
            <a:spLocks noChangeArrowheads="1"/>
          </p:cNvSpPr>
          <p:nvPr userDrawn="1"/>
        </p:nvSpPr>
        <p:spPr bwMode="auto">
          <a:xfrm>
            <a:off x="334013" y="4511183"/>
            <a:ext cx="2111375" cy="184642"/>
          </a:xfrm>
          <a:prstGeom prst="rect">
            <a:avLst/>
          </a:prstGeom>
          <a:noFill/>
          <a:ln w="9525">
            <a:noFill/>
            <a:miter lim="800000"/>
            <a:headEnd/>
            <a:tailEnd/>
          </a:ln>
          <a:effectLst/>
        </p:spPr>
        <p:txBody>
          <a:bodyPr lIns="76179" tIns="38088" rIns="76179" bIns="38088">
            <a:spAutoFit/>
          </a:bodyPr>
          <a:lstStyle/>
          <a:p>
            <a:pPr marL="0" marR="0" indent="0" algn="l" defTabSz="761790" rtl="0" eaLnBrk="1" fontAlgn="base" latinLnBrk="0" hangingPunct="1">
              <a:lnSpc>
                <a:spcPct val="100000"/>
              </a:lnSpc>
              <a:spcBef>
                <a:spcPct val="50000"/>
              </a:spcBef>
              <a:spcAft>
                <a:spcPct val="0"/>
              </a:spcAft>
              <a:buClrTx/>
              <a:buSzTx/>
              <a:buFontTx/>
              <a:buNone/>
              <a:tabLst/>
              <a:defRPr/>
            </a:pPr>
            <a:r>
              <a:rPr lang="en-US" sz="700" dirty="0"/>
              <a:t>TI Information – Selective Disclosure</a:t>
            </a:r>
          </a:p>
        </p:txBody>
      </p:sp>
    </p:spTree>
    <p:extLst>
      <p:ext uri="{BB962C8B-B14F-4D97-AF65-F5344CB8AC3E}">
        <p14:creationId xmlns:p14="http://schemas.microsoft.com/office/powerpoint/2010/main" val="3087872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4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6DE67D-74D6-E24F-A53E-44A9C5B7527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074" name="Rectangle 2"/>
          <p:cNvSpPr>
            <a:spLocks noGrp="1" noChangeArrowheads="1"/>
          </p:cNvSpPr>
          <p:nvPr>
            <p:ph type="ctrTitle"/>
          </p:nvPr>
        </p:nvSpPr>
        <p:spPr>
          <a:xfrm>
            <a:off x="342900" y="1457334"/>
            <a:ext cx="8458200" cy="1102519"/>
          </a:xfrm>
        </p:spPr>
        <p:txBody>
          <a:bodyPr/>
          <a:lstStyle>
            <a:lvl1pPr>
              <a:defRPr sz="33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9"/>
            <a:ext cx="8458200" cy="1114425"/>
          </a:xfrm>
          <a:ln/>
        </p:spPr>
        <p:txBody>
          <a:bodyPr/>
          <a:lstStyle>
            <a:lvl1pPr marL="0" indent="0">
              <a:buFontTx/>
              <a:buNone/>
              <a:defRPr b="1"/>
            </a:lvl1pPr>
          </a:lstStyle>
          <a:p>
            <a:r>
              <a:rPr lang="en-US"/>
              <a:t>Click to edit Master subtitle style</a:t>
            </a:r>
          </a:p>
        </p:txBody>
      </p:sp>
      <p:sp>
        <p:nvSpPr>
          <p:cNvPr id="7" name="Rectangle 24"/>
          <p:cNvSpPr>
            <a:spLocks noGrp="1" noChangeArrowheads="1"/>
          </p:cNvSpPr>
          <p:nvPr>
            <p:ph type="sldNum" sz="quarter" idx="10"/>
          </p:nvPr>
        </p:nvSpPr>
        <p:spPr>
          <a:xfrm>
            <a:off x="6642100" y="4529137"/>
            <a:ext cx="2133600" cy="154782"/>
          </a:xfrm>
        </p:spPr>
        <p:txBody>
          <a:bodyPr/>
          <a:lstStyle>
            <a:lvl1pPr>
              <a:defRPr/>
            </a:lvl1pPr>
          </a:lstStyle>
          <a:p>
            <a:pPr>
              <a:defRPr/>
            </a:pPr>
            <a:fld id="{3C7E7816-A48B-4805-9A47-CE865F4F101F}" type="slidenum">
              <a:rPr lang="en-US">
                <a:solidFill>
                  <a:srgbClr val="000000"/>
                </a:solidFill>
              </a:rPr>
              <a:pPr>
                <a:defRPr/>
              </a:pPr>
              <a:t>‹#›</a:t>
            </a:fld>
            <a:endParaRPr lang="en-US">
              <a:solidFill>
                <a:srgbClr val="000000"/>
              </a:solidFill>
            </a:endParaRPr>
          </a:p>
        </p:txBody>
      </p:sp>
      <p:grpSp>
        <p:nvGrpSpPr>
          <p:cNvPr id="20" name="Group 19"/>
          <p:cNvGrpSpPr/>
          <p:nvPr userDrawn="1"/>
        </p:nvGrpSpPr>
        <p:grpSpPr>
          <a:xfrm>
            <a:off x="-6263" y="4706938"/>
            <a:ext cx="8826500" cy="388620"/>
            <a:chOff x="0" y="6321425"/>
            <a:chExt cx="10591800" cy="466344"/>
          </a:xfrm>
        </p:grpSpPr>
        <p:sp>
          <p:nvSpPr>
            <p:cNvPr id="21" name="Rectangle 20"/>
            <p:cNvSpPr/>
            <p:nvPr userDrawn="1"/>
          </p:nvSpPr>
          <p:spPr>
            <a:xfrm>
              <a:off x="0" y="6321425"/>
              <a:ext cx="10591800" cy="466344"/>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22" name="Picture 27" descr="ti_logo_powerpoint_1_line.png"/>
            <p:cNvPicPr>
              <a:picLocks noChangeAspect="1"/>
            </p:cNvPicPr>
            <p:nvPr userDrawn="1"/>
          </p:nvPicPr>
          <p:blipFill>
            <a:blip r:embed="rId3" cstate="print"/>
            <a:srcRect/>
            <a:stretch>
              <a:fillRect/>
            </a:stretch>
          </p:blipFill>
          <p:spPr bwMode="auto">
            <a:xfrm>
              <a:off x="8593138" y="6440488"/>
              <a:ext cx="1874837" cy="231775"/>
            </a:xfrm>
            <a:prstGeom prst="rect">
              <a:avLst/>
            </a:prstGeom>
            <a:noFill/>
            <a:ln w="9525">
              <a:noFill/>
              <a:miter lim="800000"/>
              <a:headEnd/>
              <a:tailEnd/>
            </a:ln>
          </p:spPr>
        </p:pic>
      </p:grpSp>
      <p:sp>
        <p:nvSpPr>
          <p:cNvPr id="11" name="Text Box 31"/>
          <p:cNvSpPr txBox="1">
            <a:spLocks noChangeArrowheads="1"/>
          </p:cNvSpPr>
          <p:nvPr userDrawn="1"/>
        </p:nvSpPr>
        <p:spPr bwMode="auto">
          <a:xfrm>
            <a:off x="334013" y="4511183"/>
            <a:ext cx="2111375" cy="184642"/>
          </a:xfrm>
          <a:prstGeom prst="rect">
            <a:avLst/>
          </a:prstGeom>
          <a:noFill/>
          <a:ln w="9525">
            <a:noFill/>
            <a:miter lim="800000"/>
            <a:headEnd/>
            <a:tailEnd/>
          </a:ln>
          <a:effectLst/>
        </p:spPr>
        <p:txBody>
          <a:bodyPr lIns="76179" tIns="38088" rIns="76179" bIns="38088">
            <a:spAutoFit/>
          </a:bodyPr>
          <a:lstStyle/>
          <a:p>
            <a:pPr marL="0" marR="0" indent="0" algn="l" defTabSz="761790" rtl="0" eaLnBrk="1" fontAlgn="base" latinLnBrk="0" hangingPunct="1">
              <a:lnSpc>
                <a:spcPct val="100000"/>
              </a:lnSpc>
              <a:spcBef>
                <a:spcPct val="50000"/>
              </a:spcBef>
              <a:spcAft>
                <a:spcPct val="0"/>
              </a:spcAft>
              <a:buClrTx/>
              <a:buSzTx/>
              <a:buFontTx/>
              <a:buNone/>
              <a:tabLst/>
              <a:defRPr/>
            </a:pPr>
            <a:r>
              <a:rPr lang="en-US" sz="700" dirty="0"/>
              <a:t>TI Information – Selective Disclosure</a:t>
            </a:r>
          </a:p>
        </p:txBody>
      </p:sp>
    </p:spTree>
    <p:extLst>
      <p:ext uri="{BB962C8B-B14F-4D97-AF65-F5344CB8AC3E}">
        <p14:creationId xmlns:p14="http://schemas.microsoft.com/office/powerpoint/2010/main" val="2445741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4_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F552890-0675-5942-BD45-247DCD612F5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264" y="86"/>
            <a:ext cx="9166479" cy="5143413"/>
          </a:xfrm>
          <a:prstGeom prst="rect">
            <a:avLst/>
          </a:prstGeom>
        </p:spPr>
      </p:pic>
      <p:sp>
        <p:nvSpPr>
          <p:cNvPr id="3074" name="Rectangle 2"/>
          <p:cNvSpPr>
            <a:spLocks noGrp="1" noChangeArrowheads="1"/>
          </p:cNvSpPr>
          <p:nvPr>
            <p:ph type="ctrTitle"/>
          </p:nvPr>
        </p:nvSpPr>
        <p:spPr>
          <a:xfrm>
            <a:off x="342900" y="1457334"/>
            <a:ext cx="8458200" cy="1102519"/>
          </a:xfrm>
        </p:spPr>
        <p:txBody>
          <a:bodyPr/>
          <a:lstStyle>
            <a:lvl1pPr>
              <a:defRPr sz="3300">
                <a:solidFill>
                  <a:schemeClr val="bg1"/>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9"/>
            <a:ext cx="8458200" cy="1114425"/>
          </a:xfrm>
          <a:ln/>
        </p:spPr>
        <p:txBody>
          <a:bodyPr/>
          <a:lstStyle>
            <a:lvl1pPr marL="0" indent="0">
              <a:buFontTx/>
              <a:buNone/>
              <a:defRPr b="1"/>
            </a:lvl1pPr>
          </a:lstStyle>
          <a:p>
            <a:r>
              <a:rPr lang="en-US" dirty="0"/>
              <a:t>Click to edit Master subtitle style</a:t>
            </a:r>
          </a:p>
        </p:txBody>
      </p:sp>
      <p:sp>
        <p:nvSpPr>
          <p:cNvPr id="9" name="Rectangle 24"/>
          <p:cNvSpPr>
            <a:spLocks noGrp="1" noChangeArrowheads="1"/>
          </p:cNvSpPr>
          <p:nvPr>
            <p:ph type="sldNum" sz="quarter" idx="10"/>
          </p:nvPr>
        </p:nvSpPr>
        <p:spPr>
          <a:xfrm>
            <a:off x="6642100" y="4529137"/>
            <a:ext cx="2133600" cy="154782"/>
          </a:xfrm>
        </p:spPr>
        <p:txBody>
          <a:bodyPr/>
          <a:lstStyle>
            <a:lvl1pPr>
              <a:defRPr/>
            </a:lvl1pPr>
          </a:lstStyle>
          <a:p>
            <a:pPr>
              <a:defRPr/>
            </a:pPr>
            <a:fld id="{7355571E-02C7-4909-A943-092A83DD3418}" type="slidenum">
              <a:rPr lang="en-US">
                <a:solidFill>
                  <a:srgbClr val="000000"/>
                </a:solidFill>
              </a:rPr>
              <a:pPr>
                <a:defRPr/>
              </a:pPr>
              <a:t>‹#›</a:t>
            </a:fld>
            <a:endParaRPr lang="en-US">
              <a:solidFill>
                <a:srgbClr val="000000"/>
              </a:solidFill>
            </a:endParaRPr>
          </a:p>
        </p:txBody>
      </p:sp>
      <p:grpSp>
        <p:nvGrpSpPr>
          <p:cNvPr id="16" name="Group 15"/>
          <p:cNvGrpSpPr/>
          <p:nvPr userDrawn="1"/>
        </p:nvGrpSpPr>
        <p:grpSpPr>
          <a:xfrm>
            <a:off x="-12526" y="4706938"/>
            <a:ext cx="8826500" cy="388620"/>
            <a:chOff x="0" y="6321425"/>
            <a:chExt cx="10591800" cy="466344"/>
          </a:xfrm>
        </p:grpSpPr>
        <p:sp>
          <p:nvSpPr>
            <p:cNvPr id="17" name="Rectangle 16"/>
            <p:cNvSpPr/>
            <p:nvPr userDrawn="1"/>
          </p:nvSpPr>
          <p:spPr>
            <a:xfrm>
              <a:off x="0" y="6321425"/>
              <a:ext cx="10591800" cy="466344"/>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18" name="Picture 27" descr="ti_logo_powerpoint_1_line.png"/>
            <p:cNvPicPr>
              <a:picLocks noChangeAspect="1"/>
            </p:cNvPicPr>
            <p:nvPr userDrawn="1"/>
          </p:nvPicPr>
          <p:blipFill>
            <a:blip r:embed="rId3" cstate="print"/>
            <a:srcRect/>
            <a:stretch>
              <a:fillRect/>
            </a:stretch>
          </p:blipFill>
          <p:spPr bwMode="auto">
            <a:xfrm>
              <a:off x="8593138" y="6440488"/>
              <a:ext cx="1874837" cy="231775"/>
            </a:xfrm>
            <a:prstGeom prst="rect">
              <a:avLst/>
            </a:prstGeom>
            <a:noFill/>
            <a:ln w="9525">
              <a:noFill/>
              <a:miter lim="800000"/>
              <a:headEnd/>
              <a:tailEnd/>
            </a:ln>
          </p:spPr>
        </p:pic>
      </p:grpSp>
      <p:sp>
        <p:nvSpPr>
          <p:cNvPr id="10" name="Text Box 31"/>
          <p:cNvSpPr txBox="1">
            <a:spLocks noChangeArrowheads="1"/>
          </p:cNvSpPr>
          <p:nvPr userDrawn="1"/>
        </p:nvSpPr>
        <p:spPr bwMode="auto">
          <a:xfrm>
            <a:off x="334013" y="4511183"/>
            <a:ext cx="2111375" cy="184642"/>
          </a:xfrm>
          <a:prstGeom prst="rect">
            <a:avLst/>
          </a:prstGeom>
          <a:noFill/>
          <a:ln w="9525">
            <a:noFill/>
            <a:miter lim="800000"/>
            <a:headEnd/>
            <a:tailEnd/>
          </a:ln>
          <a:effectLst/>
        </p:spPr>
        <p:txBody>
          <a:bodyPr lIns="76179" tIns="38088" rIns="76179" bIns="38088">
            <a:spAutoFit/>
          </a:bodyPr>
          <a:lstStyle/>
          <a:p>
            <a:pPr marL="0" marR="0" indent="0" algn="l" defTabSz="761790" rtl="0" eaLnBrk="1" fontAlgn="base" latinLnBrk="0" hangingPunct="1">
              <a:lnSpc>
                <a:spcPct val="100000"/>
              </a:lnSpc>
              <a:spcBef>
                <a:spcPct val="50000"/>
              </a:spcBef>
              <a:spcAft>
                <a:spcPct val="0"/>
              </a:spcAft>
              <a:buClrTx/>
              <a:buSzTx/>
              <a:buFontTx/>
              <a:buNone/>
              <a:tabLst/>
              <a:defRPr/>
            </a:pPr>
            <a:r>
              <a:rPr lang="en-US" sz="700" dirty="0"/>
              <a:t>TI Information – Selective Disclosure</a:t>
            </a:r>
          </a:p>
        </p:txBody>
      </p:sp>
    </p:spTree>
    <p:extLst>
      <p:ext uri="{BB962C8B-B14F-4D97-AF65-F5344CB8AC3E}">
        <p14:creationId xmlns:p14="http://schemas.microsoft.com/office/powerpoint/2010/main" val="363452496"/>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8_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B06B6E4-36B5-2A4D-8795-84CABEE4FAB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074" name="Rectangle 2"/>
          <p:cNvSpPr>
            <a:spLocks noGrp="1" noChangeArrowheads="1"/>
          </p:cNvSpPr>
          <p:nvPr>
            <p:ph type="ctrTitle"/>
          </p:nvPr>
        </p:nvSpPr>
        <p:spPr>
          <a:xfrm>
            <a:off x="342900" y="1457334"/>
            <a:ext cx="8458200" cy="1102519"/>
          </a:xfrm>
        </p:spPr>
        <p:txBody>
          <a:bodyPr/>
          <a:lstStyle>
            <a:lvl1pPr>
              <a:defRPr sz="3300">
                <a:solidFill>
                  <a:schemeClr val="bg1"/>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9"/>
            <a:ext cx="8458200" cy="1114425"/>
          </a:xfrm>
          <a:ln/>
        </p:spPr>
        <p:txBody>
          <a:bodyPr/>
          <a:lstStyle>
            <a:lvl1pPr marL="0" indent="0">
              <a:buFontTx/>
              <a:buNone/>
              <a:defRPr b="1">
                <a:solidFill>
                  <a:schemeClr val="bg1"/>
                </a:solidFill>
              </a:defRPr>
            </a:lvl1pPr>
          </a:lstStyle>
          <a:p>
            <a:r>
              <a:rPr lang="en-US" dirty="0"/>
              <a:t>Click to edit Master subtitle style</a:t>
            </a:r>
          </a:p>
        </p:txBody>
      </p:sp>
      <p:sp>
        <p:nvSpPr>
          <p:cNvPr id="7" name="Rectangle 24"/>
          <p:cNvSpPr>
            <a:spLocks noGrp="1" noChangeArrowheads="1"/>
          </p:cNvSpPr>
          <p:nvPr>
            <p:ph type="sldNum" sz="quarter" idx="10"/>
          </p:nvPr>
        </p:nvSpPr>
        <p:spPr>
          <a:xfrm>
            <a:off x="6642100" y="4529137"/>
            <a:ext cx="2133600" cy="154782"/>
          </a:xfrm>
        </p:spPr>
        <p:txBody>
          <a:bodyPr/>
          <a:lstStyle>
            <a:lvl1pPr>
              <a:defRPr>
                <a:solidFill>
                  <a:schemeClr val="bg1"/>
                </a:solidFill>
              </a:defRPr>
            </a:lvl1pPr>
          </a:lstStyle>
          <a:p>
            <a:pPr>
              <a:defRPr/>
            </a:pPr>
            <a:fld id="{3C7E7816-A48B-4805-9A47-CE865F4F101F}" type="slidenum">
              <a:rPr lang="en-US" smtClean="0">
                <a:solidFill>
                  <a:srgbClr val="FFFFFF"/>
                </a:solidFill>
              </a:rPr>
              <a:pPr>
                <a:defRPr/>
              </a:pPr>
              <a:t>‹#›</a:t>
            </a:fld>
            <a:endParaRPr lang="en-US" dirty="0">
              <a:solidFill>
                <a:srgbClr val="FFFFFF"/>
              </a:solidFill>
            </a:endParaRPr>
          </a:p>
        </p:txBody>
      </p:sp>
      <p:grpSp>
        <p:nvGrpSpPr>
          <p:cNvPr id="20" name="Group 19"/>
          <p:cNvGrpSpPr/>
          <p:nvPr userDrawn="1"/>
        </p:nvGrpSpPr>
        <p:grpSpPr>
          <a:xfrm>
            <a:off x="-6263" y="4706938"/>
            <a:ext cx="8826500" cy="388620"/>
            <a:chOff x="0" y="6321425"/>
            <a:chExt cx="10591800" cy="466344"/>
          </a:xfrm>
        </p:grpSpPr>
        <p:sp>
          <p:nvSpPr>
            <p:cNvPr id="21" name="Rectangle 20"/>
            <p:cNvSpPr/>
            <p:nvPr userDrawn="1"/>
          </p:nvSpPr>
          <p:spPr>
            <a:xfrm>
              <a:off x="0" y="6321425"/>
              <a:ext cx="10591800" cy="466344"/>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22" name="Picture 27" descr="ti_logo_powerpoint_1_line.png"/>
            <p:cNvPicPr>
              <a:picLocks noChangeAspect="1"/>
            </p:cNvPicPr>
            <p:nvPr userDrawn="1"/>
          </p:nvPicPr>
          <p:blipFill>
            <a:blip r:embed="rId3" cstate="print"/>
            <a:srcRect/>
            <a:stretch>
              <a:fillRect/>
            </a:stretch>
          </p:blipFill>
          <p:spPr bwMode="auto">
            <a:xfrm>
              <a:off x="8593138" y="6440488"/>
              <a:ext cx="1874837" cy="231775"/>
            </a:xfrm>
            <a:prstGeom prst="rect">
              <a:avLst/>
            </a:prstGeom>
            <a:noFill/>
            <a:ln w="9525">
              <a:noFill/>
              <a:miter lim="800000"/>
              <a:headEnd/>
              <a:tailEnd/>
            </a:ln>
          </p:spPr>
        </p:pic>
      </p:grpSp>
      <p:sp>
        <p:nvSpPr>
          <p:cNvPr id="11" name="Text Box 31"/>
          <p:cNvSpPr txBox="1">
            <a:spLocks noChangeArrowheads="1"/>
          </p:cNvSpPr>
          <p:nvPr userDrawn="1"/>
        </p:nvSpPr>
        <p:spPr bwMode="auto">
          <a:xfrm>
            <a:off x="334013" y="4511183"/>
            <a:ext cx="2111375" cy="184642"/>
          </a:xfrm>
          <a:prstGeom prst="rect">
            <a:avLst/>
          </a:prstGeom>
          <a:noFill/>
          <a:ln w="9525">
            <a:noFill/>
            <a:miter lim="800000"/>
            <a:headEnd/>
            <a:tailEnd/>
          </a:ln>
          <a:effectLst/>
        </p:spPr>
        <p:txBody>
          <a:bodyPr lIns="76179" tIns="38088" rIns="76179" bIns="38088">
            <a:spAutoFit/>
          </a:bodyPr>
          <a:lstStyle/>
          <a:p>
            <a:pPr marL="0" marR="0" indent="0" algn="l" defTabSz="761790" rtl="0" eaLnBrk="1" fontAlgn="base" latinLnBrk="0" hangingPunct="1">
              <a:lnSpc>
                <a:spcPct val="100000"/>
              </a:lnSpc>
              <a:spcBef>
                <a:spcPct val="50000"/>
              </a:spcBef>
              <a:spcAft>
                <a:spcPct val="0"/>
              </a:spcAft>
              <a:buClrTx/>
              <a:buSzTx/>
              <a:buFontTx/>
              <a:buNone/>
              <a:tabLst/>
              <a:defRPr/>
            </a:pPr>
            <a:r>
              <a:rPr lang="en-US" sz="700" dirty="0"/>
              <a:t>TI Information – Selective Disclosure</a:t>
            </a:r>
          </a:p>
        </p:txBody>
      </p:sp>
    </p:spTree>
    <p:extLst>
      <p:ext uri="{BB962C8B-B14F-4D97-AF65-F5344CB8AC3E}">
        <p14:creationId xmlns:p14="http://schemas.microsoft.com/office/powerpoint/2010/main" val="1031704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Content Placeholder 2"/>
          <p:cNvSpPr>
            <a:spLocks noGrp="1"/>
          </p:cNvSpPr>
          <p:nvPr>
            <p:ph idx="1"/>
          </p:nvPr>
        </p:nvSpPr>
        <p:spPr>
          <a:xfrm>
            <a:off x="333382" y="786358"/>
            <a:ext cx="8467725" cy="3709449"/>
          </a:xfrm>
        </p:spPr>
        <p:txBody>
          <a:bodyPr/>
          <a:lstStyle>
            <a:lvl1pPr>
              <a:spcBef>
                <a:spcPts val="667"/>
              </a:spcBef>
              <a:defRPr/>
            </a:lvl1pPr>
            <a:lvl3pPr>
              <a:defRPr sz="1500"/>
            </a:lvl3pPr>
            <a:lvl4pPr>
              <a:defRPr sz="1500"/>
            </a:lvl4pPr>
            <a:lvl5pPr>
              <a:defRPr sz="15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pPr>
              <a:defRPr/>
            </a:pPr>
            <a:fld id="{2B97888F-6AF7-4263-B69D-592D8C33BAC7}"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7"/>
            <a:ext cx="7772400" cy="1021557"/>
          </a:xfrm>
        </p:spPr>
        <p:txBody>
          <a:bodyPr anchor="t"/>
          <a:lstStyle>
            <a:lvl1pPr algn="l">
              <a:defRPr sz="3300" b="1" cap="all">
                <a:solidFill>
                  <a:schemeClr val="tx2"/>
                </a:solidFill>
              </a:defRPr>
            </a:lvl1pPr>
          </a:lstStyle>
          <a:p>
            <a:r>
              <a:rPr lang="en-US" dirty="0"/>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700"/>
            </a:lvl1pPr>
            <a:lvl2pPr marL="380895" indent="0">
              <a:buNone/>
              <a:defRPr sz="1500"/>
            </a:lvl2pPr>
            <a:lvl3pPr marL="761790" indent="0">
              <a:buNone/>
              <a:defRPr sz="1300"/>
            </a:lvl3pPr>
            <a:lvl4pPr marL="1142683" indent="0">
              <a:buNone/>
              <a:defRPr sz="1200"/>
            </a:lvl4pPr>
            <a:lvl5pPr marL="1523573" indent="0">
              <a:buNone/>
              <a:defRPr sz="1200"/>
            </a:lvl5pPr>
            <a:lvl6pPr marL="1904467" indent="0">
              <a:buNone/>
              <a:defRPr sz="1200"/>
            </a:lvl6pPr>
            <a:lvl7pPr marL="2285362" indent="0">
              <a:buNone/>
              <a:defRPr sz="1200"/>
            </a:lvl7pPr>
            <a:lvl8pPr marL="2666253" indent="0">
              <a:buNone/>
              <a:defRPr sz="1200"/>
            </a:lvl8pPr>
            <a:lvl9pPr marL="3047146" indent="0">
              <a:buNone/>
              <a:defRPr sz="1200"/>
            </a:lvl9pPr>
          </a:lstStyle>
          <a:p>
            <a:pPr lvl="0"/>
            <a:r>
              <a:rPr lang="en-US"/>
              <a:t>Click to edit Master text styles</a:t>
            </a:r>
          </a:p>
        </p:txBody>
      </p:sp>
      <p:sp>
        <p:nvSpPr>
          <p:cNvPr id="4" name="Rectangle 6"/>
          <p:cNvSpPr>
            <a:spLocks noGrp="1" noChangeArrowheads="1"/>
          </p:cNvSpPr>
          <p:nvPr>
            <p:ph type="sldNum" sz="quarter" idx="10"/>
          </p:nvPr>
        </p:nvSpPr>
        <p:spPr>
          <a:xfrm>
            <a:off x="6638925" y="4537472"/>
            <a:ext cx="2133600" cy="154782"/>
          </a:xfrm>
          <a:ln/>
        </p:spPr>
        <p:txBody>
          <a:bodyPr/>
          <a:lstStyle>
            <a:lvl1pPr>
              <a:defRPr/>
            </a:lvl1pPr>
          </a:lstStyle>
          <a:p>
            <a:pPr>
              <a:defRPr/>
            </a:pPr>
            <a:fld id="{4E6118DC-F0C3-4C61-9EEA-2C495CD04587}"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Content Placeholder 2"/>
          <p:cNvSpPr>
            <a:spLocks noGrp="1"/>
          </p:cNvSpPr>
          <p:nvPr>
            <p:ph sz="half" idx="1"/>
          </p:nvPr>
        </p:nvSpPr>
        <p:spPr>
          <a:xfrm>
            <a:off x="333376" y="889398"/>
            <a:ext cx="4157663" cy="3519488"/>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500" smtClean="0">
                <a:solidFill>
                  <a:schemeClr val="tx1"/>
                </a:solidFill>
                <a:latin typeface="+mn-lt"/>
                <a:ea typeface="+mn-ea"/>
                <a:cs typeface="+mn-cs"/>
              </a:defRPr>
            </a:lvl2pPr>
            <a:lvl3pPr algn="l" rtl="0" eaLnBrk="0" fontAlgn="base" hangingPunct="0">
              <a:spcAft>
                <a:spcPct val="0"/>
              </a:spcAft>
              <a:defRPr lang="en-US" sz="1500" smtClean="0">
                <a:solidFill>
                  <a:schemeClr val="tx1"/>
                </a:solidFill>
                <a:latin typeface="+mn-lt"/>
                <a:ea typeface="+mn-ea"/>
                <a:cs typeface="+mn-cs"/>
              </a:defRPr>
            </a:lvl3pPr>
            <a:lvl4pPr algn="l" rtl="0" eaLnBrk="0" fontAlgn="base" hangingPunct="0">
              <a:spcAft>
                <a:spcPct val="0"/>
              </a:spcAft>
              <a:defRPr lang="en-US" sz="1500" smtClean="0">
                <a:solidFill>
                  <a:schemeClr val="tx1"/>
                </a:solidFill>
                <a:latin typeface="+mn-lt"/>
                <a:ea typeface="+mn-ea"/>
                <a:cs typeface="+mn-cs"/>
              </a:defRPr>
            </a:lvl4pPr>
            <a:lvl5pPr algn="l" rtl="0" eaLnBrk="0" fontAlgn="base" hangingPunct="0">
              <a:spcAft>
                <a:spcPct val="0"/>
              </a:spcAft>
              <a:defRPr lang="en-US" sz="1700">
                <a:solidFill>
                  <a:schemeClr val="tx1"/>
                </a:solidFill>
                <a:latin typeface="+mn-lt"/>
                <a:ea typeface="+mn-ea"/>
                <a:cs typeface="+mn-cs"/>
              </a:defRPr>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3438" y="889398"/>
            <a:ext cx="4157662" cy="3519488"/>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500" smtClean="0">
                <a:solidFill>
                  <a:schemeClr val="tx1"/>
                </a:solidFill>
                <a:latin typeface="+mn-lt"/>
                <a:ea typeface="+mn-ea"/>
                <a:cs typeface="+mn-cs"/>
              </a:defRPr>
            </a:lvl2pPr>
            <a:lvl3pPr algn="l" rtl="0" eaLnBrk="0" fontAlgn="base" hangingPunct="0">
              <a:spcAft>
                <a:spcPct val="0"/>
              </a:spcAft>
              <a:defRPr lang="en-US" sz="1500" smtClean="0">
                <a:solidFill>
                  <a:schemeClr val="tx1"/>
                </a:solidFill>
                <a:latin typeface="+mn-lt"/>
                <a:ea typeface="+mn-ea"/>
                <a:cs typeface="+mn-cs"/>
              </a:defRPr>
            </a:lvl3pPr>
            <a:lvl4pPr algn="l" rtl="0" eaLnBrk="0" fontAlgn="base" hangingPunct="0">
              <a:spcAft>
                <a:spcPct val="0"/>
              </a:spcAft>
              <a:defRPr lang="en-US" sz="1500" smtClean="0">
                <a:solidFill>
                  <a:schemeClr val="tx1"/>
                </a:solidFill>
                <a:latin typeface="+mn-lt"/>
                <a:ea typeface="+mn-ea"/>
                <a:cs typeface="+mn-cs"/>
              </a:defRPr>
            </a:lvl4pPr>
            <a:lvl5pPr algn="l" rtl="0" eaLnBrk="0" fontAlgn="base" hangingPunct="0">
              <a:spcAft>
                <a:spcPct val="0"/>
              </a:spcAft>
              <a:defRPr lang="en-US" sz="1500">
                <a:solidFill>
                  <a:schemeClr val="tx1"/>
                </a:solidFill>
                <a:latin typeface="+mn-lt"/>
                <a:ea typeface="+mn-ea"/>
                <a:cs typeface="+mn-cs"/>
              </a:defRPr>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6"/>
          <p:cNvSpPr>
            <a:spLocks noGrp="1" noChangeArrowheads="1"/>
          </p:cNvSpPr>
          <p:nvPr>
            <p:ph type="sldNum" sz="quarter" idx="10"/>
          </p:nvPr>
        </p:nvSpPr>
        <p:spPr>
          <a:ln/>
        </p:spPr>
        <p:txBody>
          <a:bodyPr/>
          <a:lstStyle>
            <a:lvl1pPr>
              <a:defRPr/>
            </a:lvl1pPr>
          </a:lstStyle>
          <a:p>
            <a:pPr>
              <a:defRPr/>
            </a:pPr>
            <a:fld id="{B53548F6-AAA9-4A8D-A869-511B3DFE3256}"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lvl1pPr>
              <a:defRPr>
                <a:solidFill>
                  <a:schemeClr val="tx2"/>
                </a:solidFill>
              </a:defRPr>
            </a:lvl1pPr>
          </a:lstStyle>
          <a:p>
            <a:r>
              <a:rPr lang="en-US" dirty="0"/>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000" b="1"/>
            </a:lvl1pPr>
            <a:lvl2pPr marL="380895" indent="0">
              <a:buNone/>
              <a:defRPr sz="1700" b="1"/>
            </a:lvl2pPr>
            <a:lvl3pPr marL="761790" indent="0">
              <a:buNone/>
              <a:defRPr sz="1500" b="1"/>
            </a:lvl3pPr>
            <a:lvl4pPr marL="1142683" indent="0">
              <a:buNone/>
              <a:defRPr sz="1300" b="1"/>
            </a:lvl4pPr>
            <a:lvl5pPr marL="1523573" indent="0">
              <a:buNone/>
              <a:defRPr sz="1300" b="1"/>
            </a:lvl5pPr>
            <a:lvl6pPr marL="1904467" indent="0">
              <a:buNone/>
              <a:defRPr sz="1300" b="1"/>
            </a:lvl6pPr>
            <a:lvl7pPr marL="2285362" indent="0">
              <a:buNone/>
              <a:defRPr sz="1300" b="1"/>
            </a:lvl7pPr>
            <a:lvl8pPr marL="2666253" indent="0">
              <a:buNone/>
              <a:defRPr sz="1300" b="1"/>
            </a:lvl8pPr>
            <a:lvl9pPr marL="3047146" indent="0">
              <a:buNone/>
              <a:defRPr sz="1300" b="1"/>
            </a:lvl9pPr>
          </a:lstStyle>
          <a:p>
            <a:pPr lvl="0"/>
            <a:r>
              <a:rPr lang="en-US"/>
              <a:t>Click to edit Master text styles</a:t>
            </a:r>
          </a:p>
        </p:txBody>
      </p:sp>
      <p:sp>
        <p:nvSpPr>
          <p:cNvPr id="4" name="Content Placeholder 3"/>
          <p:cNvSpPr>
            <a:spLocks noGrp="1"/>
          </p:cNvSpPr>
          <p:nvPr>
            <p:ph sz="half" idx="2"/>
          </p:nvPr>
        </p:nvSpPr>
        <p:spPr>
          <a:xfrm>
            <a:off x="457200" y="1631157"/>
            <a:ext cx="4040188" cy="2963466"/>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700" smtClean="0">
                <a:solidFill>
                  <a:schemeClr val="tx1"/>
                </a:solidFill>
                <a:latin typeface="+mn-lt"/>
                <a:ea typeface="+mn-ea"/>
                <a:cs typeface="+mn-cs"/>
              </a:defRPr>
            </a:lvl2pPr>
            <a:lvl3pPr algn="l" rtl="0" eaLnBrk="0" fontAlgn="base" hangingPunct="0">
              <a:spcAft>
                <a:spcPct val="0"/>
              </a:spcAft>
              <a:defRPr lang="en-US" sz="1700" smtClean="0">
                <a:solidFill>
                  <a:schemeClr val="tx1"/>
                </a:solidFill>
                <a:latin typeface="+mn-lt"/>
                <a:ea typeface="+mn-ea"/>
                <a:cs typeface="+mn-cs"/>
              </a:defRPr>
            </a:lvl3pPr>
            <a:lvl4pPr algn="l" rtl="0" eaLnBrk="0" fontAlgn="base" hangingPunct="0">
              <a:spcAft>
                <a:spcPct val="0"/>
              </a:spcAft>
              <a:defRPr lang="en-US" sz="1700" smtClean="0">
                <a:solidFill>
                  <a:schemeClr val="tx1"/>
                </a:solidFill>
                <a:latin typeface="+mn-lt"/>
                <a:ea typeface="+mn-ea"/>
                <a:cs typeface="+mn-cs"/>
              </a:defRPr>
            </a:lvl4pPr>
            <a:lvl5pPr algn="l" rtl="0" eaLnBrk="0" fontAlgn="base" hangingPunct="0">
              <a:spcAft>
                <a:spcPct val="0"/>
              </a:spcAft>
              <a:defRPr lang="en-US" sz="1700">
                <a:solidFill>
                  <a:schemeClr val="tx1"/>
                </a:solidFill>
                <a:latin typeface="+mn-lt"/>
                <a:ea typeface="+mn-ea"/>
                <a:cs typeface="+mn-cs"/>
              </a:defRPr>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3" y="1151335"/>
            <a:ext cx="4041775" cy="479822"/>
          </a:xfrm>
        </p:spPr>
        <p:txBody>
          <a:bodyPr anchor="b"/>
          <a:lstStyle>
            <a:lvl1pPr marL="0" indent="0">
              <a:buNone/>
              <a:defRPr sz="2000" b="1"/>
            </a:lvl1pPr>
            <a:lvl2pPr marL="380895" indent="0">
              <a:buNone/>
              <a:defRPr sz="1700" b="1"/>
            </a:lvl2pPr>
            <a:lvl3pPr marL="761790" indent="0">
              <a:buNone/>
              <a:defRPr sz="1500" b="1"/>
            </a:lvl3pPr>
            <a:lvl4pPr marL="1142683" indent="0">
              <a:buNone/>
              <a:defRPr sz="1300" b="1"/>
            </a:lvl4pPr>
            <a:lvl5pPr marL="1523573" indent="0">
              <a:buNone/>
              <a:defRPr sz="1300" b="1"/>
            </a:lvl5pPr>
            <a:lvl6pPr marL="1904467" indent="0">
              <a:buNone/>
              <a:defRPr sz="1300" b="1"/>
            </a:lvl6pPr>
            <a:lvl7pPr marL="2285362" indent="0">
              <a:buNone/>
              <a:defRPr sz="1300" b="1"/>
            </a:lvl7pPr>
            <a:lvl8pPr marL="2666253" indent="0">
              <a:buNone/>
              <a:defRPr sz="1300" b="1"/>
            </a:lvl8pPr>
            <a:lvl9pPr marL="3047146" indent="0">
              <a:buNone/>
              <a:defRPr sz="1300" b="1"/>
            </a:lvl9pPr>
          </a:lstStyle>
          <a:p>
            <a:pPr lvl="0"/>
            <a:r>
              <a:rPr lang="en-US"/>
              <a:t>Click to edit Master text styles</a:t>
            </a:r>
          </a:p>
        </p:txBody>
      </p:sp>
      <p:sp>
        <p:nvSpPr>
          <p:cNvPr id="6" name="Content Placeholder 5"/>
          <p:cNvSpPr>
            <a:spLocks noGrp="1"/>
          </p:cNvSpPr>
          <p:nvPr>
            <p:ph sz="quarter" idx="4"/>
          </p:nvPr>
        </p:nvSpPr>
        <p:spPr>
          <a:xfrm>
            <a:off x="4645033" y="1631157"/>
            <a:ext cx="4041775" cy="2963466"/>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700" smtClean="0">
                <a:solidFill>
                  <a:schemeClr val="tx1"/>
                </a:solidFill>
                <a:latin typeface="+mn-lt"/>
                <a:ea typeface="+mn-ea"/>
                <a:cs typeface="+mn-cs"/>
              </a:defRPr>
            </a:lvl2pPr>
            <a:lvl3pPr algn="l" rtl="0" eaLnBrk="0" fontAlgn="base" hangingPunct="0">
              <a:spcAft>
                <a:spcPct val="0"/>
              </a:spcAft>
              <a:defRPr lang="en-US" sz="1700" smtClean="0">
                <a:solidFill>
                  <a:schemeClr val="tx1"/>
                </a:solidFill>
                <a:latin typeface="+mn-lt"/>
                <a:ea typeface="+mn-ea"/>
                <a:cs typeface="+mn-cs"/>
              </a:defRPr>
            </a:lvl3pPr>
            <a:lvl4pPr algn="l" rtl="0" eaLnBrk="0" fontAlgn="base" hangingPunct="0">
              <a:spcAft>
                <a:spcPct val="0"/>
              </a:spcAft>
              <a:defRPr lang="en-US" sz="1700" smtClean="0">
                <a:solidFill>
                  <a:schemeClr val="tx1"/>
                </a:solidFill>
                <a:latin typeface="+mn-lt"/>
                <a:ea typeface="+mn-ea"/>
                <a:cs typeface="+mn-cs"/>
              </a:defRPr>
            </a:lvl4pPr>
            <a:lvl5pPr algn="l" rtl="0" eaLnBrk="0" fontAlgn="base" hangingPunct="0">
              <a:spcAft>
                <a:spcPct val="0"/>
              </a:spcAft>
              <a:defRPr lang="en-US" sz="1700">
                <a:solidFill>
                  <a:schemeClr val="tx1"/>
                </a:solidFill>
                <a:latin typeface="+mn-lt"/>
                <a:ea typeface="+mn-ea"/>
                <a:cs typeface="+mn-cs"/>
              </a:defRPr>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a:ln/>
        </p:spPr>
        <p:txBody>
          <a:bodyPr/>
          <a:lstStyle>
            <a:lvl1pPr>
              <a:defRPr/>
            </a:lvl1pPr>
          </a:lstStyle>
          <a:p>
            <a:pPr>
              <a:defRPr/>
            </a:pPr>
            <a:fld id="{204C35C9-3222-4444-B33E-8AB075BE83C6}"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pPr>
              <a:defRPr/>
            </a:pPr>
            <a:fld id="{D4C52F08-588C-488E-A5AB-DF69250DE862}"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ED430B41-3034-4777-B6DE-71856D985697}"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04788"/>
            <a:ext cx="3008313" cy="871538"/>
          </a:xfrm>
        </p:spPr>
        <p:txBody>
          <a:bodyPr anchor="b"/>
          <a:lstStyle>
            <a:lvl1pPr algn="l">
              <a:defRPr sz="2700" b="1">
                <a:solidFill>
                  <a:schemeClr val="tx2"/>
                </a:solidFill>
              </a:defRPr>
            </a:lvl1pPr>
          </a:lstStyle>
          <a:p>
            <a:r>
              <a:rPr lang="en-US" dirty="0"/>
              <a:t>Click to edit Master title style</a:t>
            </a:r>
          </a:p>
        </p:txBody>
      </p:sp>
      <p:sp>
        <p:nvSpPr>
          <p:cNvPr id="3" name="Content Placeholder 2"/>
          <p:cNvSpPr>
            <a:spLocks noGrp="1"/>
          </p:cNvSpPr>
          <p:nvPr>
            <p:ph idx="1"/>
          </p:nvPr>
        </p:nvSpPr>
        <p:spPr>
          <a:xfrm>
            <a:off x="3575050" y="204791"/>
            <a:ext cx="5111750" cy="4389835"/>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500" smtClean="0">
                <a:solidFill>
                  <a:schemeClr val="tx1"/>
                </a:solidFill>
                <a:latin typeface="+mn-lt"/>
                <a:ea typeface="+mn-ea"/>
                <a:cs typeface="+mn-cs"/>
              </a:defRPr>
            </a:lvl2pPr>
            <a:lvl3pPr algn="l" rtl="0" eaLnBrk="0" fontAlgn="base" hangingPunct="0">
              <a:spcAft>
                <a:spcPct val="0"/>
              </a:spcAft>
              <a:defRPr lang="en-US" sz="1500" smtClean="0">
                <a:solidFill>
                  <a:schemeClr val="tx1"/>
                </a:solidFill>
                <a:latin typeface="+mn-lt"/>
                <a:ea typeface="+mn-ea"/>
                <a:cs typeface="+mn-cs"/>
              </a:defRPr>
            </a:lvl3pPr>
            <a:lvl4pPr algn="l" rtl="0" eaLnBrk="0" fontAlgn="base" hangingPunct="0">
              <a:spcAft>
                <a:spcPct val="0"/>
              </a:spcAft>
              <a:defRPr lang="en-US" sz="1500" smtClean="0">
                <a:solidFill>
                  <a:schemeClr val="tx1"/>
                </a:solidFill>
                <a:latin typeface="+mn-lt"/>
                <a:ea typeface="+mn-ea"/>
                <a:cs typeface="+mn-cs"/>
              </a:defRPr>
            </a:lvl4pPr>
            <a:lvl5pPr algn="l" rtl="0" eaLnBrk="0" fontAlgn="base" hangingPunct="0">
              <a:spcAft>
                <a:spcPct val="0"/>
              </a:spcAft>
              <a:defRPr lang="en-US" sz="1500">
                <a:solidFill>
                  <a:schemeClr val="tx1"/>
                </a:solidFill>
                <a:latin typeface="+mn-lt"/>
                <a:ea typeface="+mn-ea"/>
                <a:cs typeface="+mn-cs"/>
              </a:defRPr>
            </a:lvl5pPr>
            <a:lvl6pPr>
              <a:defRPr sz="1700"/>
            </a:lvl6pPr>
            <a:lvl7pPr>
              <a:defRPr sz="1700"/>
            </a:lvl7pPr>
            <a:lvl8pPr>
              <a:defRPr sz="1700"/>
            </a:lvl8pPr>
            <a:lvl9pPr>
              <a:defRPr sz="17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076325"/>
            <a:ext cx="3008313" cy="3518298"/>
          </a:xfrm>
        </p:spPr>
        <p:txBody>
          <a:bodyPr/>
          <a:lstStyle>
            <a:lvl1pPr marL="0" indent="0">
              <a:buNone/>
              <a:defRPr sz="1700"/>
            </a:lvl1pPr>
            <a:lvl2pPr marL="380895" indent="0">
              <a:buNone/>
              <a:defRPr sz="1000"/>
            </a:lvl2pPr>
            <a:lvl3pPr marL="761790" indent="0">
              <a:buNone/>
              <a:defRPr sz="800"/>
            </a:lvl3pPr>
            <a:lvl4pPr marL="1142683" indent="0">
              <a:buNone/>
              <a:defRPr sz="700"/>
            </a:lvl4pPr>
            <a:lvl5pPr marL="1523573" indent="0">
              <a:buNone/>
              <a:defRPr sz="700"/>
            </a:lvl5pPr>
            <a:lvl6pPr marL="1904467" indent="0">
              <a:buNone/>
              <a:defRPr sz="700"/>
            </a:lvl6pPr>
            <a:lvl7pPr marL="2285362" indent="0">
              <a:buNone/>
              <a:defRPr sz="700"/>
            </a:lvl7pPr>
            <a:lvl8pPr marL="2666253" indent="0">
              <a:buNone/>
              <a:defRPr sz="700"/>
            </a:lvl8pPr>
            <a:lvl9pPr marL="3047146" indent="0">
              <a:buNone/>
              <a:defRPr sz="700"/>
            </a:lvl9pPr>
          </a:lstStyle>
          <a:p>
            <a:pPr lvl="0"/>
            <a:r>
              <a:rPr lang="en-US" dirty="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D9B97EEC-B5BC-42C5-B73F-31CC660D4D8A}"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3"/>
            <a:ext cx="5486400" cy="425053"/>
          </a:xfrm>
        </p:spPr>
        <p:txBody>
          <a:bodyPr anchor="b"/>
          <a:lstStyle>
            <a:lvl1pPr algn="l">
              <a:defRPr sz="2300" b="1">
                <a:solidFill>
                  <a:schemeClr val="tx2"/>
                </a:solidFill>
              </a:defRPr>
            </a:lvl1pPr>
          </a:lstStyle>
          <a:p>
            <a:r>
              <a:rPr lang="en-US" dirty="0"/>
              <a:t>Click to edit Master title style</a:t>
            </a:r>
          </a:p>
        </p:txBody>
      </p:sp>
      <p:sp>
        <p:nvSpPr>
          <p:cNvPr id="3" name="Picture Placeholder 2"/>
          <p:cNvSpPr>
            <a:spLocks noGrp="1"/>
          </p:cNvSpPr>
          <p:nvPr>
            <p:ph type="pic" idx="1"/>
          </p:nvPr>
        </p:nvSpPr>
        <p:spPr>
          <a:xfrm>
            <a:off x="1792288" y="459582"/>
            <a:ext cx="5486400" cy="3086100"/>
          </a:xfrm>
        </p:spPr>
        <p:txBody>
          <a:bodyPr/>
          <a:lstStyle>
            <a:lvl1pPr marL="0" indent="0">
              <a:buNone/>
              <a:defRPr sz="2700"/>
            </a:lvl1pPr>
            <a:lvl2pPr marL="380895" indent="0">
              <a:buNone/>
              <a:defRPr sz="2300"/>
            </a:lvl2pPr>
            <a:lvl3pPr marL="761790" indent="0">
              <a:buNone/>
              <a:defRPr sz="2000"/>
            </a:lvl3pPr>
            <a:lvl4pPr marL="1142683" indent="0">
              <a:buNone/>
              <a:defRPr sz="1700"/>
            </a:lvl4pPr>
            <a:lvl5pPr marL="1523573" indent="0">
              <a:buNone/>
              <a:defRPr sz="1700"/>
            </a:lvl5pPr>
            <a:lvl6pPr marL="1904467" indent="0">
              <a:buNone/>
              <a:defRPr sz="1700"/>
            </a:lvl6pPr>
            <a:lvl7pPr marL="2285362" indent="0">
              <a:buNone/>
              <a:defRPr sz="1700"/>
            </a:lvl7pPr>
            <a:lvl8pPr marL="2666253" indent="0">
              <a:buNone/>
              <a:defRPr sz="1700"/>
            </a:lvl8pPr>
            <a:lvl9pPr marL="3047146" indent="0">
              <a:buNone/>
              <a:defRPr sz="1700"/>
            </a:lvl9pPr>
          </a:lstStyle>
          <a:p>
            <a:pPr lvl="0"/>
            <a:endParaRPr lang="en-US" noProof="0"/>
          </a:p>
        </p:txBody>
      </p:sp>
      <p:sp>
        <p:nvSpPr>
          <p:cNvPr id="4" name="Text Placeholder 3"/>
          <p:cNvSpPr>
            <a:spLocks noGrp="1"/>
          </p:cNvSpPr>
          <p:nvPr>
            <p:ph type="body" sz="half" idx="2"/>
          </p:nvPr>
        </p:nvSpPr>
        <p:spPr>
          <a:xfrm>
            <a:off x="1792288" y="4025506"/>
            <a:ext cx="5486400" cy="603647"/>
          </a:xfrm>
          <a:noFill/>
          <a:ln w="9525" algn="ctr">
            <a:noFill/>
            <a:miter lim="800000"/>
            <a:headEnd/>
            <a:tailEnd/>
          </a:ln>
        </p:spPr>
        <p:txBody>
          <a:bodyPr vert="horz" wrap="square" lIns="76179" tIns="38088" rIns="76179" bIns="38088" numCol="1" anchor="t" anchorCtr="0" compatLnSpc="1">
            <a:prstTxWarp prst="textNoShape">
              <a:avLst/>
            </a:prstTxWarp>
          </a:bodyPr>
          <a:lstStyle>
            <a:lvl1pPr marL="0" indent="0" algn="l" rtl="0" eaLnBrk="0" fontAlgn="base" hangingPunct="0">
              <a:spcAft>
                <a:spcPct val="0"/>
              </a:spcAft>
              <a:buNone/>
              <a:defRPr lang="en-US" sz="1700" smtClean="0">
                <a:solidFill>
                  <a:schemeClr val="tx1"/>
                </a:solidFill>
                <a:latin typeface="+mn-lt"/>
                <a:ea typeface="+mn-ea"/>
                <a:cs typeface="+mn-cs"/>
              </a:defRPr>
            </a:lvl1pPr>
            <a:lvl2pPr marL="380895" indent="0">
              <a:buNone/>
              <a:defRPr sz="1000"/>
            </a:lvl2pPr>
            <a:lvl3pPr marL="761790" indent="0">
              <a:buNone/>
              <a:defRPr sz="800"/>
            </a:lvl3pPr>
            <a:lvl4pPr marL="1142683" indent="0">
              <a:buNone/>
              <a:defRPr sz="700"/>
            </a:lvl4pPr>
            <a:lvl5pPr marL="1523573" indent="0">
              <a:buNone/>
              <a:defRPr sz="700"/>
            </a:lvl5pPr>
            <a:lvl6pPr marL="1904467" indent="0">
              <a:buNone/>
              <a:defRPr sz="700"/>
            </a:lvl6pPr>
            <a:lvl7pPr marL="2285362" indent="0">
              <a:buNone/>
              <a:defRPr sz="700"/>
            </a:lvl7pPr>
            <a:lvl8pPr marL="2666253" indent="0">
              <a:buNone/>
              <a:defRPr sz="700"/>
            </a:lvl8pPr>
            <a:lvl9pPr marL="3047146" indent="0">
              <a:buNone/>
              <a:defRPr sz="7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8E55F34B-1C25-4090-A4A7-9CEE84F430BB}"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pPr>
              <a:defRPr/>
            </a:pPr>
            <a:fld id="{34FE2BCE-81FD-49AD-8F3F-8C803C0A8918}"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9568" y="107157"/>
            <a:ext cx="2141537" cy="4301728"/>
          </a:xfrm>
        </p:spPr>
        <p:txBody>
          <a:bodyPr vert="eaVert"/>
          <a:lstStyle>
            <a:lvl1pPr>
              <a:defRPr>
                <a:solidFill>
                  <a:schemeClr val="tx2"/>
                </a:solidFill>
              </a:defRPr>
            </a:lvl1pPr>
          </a:lstStyle>
          <a:p>
            <a:r>
              <a:rPr lang="en-US" dirty="0"/>
              <a:t>Click to edit Master title style</a:t>
            </a:r>
          </a:p>
        </p:txBody>
      </p:sp>
      <p:sp>
        <p:nvSpPr>
          <p:cNvPr id="3" name="Vertical Text Placeholder 2"/>
          <p:cNvSpPr>
            <a:spLocks noGrp="1"/>
          </p:cNvSpPr>
          <p:nvPr>
            <p:ph type="body" orient="vert" idx="1"/>
          </p:nvPr>
        </p:nvSpPr>
        <p:spPr>
          <a:xfrm>
            <a:off x="231775" y="107157"/>
            <a:ext cx="6275388" cy="43017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pPr>
              <a:defRPr/>
            </a:pPr>
            <a:fld id="{9AB3E699-3BC5-4E82-A48B-54CC42B0E66D}"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42900" y="1457331"/>
            <a:ext cx="8458200" cy="1102519"/>
          </a:xfrm>
        </p:spPr>
        <p:txBody>
          <a:bodyPr/>
          <a:lstStyle>
            <a:lvl1pPr>
              <a:defRPr sz="33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8"/>
            <a:ext cx="8458200" cy="1114425"/>
          </a:xfrm>
          <a:ln/>
        </p:spPr>
        <p:txBody>
          <a:bodyPr/>
          <a:lstStyle>
            <a:lvl1pPr marL="0" indent="0">
              <a:buFontTx/>
              <a:buNone/>
              <a:defRPr b="1"/>
            </a:lvl1pPr>
          </a:lstStyle>
          <a:p>
            <a:r>
              <a:rPr lang="en-US"/>
              <a:t>Click to edit Master subtitle style</a:t>
            </a:r>
          </a:p>
        </p:txBody>
      </p:sp>
      <p:sp>
        <p:nvSpPr>
          <p:cNvPr id="7" name="Rectangle 24"/>
          <p:cNvSpPr>
            <a:spLocks noGrp="1" noChangeArrowheads="1"/>
          </p:cNvSpPr>
          <p:nvPr>
            <p:ph type="sldNum" sz="quarter" idx="10"/>
          </p:nvPr>
        </p:nvSpPr>
        <p:spPr>
          <a:xfrm>
            <a:off x="6642100" y="4529137"/>
            <a:ext cx="2133600" cy="154782"/>
          </a:xfrm>
        </p:spPr>
        <p:txBody>
          <a:bodyPr/>
          <a:lstStyle>
            <a:lvl1pPr>
              <a:defRPr/>
            </a:lvl1pPr>
          </a:lstStyle>
          <a:p>
            <a:pPr>
              <a:defRPr/>
            </a:pPr>
            <a:fld id="{03BA23CF-AA30-4A18-B744-605C3E9DBF07}"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849766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5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AC919B-4D01-4240-BDFD-860B66B017A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074" name="Rectangle 2"/>
          <p:cNvSpPr>
            <a:spLocks noGrp="1" noChangeArrowheads="1"/>
          </p:cNvSpPr>
          <p:nvPr>
            <p:ph type="ctrTitle"/>
          </p:nvPr>
        </p:nvSpPr>
        <p:spPr>
          <a:xfrm>
            <a:off x="342900" y="1457331"/>
            <a:ext cx="8458200" cy="1102519"/>
          </a:xfrm>
        </p:spPr>
        <p:txBody>
          <a:bodyPr/>
          <a:lstStyle>
            <a:lvl1pPr>
              <a:defRPr sz="33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8"/>
            <a:ext cx="8458200" cy="1114425"/>
          </a:xfrm>
          <a:ln/>
        </p:spPr>
        <p:txBody>
          <a:bodyPr/>
          <a:lstStyle>
            <a:lvl1pPr marL="0" indent="0">
              <a:buFontTx/>
              <a:buNone/>
              <a:defRPr b="1"/>
            </a:lvl1pPr>
          </a:lstStyle>
          <a:p>
            <a:r>
              <a:rPr lang="en-US"/>
              <a:t>Click to edit Master subtitle style</a:t>
            </a:r>
          </a:p>
        </p:txBody>
      </p:sp>
      <p:sp>
        <p:nvSpPr>
          <p:cNvPr id="7" name="Rectangle 24"/>
          <p:cNvSpPr>
            <a:spLocks noGrp="1" noChangeArrowheads="1"/>
          </p:cNvSpPr>
          <p:nvPr>
            <p:ph type="sldNum" sz="quarter" idx="10"/>
          </p:nvPr>
        </p:nvSpPr>
        <p:spPr>
          <a:xfrm>
            <a:off x="6642100" y="4529137"/>
            <a:ext cx="2133600" cy="154782"/>
          </a:xfrm>
        </p:spPr>
        <p:txBody>
          <a:bodyPr/>
          <a:lstStyle>
            <a:lvl1pPr>
              <a:defRPr/>
            </a:lvl1pPr>
          </a:lstStyle>
          <a:p>
            <a:pPr>
              <a:defRPr/>
            </a:pPr>
            <a:fld id="{3C7E7816-A48B-4805-9A47-CE865F4F101F}" type="slidenum">
              <a:rPr lang="en-US">
                <a:solidFill>
                  <a:srgbClr val="000000"/>
                </a:solidFill>
              </a:rPr>
              <a:pPr>
                <a:defRPr/>
              </a:pPr>
              <a:t>‹#›</a:t>
            </a:fld>
            <a:endParaRPr lang="en-US">
              <a:solidFill>
                <a:srgbClr val="000000"/>
              </a:solidFill>
            </a:endParaRPr>
          </a:p>
        </p:txBody>
      </p:sp>
      <p:grpSp>
        <p:nvGrpSpPr>
          <p:cNvPr id="20" name="Group 19"/>
          <p:cNvGrpSpPr/>
          <p:nvPr userDrawn="1"/>
        </p:nvGrpSpPr>
        <p:grpSpPr>
          <a:xfrm>
            <a:off x="-6263" y="4706938"/>
            <a:ext cx="8826500" cy="388620"/>
            <a:chOff x="0" y="6321425"/>
            <a:chExt cx="10591800" cy="466344"/>
          </a:xfrm>
        </p:grpSpPr>
        <p:sp>
          <p:nvSpPr>
            <p:cNvPr id="21" name="Rectangle 20"/>
            <p:cNvSpPr/>
            <p:nvPr userDrawn="1"/>
          </p:nvSpPr>
          <p:spPr>
            <a:xfrm>
              <a:off x="0" y="6321425"/>
              <a:ext cx="10591800" cy="466344"/>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22" name="Picture 27" descr="ti_logo_powerpoint_1_line.png"/>
            <p:cNvPicPr>
              <a:picLocks noChangeAspect="1"/>
            </p:cNvPicPr>
            <p:nvPr userDrawn="1"/>
          </p:nvPicPr>
          <p:blipFill>
            <a:blip r:embed="rId3" cstate="print"/>
            <a:srcRect/>
            <a:stretch>
              <a:fillRect/>
            </a:stretch>
          </p:blipFill>
          <p:spPr bwMode="auto">
            <a:xfrm>
              <a:off x="8593138" y="6440488"/>
              <a:ext cx="1874837" cy="231775"/>
            </a:xfrm>
            <a:prstGeom prst="rect">
              <a:avLst/>
            </a:prstGeom>
            <a:noFill/>
            <a:ln w="9525">
              <a:noFill/>
              <a:miter lim="800000"/>
              <a:headEnd/>
              <a:tailEnd/>
            </a:ln>
          </p:spPr>
        </p:pic>
      </p:grpSp>
      <p:sp>
        <p:nvSpPr>
          <p:cNvPr id="11" name="Text Box 31"/>
          <p:cNvSpPr txBox="1">
            <a:spLocks noChangeArrowheads="1"/>
          </p:cNvSpPr>
          <p:nvPr userDrawn="1"/>
        </p:nvSpPr>
        <p:spPr bwMode="auto">
          <a:xfrm>
            <a:off x="334013" y="4511183"/>
            <a:ext cx="2111375" cy="184662"/>
          </a:xfrm>
          <a:prstGeom prst="rect">
            <a:avLst/>
          </a:prstGeom>
          <a:noFill/>
          <a:ln w="9525">
            <a:noFill/>
            <a:miter lim="800000"/>
            <a:headEnd/>
            <a:tailEnd/>
          </a:ln>
          <a:effectLst/>
        </p:spPr>
        <p:txBody>
          <a:bodyPr lIns="76179" tIns="38088" rIns="76179" bIns="38088">
            <a:spAutoFit/>
          </a:bodyPr>
          <a:lstStyle/>
          <a:p>
            <a:pPr defTabSz="761790">
              <a:spcBef>
                <a:spcPct val="50000"/>
              </a:spcBef>
              <a:defRPr/>
            </a:pPr>
            <a:r>
              <a:rPr lang="en-US" sz="700" dirty="0">
                <a:solidFill>
                  <a:srgbClr val="000000"/>
                </a:solidFill>
              </a:rPr>
              <a:t>TI Information – Selective Disclosure</a:t>
            </a:r>
          </a:p>
        </p:txBody>
      </p:sp>
    </p:spTree>
    <p:extLst>
      <p:ext uri="{BB962C8B-B14F-4D97-AF65-F5344CB8AC3E}">
        <p14:creationId xmlns:p14="http://schemas.microsoft.com/office/powerpoint/2010/main" val="17433055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F557F9C-1201-3A47-8D2D-7E98BF45F03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075" name="Rectangle 3"/>
          <p:cNvSpPr>
            <a:spLocks noGrp="1" noChangeArrowheads="1"/>
          </p:cNvSpPr>
          <p:nvPr>
            <p:ph type="subTitle" idx="1"/>
          </p:nvPr>
        </p:nvSpPr>
        <p:spPr>
          <a:xfrm>
            <a:off x="342900" y="2774158"/>
            <a:ext cx="8458200" cy="1114425"/>
          </a:xfrm>
          <a:ln/>
        </p:spPr>
        <p:txBody>
          <a:bodyPr/>
          <a:lstStyle>
            <a:lvl1pPr marL="0" indent="0">
              <a:buFontTx/>
              <a:buNone/>
              <a:defRPr b="1"/>
            </a:lvl1pPr>
          </a:lstStyle>
          <a:p>
            <a:r>
              <a:rPr lang="en-US"/>
              <a:t>Click to edit Master subtitle style</a:t>
            </a:r>
          </a:p>
        </p:txBody>
      </p:sp>
      <p:sp>
        <p:nvSpPr>
          <p:cNvPr id="7" name="Rectangle 24"/>
          <p:cNvSpPr>
            <a:spLocks noGrp="1" noChangeArrowheads="1"/>
          </p:cNvSpPr>
          <p:nvPr>
            <p:ph type="sldNum" sz="quarter" idx="10"/>
          </p:nvPr>
        </p:nvSpPr>
        <p:spPr>
          <a:xfrm>
            <a:off x="6642100" y="4529137"/>
            <a:ext cx="2133600" cy="154782"/>
          </a:xfrm>
        </p:spPr>
        <p:txBody>
          <a:bodyPr/>
          <a:lstStyle>
            <a:lvl1pPr>
              <a:defRPr/>
            </a:lvl1pPr>
          </a:lstStyle>
          <a:p>
            <a:pPr>
              <a:defRPr/>
            </a:pPr>
            <a:fld id="{3C7E7816-A48B-4805-9A47-CE865F4F101F}" type="slidenum">
              <a:rPr lang="en-US">
                <a:solidFill>
                  <a:srgbClr val="000000"/>
                </a:solidFill>
              </a:rPr>
              <a:pPr>
                <a:defRPr/>
              </a:pPr>
              <a:t>‹#›</a:t>
            </a:fld>
            <a:endParaRPr lang="en-US">
              <a:solidFill>
                <a:srgbClr val="000000"/>
              </a:solidFill>
            </a:endParaRPr>
          </a:p>
        </p:txBody>
      </p:sp>
      <p:grpSp>
        <p:nvGrpSpPr>
          <p:cNvPr id="20" name="Group 19"/>
          <p:cNvGrpSpPr/>
          <p:nvPr userDrawn="1"/>
        </p:nvGrpSpPr>
        <p:grpSpPr>
          <a:xfrm>
            <a:off x="-6263" y="4706938"/>
            <a:ext cx="8826500" cy="388620"/>
            <a:chOff x="0" y="6321425"/>
            <a:chExt cx="10591800" cy="466344"/>
          </a:xfrm>
        </p:grpSpPr>
        <p:sp>
          <p:nvSpPr>
            <p:cNvPr id="21" name="Rectangle 20"/>
            <p:cNvSpPr/>
            <p:nvPr userDrawn="1"/>
          </p:nvSpPr>
          <p:spPr>
            <a:xfrm>
              <a:off x="0" y="6321425"/>
              <a:ext cx="10591800" cy="466344"/>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22" name="Picture 27" descr="ti_logo_powerpoint_1_line.png"/>
            <p:cNvPicPr>
              <a:picLocks noChangeAspect="1"/>
            </p:cNvPicPr>
            <p:nvPr userDrawn="1"/>
          </p:nvPicPr>
          <p:blipFill>
            <a:blip r:embed="rId3" cstate="print"/>
            <a:srcRect/>
            <a:stretch>
              <a:fillRect/>
            </a:stretch>
          </p:blipFill>
          <p:spPr bwMode="auto">
            <a:xfrm>
              <a:off x="8593138" y="6440488"/>
              <a:ext cx="1874837" cy="231775"/>
            </a:xfrm>
            <a:prstGeom prst="rect">
              <a:avLst/>
            </a:prstGeom>
            <a:noFill/>
            <a:ln w="9525">
              <a:noFill/>
              <a:miter lim="800000"/>
              <a:headEnd/>
              <a:tailEnd/>
            </a:ln>
          </p:spPr>
        </p:pic>
      </p:grpSp>
      <p:sp>
        <p:nvSpPr>
          <p:cNvPr id="10" name="Rectangle 2"/>
          <p:cNvSpPr>
            <a:spLocks noGrp="1" noChangeArrowheads="1"/>
          </p:cNvSpPr>
          <p:nvPr>
            <p:ph type="ctrTitle"/>
          </p:nvPr>
        </p:nvSpPr>
        <p:spPr>
          <a:xfrm>
            <a:off x="342900" y="1457331"/>
            <a:ext cx="8458200" cy="1102519"/>
          </a:xfrm>
        </p:spPr>
        <p:txBody>
          <a:bodyPr/>
          <a:lstStyle>
            <a:lvl1pPr>
              <a:defRPr sz="3300">
                <a:solidFill>
                  <a:schemeClr val="tx2"/>
                </a:solidFill>
              </a:defRPr>
            </a:lvl1pPr>
          </a:lstStyle>
          <a:p>
            <a:r>
              <a:rPr lang="en-US" dirty="0"/>
              <a:t>Click to edit Master title style</a:t>
            </a:r>
          </a:p>
        </p:txBody>
      </p:sp>
      <p:sp>
        <p:nvSpPr>
          <p:cNvPr id="11" name="Text Box 31"/>
          <p:cNvSpPr txBox="1">
            <a:spLocks noChangeArrowheads="1"/>
          </p:cNvSpPr>
          <p:nvPr userDrawn="1"/>
        </p:nvSpPr>
        <p:spPr bwMode="auto">
          <a:xfrm>
            <a:off x="334013" y="4511183"/>
            <a:ext cx="2111375" cy="184662"/>
          </a:xfrm>
          <a:prstGeom prst="rect">
            <a:avLst/>
          </a:prstGeom>
          <a:noFill/>
          <a:ln w="9525">
            <a:noFill/>
            <a:miter lim="800000"/>
            <a:headEnd/>
            <a:tailEnd/>
          </a:ln>
          <a:effectLst/>
        </p:spPr>
        <p:txBody>
          <a:bodyPr lIns="76179" tIns="38088" rIns="76179" bIns="38088">
            <a:spAutoFit/>
          </a:bodyPr>
          <a:lstStyle/>
          <a:p>
            <a:pPr defTabSz="761790">
              <a:spcBef>
                <a:spcPct val="50000"/>
              </a:spcBef>
              <a:defRPr/>
            </a:pPr>
            <a:r>
              <a:rPr lang="en-US" sz="700" dirty="0">
                <a:solidFill>
                  <a:srgbClr val="000000"/>
                </a:solidFill>
              </a:rPr>
              <a:t>TI Information – Selective Disclosure</a:t>
            </a:r>
          </a:p>
        </p:txBody>
      </p:sp>
    </p:spTree>
    <p:extLst>
      <p:ext uri="{BB962C8B-B14F-4D97-AF65-F5344CB8AC3E}">
        <p14:creationId xmlns:p14="http://schemas.microsoft.com/office/powerpoint/2010/main" val="31000821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16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D158AE-82CC-924D-B2D9-111EE21E38D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074" name="Rectangle 2"/>
          <p:cNvSpPr>
            <a:spLocks noGrp="1" noChangeArrowheads="1"/>
          </p:cNvSpPr>
          <p:nvPr>
            <p:ph type="ctrTitle"/>
          </p:nvPr>
        </p:nvSpPr>
        <p:spPr>
          <a:xfrm>
            <a:off x="342900" y="1457331"/>
            <a:ext cx="8458200" cy="1102519"/>
          </a:xfrm>
        </p:spPr>
        <p:txBody>
          <a:bodyPr/>
          <a:lstStyle>
            <a:lvl1pPr>
              <a:defRPr sz="33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8"/>
            <a:ext cx="8458200" cy="1114425"/>
          </a:xfrm>
          <a:ln/>
        </p:spPr>
        <p:txBody>
          <a:bodyPr/>
          <a:lstStyle>
            <a:lvl1pPr marL="0" indent="0">
              <a:buFontTx/>
              <a:buNone/>
              <a:defRPr b="1"/>
            </a:lvl1pPr>
          </a:lstStyle>
          <a:p>
            <a:r>
              <a:rPr lang="en-US"/>
              <a:t>Click to edit Master subtitle style</a:t>
            </a:r>
          </a:p>
        </p:txBody>
      </p:sp>
      <p:sp>
        <p:nvSpPr>
          <p:cNvPr id="7" name="Rectangle 24"/>
          <p:cNvSpPr>
            <a:spLocks noGrp="1" noChangeArrowheads="1"/>
          </p:cNvSpPr>
          <p:nvPr>
            <p:ph type="sldNum" sz="quarter" idx="10"/>
          </p:nvPr>
        </p:nvSpPr>
        <p:spPr>
          <a:xfrm>
            <a:off x="6642100" y="4529137"/>
            <a:ext cx="2133600" cy="154782"/>
          </a:xfrm>
        </p:spPr>
        <p:txBody>
          <a:bodyPr/>
          <a:lstStyle>
            <a:lvl1pPr>
              <a:defRPr/>
            </a:lvl1pPr>
          </a:lstStyle>
          <a:p>
            <a:pPr>
              <a:defRPr/>
            </a:pPr>
            <a:fld id="{3C7E7816-A48B-4805-9A47-CE865F4F101F}" type="slidenum">
              <a:rPr lang="en-US">
                <a:solidFill>
                  <a:srgbClr val="000000"/>
                </a:solidFill>
              </a:rPr>
              <a:pPr>
                <a:defRPr/>
              </a:pPr>
              <a:t>‹#›</a:t>
            </a:fld>
            <a:endParaRPr lang="en-US">
              <a:solidFill>
                <a:srgbClr val="000000"/>
              </a:solidFill>
            </a:endParaRPr>
          </a:p>
        </p:txBody>
      </p:sp>
      <p:grpSp>
        <p:nvGrpSpPr>
          <p:cNvPr id="20" name="Group 19"/>
          <p:cNvGrpSpPr/>
          <p:nvPr userDrawn="1"/>
        </p:nvGrpSpPr>
        <p:grpSpPr>
          <a:xfrm>
            <a:off x="-6263" y="4706938"/>
            <a:ext cx="8826500" cy="388620"/>
            <a:chOff x="0" y="6321425"/>
            <a:chExt cx="10591800" cy="466344"/>
          </a:xfrm>
        </p:grpSpPr>
        <p:sp>
          <p:nvSpPr>
            <p:cNvPr id="21" name="Rectangle 20"/>
            <p:cNvSpPr/>
            <p:nvPr userDrawn="1"/>
          </p:nvSpPr>
          <p:spPr>
            <a:xfrm>
              <a:off x="0" y="6321425"/>
              <a:ext cx="10591800" cy="466344"/>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22" name="Picture 27" descr="ti_logo_powerpoint_1_line.png"/>
            <p:cNvPicPr>
              <a:picLocks noChangeAspect="1"/>
            </p:cNvPicPr>
            <p:nvPr userDrawn="1"/>
          </p:nvPicPr>
          <p:blipFill>
            <a:blip r:embed="rId3" cstate="print"/>
            <a:srcRect/>
            <a:stretch>
              <a:fillRect/>
            </a:stretch>
          </p:blipFill>
          <p:spPr bwMode="auto">
            <a:xfrm>
              <a:off x="8593138" y="6440488"/>
              <a:ext cx="1874837" cy="231775"/>
            </a:xfrm>
            <a:prstGeom prst="rect">
              <a:avLst/>
            </a:prstGeom>
            <a:noFill/>
            <a:ln w="9525">
              <a:noFill/>
              <a:miter lim="800000"/>
              <a:headEnd/>
              <a:tailEnd/>
            </a:ln>
          </p:spPr>
        </p:pic>
      </p:grpSp>
      <p:sp>
        <p:nvSpPr>
          <p:cNvPr id="11" name="Text Box 31"/>
          <p:cNvSpPr txBox="1">
            <a:spLocks noChangeArrowheads="1"/>
          </p:cNvSpPr>
          <p:nvPr userDrawn="1"/>
        </p:nvSpPr>
        <p:spPr bwMode="auto">
          <a:xfrm>
            <a:off x="334013" y="4511183"/>
            <a:ext cx="2111375" cy="184662"/>
          </a:xfrm>
          <a:prstGeom prst="rect">
            <a:avLst/>
          </a:prstGeom>
          <a:noFill/>
          <a:ln w="9525">
            <a:noFill/>
            <a:miter lim="800000"/>
            <a:headEnd/>
            <a:tailEnd/>
          </a:ln>
          <a:effectLst/>
        </p:spPr>
        <p:txBody>
          <a:bodyPr lIns="76179" tIns="38088" rIns="76179" bIns="38088">
            <a:spAutoFit/>
          </a:bodyPr>
          <a:lstStyle/>
          <a:p>
            <a:pPr defTabSz="761790">
              <a:spcBef>
                <a:spcPct val="50000"/>
              </a:spcBef>
              <a:defRPr/>
            </a:pPr>
            <a:r>
              <a:rPr lang="en-US" sz="700" dirty="0">
                <a:solidFill>
                  <a:srgbClr val="000000"/>
                </a:solidFill>
              </a:rPr>
              <a:t>TI Information – Selective Disclosure</a:t>
            </a:r>
          </a:p>
        </p:txBody>
      </p:sp>
    </p:spTree>
    <p:extLst>
      <p:ext uri="{BB962C8B-B14F-4D97-AF65-F5344CB8AC3E}">
        <p14:creationId xmlns:p14="http://schemas.microsoft.com/office/powerpoint/2010/main" val="23730434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6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C35851-DCE0-F247-A73D-CE5DAF7E1A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074" name="Rectangle 2"/>
          <p:cNvSpPr>
            <a:spLocks noGrp="1" noChangeArrowheads="1"/>
          </p:cNvSpPr>
          <p:nvPr>
            <p:ph type="ctrTitle"/>
          </p:nvPr>
        </p:nvSpPr>
        <p:spPr>
          <a:xfrm>
            <a:off x="342900" y="1457331"/>
            <a:ext cx="8458200" cy="1102519"/>
          </a:xfrm>
        </p:spPr>
        <p:txBody>
          <a:bodyPr/>
          <a:lstStyle>
            <a:lvl1pPr>
              <a:defRPr sz="33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8"/>
            <a:ext cx="8458200" cy="1114425"/>
          </a:xfrm>
          <a:ln/>
        </p:spPr>
        <p:txBody>
          <a:bodyPr/>
          <a:lstStyle>
            <a:lvl1pPr marL="0" indent="0">
              <a:buFontTx/>
              <a:buNone/>
              <a:defRPr b="1"/>
            </a:lvl1pPr>
          </a:lstStyle>
          <a:p>
            <a:r>
              <a:rPr lang="en-US"/>
              <a:t>Click to edit Master subtitle style</a:t>
            </a:r>
          </a:p>
        </p:txBody>
      </p:sp>
      <p:sp>
        <p:nvSpPr>
          <p:cNvPr id="7" name="Rectangle 24"/>
          <p:cNvSpPr>
            <a:spLocks noGrp="1" noChangeArrowheads="1"/>
          </p:cNvSpPr>
          <p:nvPr>
            <p:ph type="sldNum" sz="quarter" idx="10"/>
          </p:nvPr>
        </p:nvSpPr>
        <p:spPr>
          <a:xfrm>
            <a:off x="6642100" y="4529137"/>
            <a:ext cx="2133600" cy="154782"/>
          </a:xfrm>
        </p:spPr>
        <p:txBody>
          <a:bodyPr/>
          <a:lstStyle>
            <a:lvl1pPr>
              <a:defRPr/>
            </a:lvl1pPr>
          </a:lstStyle>
          <a:p>
            <a:pPr>
              <a:defRPr/>
            </a:pPr>
            <a:fld id="{3C7E7816-A48B-4805-9A47-CE865F4F101F}" type="slidenum">
              <a:rPr lang="en-US">
                <a:solidFill>
                  <a:srgbClr val="000000"/>
                </a:solidFill>
              </a:rPr>
              <a:pPr>
                <a:defRPr/>
              </a:pPr>
              <a:t>‹#›</a:t>
            </a:fld>
            <a:endParaRPr lang="en-US">
              <a:solidFill>
                <a:srgbClr val="000000"/>
              </a:solidFill>
            </a:endParaRPr>
          </a:p>
        </p:txBody>
      </p:sp>
      <p:grpSp>
        <p:nvGrpSpPr>
          <p:cNvPr id="20" name="Group 19"/>
          <p:cNvGrpSpPr/>
          <p:nvPr userDrawn="1"/>
        </p:nvGrpSpPr>
        <p:grpSpPr>
          <a:xfrm>
            <a:off x="-6263" y="4706938"/>
            <a:ext cx="8826500" cy="388620"/>
            <a:chOff x="0" y="6321425"/>
            <a:chExt cx="10591800" cy="466344"/>
          </a:xfrm>
        </p:grpSpPr>
        <p:sp>
          <p:nvSpPr>
            <p:cNvPr id="21" name="Rectangle 20"/>
            <p:cNvSpPr/>
            <p:nvPr userDrawn="1"/>
          </p:nvSpPr>
          <p:spPr>
            <a:xfrm>
              <a:off x="0" y="6321425"/>
              <a:ext cx="10591800" cy="466344"/>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22" name="Picture 27" descr="ti_logo_powerpoint_1_line.png"/>
            <p:cNvPicPr>
              <a:picLocks noChangeAspect="1"/>
            </p:cNvPicPr>
            <p:nvPr userDrawn="1"/>
          </p:nvPicPr>
          <p:blipFill>
            <a:blip r:embed="rId3" cstate="print"/>
            <a:srcRect/>
            <a:stretch>
              <a:fillRect/>
            </a:stretch>
          </p:blipFill>
          <p:spPr bwMode="auto">
            <a:xfrm>
              <a:off x="8593138" y="6440488"/>
              <a:ext cx="1874837" cy="231775"/>
            </a:xfrm>
            <a:prstGeom prst="rect">
              <a:avLst/>
            </a:prstGeom>
            <a:noFill/>
            <a:ln w="9525">
              <a:noFill/>
              <a:miter lim="800000"/>
              <a:headEnd/>
              <a:tailEnd/>
            </a:ln>
          </p:spPr>
        </p:pic>
      </p:grpSp>
      <p:sp>
        <p:nvSpPr>
          <p:cNvPr id="11" name="Text Box 31"/>
          <p:cNvSpPr txBox="1">
            <a:spLocks noChangeArrowheads="1"/>
          </p:cNvSpPr>
          <p:nvPr userDrawn="1"/>
        </p:nvSpPr>
        <p:spPr bwMode="auto">
          <a:xfrm>
            <a:off x="334013" y="4511183"/>
            <a:ext cx="2111375" cy="184662"/>
          </a:xfrm>
          <a:prstGeom prst="rect">
            <a:avLst/>
          </a:prstGeom>
          <a:noFill/>
          <a:ln w="9525">
            <a:noFill/>
            <a:miter lim="800000"/>
            <a:headEnd/>
            <a:tailEnd/>
          </a:ln>
          <a:effectLst/>
        </p:spPr>
        <p:txBody>
          <a:bodyPr lIns="76179" tIns="38088" rIns="76179" bIns="38088">
            <a:spAutoFit/>
          </a:bodyPr>
          <a:lstStyle/>
          <a:p>
            <a:pPr defTabSz="761790">
              <a:spcBef>
                <a:spcPct val="50000"/>
              </a:spcBef>
              <a:defRPr/>
            </a:pPr>
            <a:r>
              <a:rPr lang="en-US" sz="700" dirty="0">
                <a:solidFill>
                  <a:srgbClr val="000000"/>
                </a:solidFill>
              </a:rPr>
              <a:t>TI Information – Selective Disclosure</a:t>
            </a:r>
          </a:p>
        </p:txBody>
      </p:sp>
    </p:spTree>
    <p:extLst>
      <p:ext uri="{BB962C8B-B14F-4D97-AF65-F5344CB8AC3E}">
        <p14:creationId xmlns:p14="http://schemas.microsoft.com/office/powerpoint/2010/main" val="32427203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14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6DE67D-74D6-E24F-A53E-44A9C5B7527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074" name="Rectangle 2"/>
          <p:cNvSpPr>
            <a:spLocks noGrp="1" noChangeArrowheads="1"/>
          </p:cNvSpPr>
          <p:nvPr>
            <p:ph type="ctrTitle"/>
          </p:nvPr>
        </p:nvSpPr>
        <p:spPr>
          <a:xfrm>
            <a:off x="342900" y="1457331"/>
            <a:ext cx="8458200" cy="1102519"/>
          </a:xfrm>
        </p:spPr>
        <p:txBody>
          <a:bodyPr/>
          <a:lstStyle>
            <a:lvl1pPr>
              <a:defRPr sz="33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8"/>
            <a:ext cx="8458200" cy="1114425"/>
          </a:xfrm>
          <a:ln/>
        </p:spPr>
        <p:txBody>
          <a:bodyPr/>
          <a:lstStyle>
            <a:lvl1pPr marL="0" indent="0">
              <a:buFontTx/>
              <a:buNone/>
              <a:defRPr b="1"/>
            </a:lvl1pPr>
          </a:lstStyle>
          <a:p>
            <a:r>
              <a:rPr lang="en-US"/>
              <a:t>Click to edit Master subtitle style</a:t>
            </a:r>
          </a:p>
        </p:txBody>
      </p:sp>
      <p:sp>
        <p:nvSpPr>
          <p:cNvPr id="7" name="Rectangle 24"/>
          <p:cNvSpPr>
            <a:spLocks noGrp="1" noChangeArrowheads="1"/>
          </p:cNvSpPr>
          <p:nvPr>
            <p:ph type="sldNum" sz="quarter" idx="10"/>
          </p:nvPr>
        </p:nvSpPr>
        <p:spPr>
          <a:xfrm>
            <a:off x="6642100" y="4529137"/>
            <a:ext cx="2133600" cy="154782"/>
          </a:xfrm>
        </p:spPr>
        <p:txBody>
          <a:bodyPr/>
          <a:lstStyle>
            <a:lvl1pPr>
              <a:defRPr/>
            </a:lvl1pPr>
          </a:lstStyle>
          <a:p>
            <a:pPr>
              <a:defRPr/>
            </a:pPr>
            <a:fld id="{3C7E7816-A48B-4805-9A47-CE865F4F101F}" type="slidenum">
              <a:rPr lang="en-US">
                <a:solidFill>
                  <a:srgbClr val="000000"/>
                </a:solidFill>
              </a:rPr>
              <a:pPr>
                <a:defRPr/>
              </a:pPr>
              <a:t>‹#›</a:t>
            </a:fld>
            <a:endParaRPr lang="en-US">
              <a:solidFill>
                <a:srgbClr val="000000"/>
              </a:solidFill>
            </a:endParaRPr>
          </a:p>
        </p:txBody>
      </p:sp>
      <p:grpSp>
        <p:nvGrpSpPr>
          <p:cNvPr id="20" name="Group 19"/>
          <p:cNvGrpSpPr/>
          <p:nvPr userDrawn="1"/>
        </p:nvGrpSpPr>
        <p:grpSpPr>
          <a:xfrm>
            <a:off x="-6263" y="4706938"/>
            <a:ext cx="8826500" cy="388620"/>
            <a:chOff x="0" y="6321425"/>
            <a:chExt cx="10591800" cy="466344"/>
          </a:xfrm>
        </p:grpSpPr>
        <p:sp>
          <p:nvSpPr>
            <p:cNvPr id="21" name="Rectangle 20"/>
            <p:cNvSpPr/>
            <p:nvPr userDrawn="1"/>
          </p:nvSpPr>
          <p:spPr>
            <a:xfrm>
              <a:off x="0" y="6321425"/>
              <a:ext cx="10591800" cy="466344"/>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22" name="Picture 27" descr="ti_logo_powerpoint_1_line.png"/>
            <p:cNvPicPr>
              <a:picLocks noChangeAspect="1"/>
            </p:cNvPicPr>
            <p:nvPr userDrawn="1"/>
          </p:nvPicPr>
          <p:blipFill>
            <a:blip r:embed="rId3" cstate="print"/>
            <a:srcRect/>
            <a:stretch>
              <a:fillRect/>
            </a:stretch>
          </p:blipFill>
          <p:spPr bwMode="auto">
            <a:xfrm>
              <a:off x="8593138" y="6440488"/>
              <a:ext cx="1874837" cy="231775"/>
            </a:xfrm>
            <a:prstGeom prst="rect">
              <a:avLst/>
            </a:prstGeom>
            <a:noFill/>
            <a:ln w="9525">
              <a:noFill/>
              <a:miter lim="800000"/>
              <a:headEnd/>
              <a:tailEnd/>
            </a:ln>
          </p:spPr>
        </p:pic>
      </p:grpSp>
      <p:sp>
        <p:nvSpPr>
          <p:cNvPr id="11" name="Text Box 31"/>
          <p:cNvSpPr txBox="1">
            <a:spLocks noChangeArrowheads="1"/>
          </p:cNvSpPr>
          <p:nvPr userDrawn="1"/>
        </p:nvSpPr>
        <p:spPr bwMode="auto">
          <a:xfrm>
            <a:off x="334013" y="4511183"/>
            <a:ext cx="2111375" cy="184662"/>
          </a:xfrm>
          <a:prstGeom prst="rect">
            <a:avLst/>
          </a:prstGeom>
          <a:noFill/>
          <a:ln w="9525">
            <a:noFill/>
            <a:miter lim="800000"/>
            <a:headEnd/>
            <a:tailEnd/>
          </a:ln>
          <a:effectLst/>
        </p:spPr>
        <p:txBody>
          <a:bodyPr lIns="76179" tIns="38088" rIns="76179" bIns="38088">
            <a:spAutoFit/>
          </a:bodyPr>
          <a:lstStyle/>
          <a:p>
            <a:pPr defTabSz="761790">
              <a:spcBef>
                <a:spcPct val="50000"/>
              </a:spcBef>
              <a:defRPr/>
            </a:pPr>
            <a:r>
              <a:rPr lang="en-US" sz="700" dirty="0">
                <a:solidFill>
                  <a:srgbClr val="000000"/>
                </a:solidFill>
              </a:rPr>
              <a:t>TI Information – Selective Disclosure</a:t>
            </a:r>
          </a:p>
        </p:txBody>
      </p:sp>
    </p:spTree>
    <p:extLst>
      <p:ext uri="{BB962C8B-B14F-4D97-AF65-F5344CB8AC3E}">
        <p14:creationId xmlns:p14="http://schemas.microsoft.com/office/powerpoint/2010/main" val="19001032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4_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F552890-0675-5942-BD45-247DCD612F5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264" y="86"/>
            <a:ext cx="9166479" cy="5143413"/>
          </a:xfrm>
          <a:prstGeom prst="rect">
            <a:avLst/>
          </a:prstGeom>
        </p:spPr>
      </p:pic>
      <p:sp>
        <p:nvSpPr>
          <p:cNvPr id="3074" name="Rectangle 2"/>
          <p:cNvSpPr>
            <a:spLocks noGrp="1" noChangeArrowheads="1"/>
          </p:cNvSpPr>
          <p:nvPr>
            <p:ph type="ctrTitle"/>
          </p:nvPr>
        </p:nvSpPr>
        <p:spPr>
          <a:xfrm>
            <a:off x="342900" y="1457331"/>
            <a:ext cx="8458200" cy="1102519"/>
          </a:xfrm>
        </p:spPr>
        <p:txBody>
          <a:bodyPr/>
          <a:lstStyle>
            <a:lvl1pPr>
              <a:defRPr sz="3300">
                <a:solidFill>
                  <a:schemeClr val="bg1"/>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8"/>
            <a:ext cx="8458200" cy="1114425"/>
          </a:xfrm>
          <a:ln/>
        </p:spPr>
        <p:txBody>
          <a:bodyPr/>
          <a:lstStyle>
            <a:lvl1pPr marL="0" indent="0">
              <a:buFontTx/>
              <a:buNone/>
              <a:defRPr b="1"/>
            </a:lvl1pPr>
          </a:lstStyle>
          <a:p>
            <a:r>
              <a:rPr lang="en-US" dirty="0"/>
              <a:t>Click to edit Master subtitle style</a:t>
            </a:r>
          </a:p>
        </p:txBody>
      </p:sp>
      <p:sp>
        <p:nvSpPr>
          <p:cNvPr id="9" name="Rectangle 24"/>
          <p:cNvSpPr>
            <a:spLocks noGrp="1" noChangeArrowheads="1"/>
          </p:cNvSpPr>
          <p:nvPr>
            <p:ph type="sldNum" sz="quarter" idx="10"/>
          </p:nvPr>
        </p:nvSpPr>
        <p:spPr>
          <a:xfrm>
            <a:off x="6642100" y="4529137"/>
            <a:ext cx="2133600" cy="154782"/>
          </a:xfrm>
        </p:spPr>
        <p:txBody>
          <a:bodyPr/>
          <a:lstStyle>
            <a:lvl1pPr>
              <a:defRPr/>
            </a:lvl1pPr>
          </a:lstStyle>
          <a:p>
            <a:pPr>
              <a:defRPr/>
            </a:pPr>
            <a:fld id="{7355571E-02C7-4909-A943-092A83DD3418}" type="slidenum">
              <a:rPr lang="en-US">
                <a:solidFill>
                  <a:srgbClr val="000000"/>
                </a:solidFill>
              </a:rPr>
              <a:pPr>
                <a:defRPr/>
              </a:pPr>
              <a:t>‹#›</a:t>
            </a:fld>
            <a:endParaRPr lang="en-US">
              <a:solidFill>
                <a:srgbClr val="000000"/>
              </a:solidFill>
            </a:endParaRPr>
          </a:p>
        </p:txBody>
      </p:sp>
      <p:grpSp>
        <p:nvGrpSpPr>
          <p:cNvPr id="16" name="Group 15"/>
          <p:cNvGrpSpPr/>
          <p:nvPr userDrawn="1"/>
        </p:nvGrpSpPr>
        <p:grpSpPr>
          <a:xfrm>
            <a:off x="-12526" y="4706938"/>
            <a:ext cx="8826500" cy="388620"/>
            <a:chOff x="0" y="6321425"/>
            <a:chExt cx="10591800" cy="466344"/>
          </a:xfrm>
        </p:grpSpPr>
        <p:sp>
          <p:nvSpPr>
            <p:cNvPr id="17" name="Rectangle 16"/>
            <p:cNvSpPr/>
            <p:nvPr userDrawn="1"/>
          </p:nvSpPr>
          <p:spPr>
            <a:xfrm>
              <a:off x="0" y="6321425"/>
              <a:ext cx="10591800" cy="466344"/>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18" name="Picture 27" descr="ti_logo_powerpoint_1_line.png"/>
            <p:cNvPicPr>
              <a:picLocks noChangeAspect="1"/>
            </p:cNvPicPr>
            <p:nvPr userDrawn="1"/>
          </p:nvPicPr>
          <p:blipFill>
            <a:blip r:embed="rId3" cstate="print"/>
            <a:srcRect/>
            <a:stretch>
              <a:fillRect/>
            </a:stretch>
          </p:blipFill>
          <p:spPr bwMode="auto">
            <a:xfrm>
              <a:off x="8593138" y="6440488"/>
              <a:ext cx="1874837" cy="231775"/>
            </a:xfrm>
            <a:prstGeom prst="rect">
              <a:avLst/>
            </a:prstGeom>
            <a:noFill/>
            <a:ln w="9525">
              <a:noFill/>
              <a:miter lim="800000"/>
              <a:headEnd/>
              <a:tailEnd/>
            </a:ln>
          </p:spPr>
        </p:pic>
      </p:grpSp>
      <p:sp>
        <p:nvSpPr>
          <p:cNvPr id="10" name="Text Box 31"/>
          <p:cNvSpPr txBox="1">
            <a:spLocks noChangeArrowheads="1"/>
          </p:cNvSpPr>
          <p:nvPr userDrawn="1"/>
        </p:nvSpPr>
        <p:spPr bwMode="auto">
          <a:xfrm>
            <a:off x="334013" y="4511183"/>
            <a:ext cx="2111375" cy="184662"/>
          </a:xfrm>
          <a:prstGeom prst="rect">
            <a:avLst/>
          </a:prstGeom>
          <a:noFill/>
          <a:ln w="9525">
            <a:noFill/>
            <a:miter lim="800000"/>
            <a:headEnd/>
            <a:tailEnd/>
          </a:ln>
          <a:effectLst/>
        </p:spPr>
        <p:txBody>
          <a:bodyPr lIns="76179" tIns="38088" rIns="76179" bIns="38088">
            <a:spAutoFit/>
          </a:bodyPr>
          <a:lstStyle/>
          <a:p>
            <a:pPr defTabSz="761790">
              <a:spcBef>
                <a:spcPct val="50000"/>
              </a:spcBef>
              <a:defRPr/>
            </a:pPr>
            <a:r>
              <a:rPr lang="en-US" sz="700" dirty="0">
                <a:solidFill>
                  <a:srgbClr val="000000"/>
                </a:solidFill>
              </a:rPr>
              <a:t>TI Information – Selective Disclosure</a:t>
            </a:r>
          </a:p>
        </p:txBody>
      </p:sp>
    </p:spTree>
    <p:extLst>
      <p:ext uri="{BB962C8B-B14F-4D97-AF65-F5344CB8AC3E}">
        <p14:creationId xmlns:p14="http://schemas.microsoft.com/office/powerpoint/2010/main" val="395015146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8_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B06B6E4-36B5-2A4D-8795-84CABEE4FAB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074" name="Rectangle 2"/>
          <p:cNvSpPr>
            <a:spLocks noGrp="1" noChangeArrowheads="1"/>
          </p:cNvSpPr>
          <p:nvPr>
            <p:ph type="ctrTitle"/>
          </p:nvPr>
        </p:nvSpPr>
        <p:spPr>
          <a:xfrm>
            <a:off x="342900" y="1457331"/>
            <a:ext cx="8458200" cy="1102519"/>
          </a:xfrm>
        </p:spPr>
        <p:txBody>
          <a:bodyPr/>
          <a:lstStyle>
            <a:lvl1pPr>
              <a:defRPr sz="3300">
                <a:solidFill>
                  <a:schemeClr val="bg1"/>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8"/>
            <a:ext cx="8458200" cy="1114425"/>
          </a:xfrm>
          <a:ln/>
        </p:spPr>
        <p:txBody>
          <a:bodyPr/>
          <a:lstStyle>
            <a:lvl1pPr marL="0" indent="0">
              <a:buFontTx/>
              <a:buNone/>
              <a:defRPr b="1">
                <a:solidFill>
                  <a:schemeClr val="bg1"/>
                </a:solidFill>
              </a:defRPr>
            </a:lvl1pPr>
          </a:lstStyle>
          <a:p>
            <a:r>
              <a:rPr lang="en-US" dirty="0"/>
              <a:t>Click to edit Master subtitle style</a:t>
            </a:r>
          </a:p>
        </p:txBody>
      </p:sp>
      <p:sp>
        <p:nvSpPr>
          <p:cNvPr id="7" name="Rectangle 24"/>
          <p:cNvSpPr>
            <a:spLocks noGrp="1" noChangeArrowheads="1"/>
          </p:cNvSpPr>
          <p:nvPr>
            <p:ph type="sldNum" sz="quarter" idx="10"/>
          </p:nvPr>
        </p:nvSpPr>
        <p:spPr>
          <a:xfrm>
            <a:off x="6642100" y="4529137"/>
            <a:ext cx="2133600" cy="154782"/>
          </a:xfrm>
        </p:spPr>
        <p:txBody>
          <a:bodyPr/>
          <a:lstStyle>
            <a:lvl1pPr>
              <a:defRPr>
                <a:solidFill>
                  <a:schemeClr val="bg1"/>
                </a:solidFill>
              </a:defRPr>
            </a:lvl1pPr>
          </a:lstStyle>
          <a:p>
            <a:pPr>
              <a:defRPr/>
            </a:pPr>
            <a:fld id="{3C7E7816-A48B-4805-9A47-CE865F4F101F}" type="slidenum">
              <a:rPr lang="en-US" smtClean="0">
                <a:solidFill>
                  <a:srgbClr val="FFFFFF"/>
                </a:solidFill>
              </a:rPr>
              <a:pPr>
                <a:defRPr/>
              </a:pPr>
              <a:t>‹#›</a:t>
            </a:fld>
            <a:endParaRPr lang="en-US" dirty="0">
              <a:solidFill>
                <a:srgbClr val="FFFFFF"/>
              </a:solidFill>
            </a:endParaRPr>
          </a:p>
        </p:txBody>
      </p:sp>
      <p:grpSp>
        <p:nvGrpSpPr>
          <p:cNvPr id="20" name="Group 19"/>
          <p:cNvGrpSpPr/>
          <p:nvPr userDrawn="1"/>
        </p:nvGrpSpPr>
        <p:grpSpPr>
          <a:xfrm>
            <a:off x="-6263" y="4706938"/>
            <a:ext cx="8826500" cy="388620"/>
            <a:chOff x="0" y="6321425"/>
            <a:chExt cx="10591800" cy="466344"/>
          </a:xfrm>
        </p:grpSpPr>
        <p:sp>
          <p:nvSpPr>
            <p:cNvPr id="21" name="Rectangle 20"/>
            <p:cNvSpPr/>
            <p:nvPr userDrawn="1"/>
          </p:nvSpPr>
          <p:spPr>
            <a:xfrm>
              <a:off x="0" y="6321425"/>
              <a:ext cx="10591800" cy="466344"/>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22" name="Picture 27" descr="ti_logo_powerpoint_1_line.png"/>
            <p:cNvPicPr>
              <a:picLocks noChangeAspect="1"/>
            </p:cNvPicPr>
            <p:nvPr userDrawn="1"/>
          </p:nvPicPr>
          <p:blipFill>
            <a:blip r:embed="rId3" cstate="print"/>
            <a:srcRect/>
            <a:stretch>
              <a:fillRect/>
            </a:stretch>
          </p:blipFill>
          <p:spPr bwMode="auto">
            <a:xfrm>
              <a:off x="8593138" y="6440488"/>
              <a:ext cx="1874837" cy="231775"/>
            </a:xfrm>
            <a:prstGeom prst="rect">
              <a:avLst/>
            </a:prstGeom>
            <a:noFill/>
            <a:ln w="9525">
              <a:noFill/>
              <a:miter lim="800000"/>
              <a:headEnd/>
              <a:tailEnd/>
            </a:ln>
          </p:spPr>
        </p:pic>
      </p:grpSp>
      <p:sp>
        <p:nvSpPr>
          <p:cNvPr id="11" name="Text Box 31"/>
          <p:cNvSpPr txBox="1">
            <a:spLocks noChangeArrowheads="1"/>
          </p:cNvSpPr>
          <p:nvPr userDrawn="1"/>
        </p:nvSpPr>
        <p:spPr bwMode="auto">
          <a:xfrm>
            <a:off x="334013" y="4511183"/>
            <a:ext cx="2111375" cy="184662"/>
          </a:xfrm>
          <a:prstGeom prst="rect">
            <a:avLst/>
          </a:prstGeom>
          <a:noFill/>
          <a:ln w="9525">
            <a:noFill/>
            <a:miter lim="800000"/>
            <a:headEnd/>
            <a:tailEnd/>
          </a:ln>
          <a:effectLst/>
        </p:spPr>
        <p:txBody>
          <a:bodyPr lIns="76179" tIns="38088" rIns="76179" bIns="38088">
            <a:spAutoFit/>
          </a:bodyPr>
          <a:lstStyle/>
          <a:p>
            <a:pPr defTabSz="761790">
              <a:spcBef>
                <a:spcPct val="50000"/>
              </a:spcBef>
              <a:defRPr/>
            </a:pPr>
            <a:r>
              <a:rPr lang="en-US" sz="700" dirty="0">
                <a:solidFill>
                  <a:srgbClr val="000000"/>
                </a:solidFill>
              </a:rPr>
              <a:t>TI Information – Selective Disclosure</a:t>
            </a:r>
          </a:p>
        </p:txBody>
      </p:sp>
    </p:spTree>
    <p:extLst>
      <p:ext uri="{BB962C8B-B14F-4D97-AF65-F5344CB8AC3E}">
        <p14:creationId xmlns:p14="http://schemas.microsoft.com/office/powerpoint/2010/main" val="7786586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Content Placeholder 2"/>
          <p:cNvSpPr>
            <a:spLocks noGrp="1"/>
          </p:cNvSpPr>
          <p:nvPr>
            <p:ph idx="1"/>
          </p:nvPr>
        </p:nvSpPr>
        <p:spPr>
          <a:xfrm>
            <a:off x="333378" y="786357"/>
            <a:ext cx="8467725" cy="3709449"/>
          </a:xfrm>
        </p:spPr>
        <p:txBody>
          <a:bodyPr/>
          <a:lstStyle>
            <a:lvl1pPr>
              <a:spcBef>
                <a:spcPts val="667"/>
              </a:spcBef>
              <a:defRPr/>
            </a:lvl1pPr>
            <a:lvl3pPr>
              <a:defRPr sz="1500"/>
            </a:lvl3pPr>
            <a:lvl4pPr>
              <a:defRPr sz="1500"/>
            </a:lvl4pPr>
            <a:lvl5pPr>
              <a:defRPr sz="15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pPr>
              <a:defRPr/>
            </a:pPr>
            <a:fld id="{2B97888F-6AF7-4263-B69D-592D8C33BAC7}"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2495182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7"/>
            <a:ext cx="7772400" cy="1021557"/>
          </a:xfrm>
        </p:spPr>
        <p:txBody>
          <a:bodyPr anchor="t"/>
          <a:lstStyle>
            <a:lvl1pPr algn="l">
              <a:defRPr sz="3300" b="1" cap="all">
                <a:solidFill>
                  <a:schemeClr val="tx2"/>
                </a:solidFill>
              </a:defRPr>
            </a:lvl1pPr>
          </a:lstStyle>
          <a:p>
            <a:r>
              <a:rPr lang="en-US" dirty="0"/>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700"/>
            </a:lvl1pPr>
            <a:lvl2pPr marL="380895" indent="0">
              <a:buNone/>
              <a:defRPr sz="1500"/>
            </a:lvl2pPr>
            <a:lvl3pPr marL="761790" indent="0">
              <a:buNone/>
              <a:defRPr sz="1300"/>
            </a:lvl3pPr>
            <a:lvl4pPr marL="1142683" indent="0">
              <a:buNone/>
              <a:defRPr sz="1200"/>
            </a:lvl4pPr>
            <a:lvl5pPr marL="1523573" indent="0">
              <a:buNone/>
              <a:defRPr sz="1200"/>
            </a:lvl5pPr>
            <a:lvl6pPr marL="1904467" indent="0">
              <a:buNone/>
              <a:defRPr sz="1200"/>
            </a:lvl6pPr>
            <a:lvl7pPr marL="2285362" indent="0">
              <a:buNone/>
              <a:defRPr sz="1200"/>
            </a:lvl7pPr>
            <a:lvl8pPr marL="2666253" indent="0">
              <a:buNone/>
              <a:defRPr sz="1200"/>
            </a:lvl8pPr>
            <a:lvl9pPr marL="3047146" indent="0">
              <a:buNone/>
              <a:defRPr sz="1200"/>
            </a:lvl9pPr>
          </a:lstStyle>
          <a:p>
            <a:pPr lvl="0"/>
            <a:r>
              <a:rPr lang="en-US"/>
              <a:t>Click to edit Master text styles</a:t>
            </a:r>
          </a:p>
        </p:txBody>
      </p:sp>
      <p:sp>
        <p:nvSpPr>
          <p:cNvPr id="4" name="Rectangle 6"/>
          <p:cNvSpPr>
            <a:spLocks noGrp="1" noChangeArrowheads="1"/>
          </p:cNvSpPr>
          <p:nvPr>
            <p:ph type="sldNum" sz="quarter" idx="10"/>
          </p:nvPr>
        </p:nvSpPr>
        <p:spPr>
          <a:xfrm>
            <a:off x="6638925" y="4537472"/>
            <a:ext cx="2133600" cy="154782"/>
          </a:xfrm>
          <a:ln/>
        </p:spPr>
        <p:txBody>
          <a:bodyPr/>
          <a:lstStyle>
            <a:lvl1pPr>
              <a:defRPr/>
            </a:lvl1pPr>
          </a:lstStyle>
          <a:p>
            <a:pPr>
              <a:defRPr/>
            </a:pPr>
            <a:fld id="{4E6118DC-F0C3-4C61-9EEA-2C495CD04587}"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38783355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Content Placeholder 2"/>
          <p:cNvSpPr>
            <a:spLocks noGrp="1"/>
          </p:cNvSpPr>
          <p:nvPr>
            <p:ph sz="half" idx="1"/>
          </p:nvPr>
        </p:nvSpPr>
        <p:spPr>
          <a:xfrm>
            <a:off x="333375" y="889398"/>
            <a:ext cx="4157663" cy="3519488"/>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500" smtClean="0">
                <a:solidFill>
                  <a:schemeClr val="tx1"/>
                </a:solidFill>
                <a:latin typeface="+mn-lt"/>
                <a:ea typeface="+mn-ea"/>
                <a:cs typeface="+mn-cs"/>
              </a:defRPr>
            </a:lvl2pPr>
            <a:lvl3pPr algn="l" rtl="0" eaLnBrk="0" fontAlgn="base" hangingPunct="0">
              <a:spcAft>
                <a:spcPct val="0"/>
              </a:spcAft>
              <a:defRPr lang="en-US" sz="1500" smtClean="0">
                <a:solidFill>
                  <a:schemeClr val="tx1"/>
                </a:solidFill>
                <a:latin typeface="+mn-lt"/>
                <a:ea typeface="+mn-ea"/>
                <a:cs typeface="+mn-cs"/>
              </a:defRPr>
            </a:lvl3pPr>
            <a:lvl4pPr algn="l" rtl="0" eaLnBrk="0" fontAlgn="base" hangingPunct="0">
              <a:spcAft>
                <a:spcPct val="0"/>
              </a:spcAft>
              <a:defRPr lang="en-US" sz="1500" smtClean="0">
                <a:solidFill>
                  <a:schemeClr val="tx1"/>
                </a:solidFill>
                <a:latin typeface="+mn-lt"/>
                <a:ea typeface="+mn-ea"/>
                <a:cs typeface="+mn-cs"/>
              </a:defRPr>
            </a:lvl4pPr>
            <a:lvl5pPr algn="l" rtl="0" eaLnBrk="0" fontAlgn="base" hangingPunct="0">
              <a:spcAft>
                <a:spcPct val="0"/>
              </a:spcAft>
              <a:defRPr lang="en-US" sz="1700">
                <a:solidFill>
                  <a:schemeClr val="tx1"/>
                </a:solidFill>
                <a:latin typeface="+mn-lt"/>
                <a:ea typeface="+mn-ea"/>
                <a:cs typeface="+mn-cs"/>
              </a:defRPr>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3438" y="889398"/>
            <a:ext cx="4157662" cy="3519488"/>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500" smtClean="0">
                <a:solidFill>
                  <a:schemeClr val="tx1"/>
                </a:solidFill>
                <a:latin typeface="+mn-lt"/>
                <a:ea typeface="+mn-ea"/>
                <a:cs typeface="+mn-cs"/>
              </a:defRPr>
            </a:lvl2pPr>
            <a:lvl3pPr algn="l" rtl="0" eaLnBrk="0" fontAlgn="base" hangingPunct="0">
              <a:spcAft>
                <a:spcPct val="0"/>
              </a:spcAft>
              <a:defRPr lang="en-US" sz="1500" smtClean="0">
                <a:solidFill>
                  <a:schemeClr val="tx1"/>
                </a:solidFill>
                <a:latin typeface="+mn-lt"/>
                <a:ea typeface="+mn-ea"/>
                <a:cs typeface="+mn-cs"/>
              </a:defRPr>
            </a:lvl3pPr>
            <a:lvl4pPr algn="l" rtl="0" eaLnBrk="0" fontAlgn="base" hangingPunct="0">
              <a:spcAft>
                <a:spcPct val="0"/>
              </a:spcAft>
              <a:defRPr lang="en-US" sz="1500" smtClean="0">
                <a:solidFill>
                  <a:schemeClr val="tx1"/>
                </a:solidFill>
                <a:latin typeface="+mn-lt"/>
                <a:ea typeface="+mn-ea"/>
                <a:cs typeface="+mn-cs"/>
              </a:defRPr>
            </a:lvl4pPr>
            <a:lvl5pPr algn="l" rtl="0" eaLnBrk="0" fontAlgn="base" hangingPunct="0">
              <a:spcAft>
                <a:spcPct val="0"/>
              </a:spcAft>
              <a:defRPr lang="en-US" sz="1500">
                <a:solidFill>
                  <a:schemeClr val="tx1"/>
                </a:solidFill>
                <a:latin typeface="+mn-lt"/>
                <a:ea typeface="+mn-ea"/>
                <a:cs typeface="+mn-cs"/>
              </a:defRPr>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6"/>
          <p:cNvSpPr>
            <a:spLocks noGrp="1" noChangeArrowheads="1"/>
          </p:cNvSpPr>
          <p:nvPr>
            <p:ph type="sldNum" sz="quarter" idx="10"/>
          </p:nvPr>
        </p:nvSpPr>
        <p:spPr>
          <a:ln/>
        </p:spPr>
        <p:txBody>
          <a:bodyPr/>
          <a:lstStyle>
            <a:lvl1pPr>
              <a:defRPr/>
            </a:lvl1pPr>
          </a:lstStyle>
          <a:p>
            <a:pPr>
              <a:defRPr/>
            </a:pPr>
            <a:fld id="{B53548F6-AAA9-4A8D-A869-511B3DFE3256}"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5664773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lvl1pPr>
              <a:defRPr>
                <a:solidFill>
                  <a:schemeClr val="tx2"/>
                </a:solidFill>
              </a:defRPr>
            </a:lvl1pPr>
          </a:lstStyle>
          <a:p>
            <a:r>
              <a:rPr lang="en-US" dirty="0"/>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000" b="1"/>
            </a:lvl1pPr>
            <a:lvl2pPr marL="380895" indent="0">
              <a:buNone/>
              <a:defRPr sz="1700" b="1"/>
            </a:lvl2pPr>
            <a:lvl3pPr marL="761790" indent="0">
              <a:buNone/>
              <a:defRPr sz="1500" b="1"/>
            </a:lvl3pPr>
            <a:lvl4pPr marL="1142683" indent="0">
              <a:buNone/>
              <a:defRPr sz="1300" b="1"/>
            </a:lvl4pPr>
            <a:lvl5pPr marL="1523573" indent="0">
              <a:buNone/>
              <a:defRPr sz="1300" b="1"/>
            </a:lvl5pPr>
            <a:lvl6pPr marL="1904467" indent="0">
              <a:buNone/>
              <a:defRPr sz="1300" b="1"/>
            </a:lvl6pPr>
            <a:lvl7pPr marL="2285362" indent="0">
              <a:buNone/>
              <a:defRPr sz="1300" b="1"/>
            </a:lvl7pPr>
            <a:lvl8pPr marL="2666253" indent="0">
              <a:buNone/>
              <a:defRPr sz="1300" b="1"/>
            </a:lvl8pPr>
            <a:lvl9pPr marL="3047146" indent="0">
              <a:buNone/>
              <a:defRPr sz="1300" b="1"/>
            </a:lvl9pPr>
          </a:lstStyle>
          <a:p>
            <a:pPr lvl="0"/>
            <a:r>
              <a:rPr lang="en-US"/>
              <a:t>Click to edit Master text styles</a:t>
            </a:r>
          </a:p>
        </p:txBody>
      </p:sp>
      <p:sp>
        <p:nvSpPr>
          <p:cNvPr id="4" name="Content Placeholder 3"/>
          <p:cNvSpPr>
            <a:spLocks noGrp="1"/>
          </p:cNvSpPr>
          <p:nvPr>
            <p:ph sz="half" idx="2"/>
          </p:nvPr>
        </p:nvSpPr>
        <p:spPr>
          <a:xfrm>
            <a:off x="457200" y="1631157"/>
            <a:ext cx="4040188" cy="2963466"/>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700" smtClean="0">
                <a:solidFill>
                  <a:schemeClr val="tx1"/>
                </a:solidFill>
                <a:latin typeface="+mn-lt"/>
                <a:ea typeface="+mn-ea"/>
                <a:cs typeface="+mn-cs"/>
              </a:defRPr>
            </a:lvl2pPr>
            <a:lvl3pPr algn="l" rtl="0" eaLnBrk="0" fontAlgn="base" hangingPunct="0">
              <a:spcAft>
                <a:spcPct val="0"/>
              </a:spcAft>
              <a:defRPr lang="en-US" sz="1700" smtClean="0">
                <a:solidFill>
                  <a:schemeClr val="tx1"/>
                </a:solidFill>
                <a:latin typeface="+mn-lt"/>
                <a:ea typeface="+mn-ea"/>
                <a:cs typeface="+mn-cs"/>
              </a:defRPr>
            </a:lvl3pPr>
            <a:lvl4pPr algn="l" rtl="0" eaLnBrk="0" fontAlgn="base" hangingPunct="0">
              <a:spcAft>
                <a:spcPct val="0"/>
              </a:spcAft>
              <a:defRPr lang="en-US" sz="1700" smtClean="0">
                <a:solidFill>
                  <a:schemeClr val="tx1"/>
                </a:solidFill>
                <a:latin typeface="+mn-lt"/>
                <a:ea typeface="+mn-ea"/>
                <a:cs typeface="+mn-cs"/>
              </a:defRPr>
            </a:lvl4pPr>
            <a:lvl5pPr algn="l" rtl="0" eaLnBrk="0" fontAlgn="base" hangingPunct="0">
              <a:spcAft>
                <a:spcPct val="0"/>
              </a:spcAft>
              <a:defRPr lang="en-US" sz="1700">
                <a:solidFill>
                  <a:schemeClr val="tx1"/>
                </a:solidFill>
                <a:latin typeface="+mn-lt"/>
                <a:ea typeface="+mn-ea"/>
                <a:cs typeface="+mn-cs"/>
              </a:defRPr>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000" b="1"/>
            </a:lvl1pPr>
            <a:lvl2pPr marL="380895" indent="0">
              <a:buNone/>
              <a:defRPr sz="1700" b="1"/>
            </a:lvl2pPr>
            <a:lvl3pPr marL="761790" indent="0">
              <a:buNone/>
              <a:defRPr sz="1500" b="1"/>
            </a:lvl3pPr>
            <a:lvl4pPr marL="1142683" indent="0">
              <a:buNone/>
              <a:defRPr sz="1300" b="1"/>
            </a:lvl4pPr>
            <a:lvl5pPr marL="1523573" indent="0">
              <a:buNone/>
              <a:defRPr sz="1300" b="1"/>
            </a:lvl5pPr>
            <a:lvl6pPr marL="1904467" indent="0">
              <a:buNone/>
              <a:defRPr sz="1300" b="1"/>
            </a:lvl6pPr>
            <a:lvl7pPr marL="2285362" indent="0">
              <a:buNone/>
              <a:defRPr sz="1300" b="1"/>
            </a:lvl7pPr>
            <a:lvl8pPr marL="2666253" indent="0">
              <a:buNone/>
              <a:defRPr sz="1300" b="1"/>
            </a:lvl8pPr>
            <a:lvl9pPr marL="3047146" indent="0">
              <a:buNone/>
              <a:defRPr sz="1300" b="1"/>
            </a:lvl9pPr>
          </a:lstStyle>
          <a:p>
            <a:pPr lvl="0"/>
            <a:r>
              <a:rPr lang="en-US"/>
              <a:t>Click to edit Master text styles</a:t>
            </a:r>
          </a:p>
        </p:txBody>
      </p:sp>
      <p:sp>
        <p:nvSpPr>
          <p:cNvPr id="6" name="Content Placeholder 5"/>
          <p:cNvSpPr>
            <a:spLocks noGrp="1"/>
          </p:cNvSpPr>
          <p:nvPr>
            <p:ph sz="quarter" idx="4"/>
          </p:nvPr>
        </p:nvSpPr>
        <p:spPr>
          <a:xfrm>
            <a:off x="4645028" y="1631157"/>
            <a:ext cx="4041775" cy="2963466"/>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700" smtClean="0">
                <a:solidFill>
                  <a:schemeClr val="tx1"/>
                </a:solidFill>
                <a:latin typeface="+mn-lt"/>
                <a:ea typeface="+mn-ea"/>
                <a:cs typeface="+mn-cs"/>
              </a:defRPr>
            </a:lvl2pPr>
            <a:lvl3pPr algn="l" rtl="0" eaLnBrk="0" fontAlgn="base" hangingPunct="0">
              <a:spcAft>
                <a:spcPct val="0"/>
              </a:spcAft>
              <a:defRPr lang="en-US" sz="1700" smtClean="0">
                <a:solidFill>
                  <a:schemeClr val="tx1"/>
                </a:solidFill>
                <a:latin typeface="+mn-lt"/>
                <a:ea typeface="+mn-ea"/>
                <a:cs typeface="+mn-cs"/>
              </a:defRPr>
            </a:lvl3pPr>
            <a:lvl4pPr algn="l" rtl="0" eaLnBrk="0" fontAlgn="base" hangingPunct="0">
              <a:spcAft>
                <a:spcPct val="0"/>
              </a:spcAft>
              <a:defRPr lang="en-US" sz="1700" smtClean="0">
                <a:solidFill>
                  <a:schemeClr val="tx1"/>
                </a:solidFill>
                <a:latin typeface="+mn-lt"/>
                <a:ea typeface="+mn-ea"/>
                <a:cs typeface="+mn-cs"/>
              </a:defRPr>
            </a:lvl4pPr>
            <a:lvl5pPr algn="l" rtl="0" eaLnBrk="0" fontAlgn="base" hangingPunct="0">
              <a:spcAft>
                <a:spcPct val="0"/>
              </a:spcAft>
              <a:defRPr lang="en-US" sz="1700">
                <a:solidFill>
                  <a:schemeClr val="tx1"/>
                </a:solidFill>
                <a:latin typeface="+mn-lt"/>
                <a:ea typeface="+mn-ea"/>
                <a:cs typeface="+mn-cs"/>
              </a:defRPr>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a:ln/>
        </p:spPr>
        <p:txBody>
          <a:bodyPr/>
          <a:lstStyle>
            <a:lvl1pPr>
              <a:defRPr/>
            </a:lvl1pPr>
          </a:lstStyle>
          <a:p>
            <a:pPr>
              <a:defRPr/>
            </a:pPr>
            <a:fld id="{204C35C9-3222-4444-B33E-8AB075BE83C6}"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3788445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pPr>
              <a:defRPr/>
            </a:pPr>
            <a:fld id="{D4C52F08-588C-488E-A5AB-DF69250DE86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8432849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ED430B41-3034-4777-B6DE-71856D985697}"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8006872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3008313" cy="871538"/>
          </a:xfrm>
        </p:spPr>
        <p:txBody>
          <a:bodyPr anchor="b"/>
          <a:lstStyle>
            <a:lvl1pPr algn="l">
              <a:defRPr sz="2700" b="1">
                <a:solidFill>
                  <a:schemeClr val="tx2"/>
                </a:solidFill>
              </a:defRPr>
            </a:lvl1pPr>
          </a:lstStyle>
          <a:p>
            <a:r>
              <a:rPr lang="en-US" dirty="0"/>
              <a:t>Click to edit Master title style</a:t>
            </a:r>
          </a:p>
        </p:txBody>
      </p:sp>
      <p:sp>
        <p:nvSpPr>
          <p:cNvPr id="3" name="Content Placeholder 2"/>
          <p:cNvSpPr>
            <a:spLocks noGrp="1"/>
          </p:cNvSpPr>
          <p:nvPr>
            <p:ph idx="1"/>
          </p:nvPr>
        </p:nvSpPr>
        <p:spPr>
          <a:xfrm>
            <a:off x="3575050" y="204788"/>
            <a:ext cx="5111750" cy="4389835"/>
          </a:xfrm>
          <a:noFill/>
          <a:ln w="9525" algn="ctr">
            <a:noFill/>
            <a:miter lim="800000"/>
            <a:headEnd/>
            <a:tailEnd/>
          </a:ln>
        </p:spPr>
        <p:txBody>
          <a:bodyPr vert="horz" wrap="square" lIns="76179" tIns="38088" rIns="76179" bIns="38088" numCol="1" anchor="t" anchorCtr="0" compatLnSpc="1">
            <a:prstTxWarp prst="textNoShape">
              <a:avLst/>
            </a:prstTxWarp>
          </a:bodyPr>
          <a:lstStyle>
            <a:lvl1pPr algn="l" rtl="0" eaLnBrk="0" fontAlgn="base" hangingPunct="0">
              <a:spcAft>
                <a:spcPct val="0"/>
              </a:spcAft>
              <a:defRPr lang="en-US" sz="1700" smtClean="0">
                <a:solidFill>
                  <a:schemeClr val="tx1"/>
                </a:solidFill>
                <a:latin typeface="+mn-lt"/>
                <a:ea typeface="+mn-ea"/>
                <a:cs typeface="+mn-cs"/>
              </a:defRPr>
            </a:lvl1pPr>
            <a:lvl2pPr algn="l" rtl="0" eaLnBrk="0" fontAlgn="base" hangingPunct="0">
              <a:spcAft>
                <a:spcPct val="0"/>
              </a:spcAft>
              <a:defRPr lang="en-US" sz="1500" smtClean="0">
                <a:solidFill>
                  <a:schemeClr val="tx1"/>
                </a:solidFill>
                <a:latin typeface="+mn-lt"/>
                <a:ea typeface="+mn-ea"/>
                <a:cs typeface="+mn-cs"/>
              </a:defRPr>
            </a:lvl2pPr>
            <a:lvl3pPr algn="l" rtl="0" eaLnBrk="0" fontAlgn="base" hangingPunct="0">
              <a:spcAft>
                <a:spcPct val="0"/>
              </a:spcAft>
              <a:defRPr lang="en-US" sz="1500" smtClean="0">
                <a:solidFill>
                  <a:schemeClr val="tx1"/>
                </a:solidFill>
                <a:latin typeface="+mn-lt"/>
                <a:ea typeface="+mn-ea"/>
                <a:cs typeface="+mn-cs"/>
              </a:defRPr>
            </a:lvl3pPr>
            <a:lvl4pPr algn="l" rtl="0" eaLnBrk="0" fontAlgn="base" hangingPunct="0">
              <a:spcAft>
                <a:spcPct val="0"/>
              </a:spcAft>
              <a:defRPr lang="en-US" sz="1500" smtClean="0">
                <a:solidFill>
                  <a:schemeClr val="tx1"/>
                </a:solidFill>
                <a:latin typeface="+mn-lt"/>
                <a:ea typeface="+mn-ea"/>
                <a:cs typeface="+mn-cs"/>
              </a:defRPr>
            </a:lvl4pPr>
            <a:lvl5pPr algn="l" rtl="0" eaLnBrk="0" fontAlgn="base" hangingPunct="0">
              <a:spcAft>
                <a:spcPct val="0"/>
              </a:spcAft>
              <a:defRPr lang="en-US" sz="1500">
                <a:solidFill>
                  <a:schemeClr val="tx1"/>
                </a:solidFill>
                <a:latin typeface="+mn-lt"/>
                <a:ea typeface="+mn-ea"/>
                <a:cs typeface="+mn-cs"/>
              </a:defRPr>
            </a:lvl5pPr>
            <a:lvl6pPr>
              <a:defRPr sz="1700"/>
            </a:lvl6pPr>
            <a:lvl7pPr>
              <a:defRPr sz="1700"/>
            </a:lvl7pPr>
            <a:lvl8pPr>
              <a:defRPr sz="1700"/>
            </a:lvl8pPr>
            <a:lvl9pPr>
              <a:defRPr sz="17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076325"/>
            <a:ext cx="3008313" cy="3518298"/>
          </a:xfrm>
        </p:spPr>
        <p:txBody>
          <a:bodyPr/>
          <a:lstStyle>
            <a:lvl1pPr marL="0" indent="0">
              <a:buNone/>
              <a:defRPr sz="1700"/>
            </a:lvl1pPr>
            <a:lvl2pPr marL="380895" indent="0">
              <a:buNone/>
              <a:defRPr sz="1000"/>
            </a:lvl2pPr>
            <a:lvl3pPr marL="761790" indent="0">
              <a:buNone/>
              <a:defRPr sz="800"/>
            </a:lvl3pPr>
            <a:lvl4pPr marL="1142683" indent="0">
              <a:buNone/>
              <a:defRPr sz="700"/>
            </a:lvl4pPr>
            <a:lvl5pPr marL="1523573" indent="0">
              <a:buNone/>
              <a:defRPr sz="700"/>
            </a:lvl5pPr>
            <a:lvl6pPr marL="1904467" indent="0">
              <a:buNone/>
              <a:defRPr sz="700"/>
            </a:lvl6pPr>
            <a:lvl7pPr marL="2285362" indent="0">
              <a:buNone/>
              <a:defRPr sz="700"/>
            </a:lvl7pPr>
            <a:lvl8pPr marL="2666253" indent="0">
              <a:buNone/>
              <a:defRPr sz="700"/>
            </a:lvl8pPr>
            <a:lvl9pPr marL="3047146" indent="0">
              <a:buNone/>
              <a:defRPr sz="700"/>
            </a:lvl9pPr>
          </a:lstStyle>
          <a:p>
            <a:pPr lvl="0"/>
            <a:r>
              <a:rPr lang="en-US" dirty="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D9B97EEC-B5BC-42C5-B73F-31CC660D4D8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0866821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3"/>
          </a:xfrm>
        </p:spPr>
        <p:txBody>
          <a:bodyPr anchor="b"/>
          <a:lstStyle>
            <a:lvl1pPr algn="l">
              <a:defRPr sz="2300" b="1">
                <a:solidFill>
                  <a:schemeClr val="tx2"/>
                </a:solidFill>
              </a:defRPr>
            </a:lvl1pPr>
          </a:lstStyle>
          <a:p>
            <a:r>
              <a:rPr lang="en-US" dirty="0"/>
              <a:t>Click to edit Master title style</a:t>
            </a:r>
          </a:p>
        </p:txBody>
      </p:sp>
      <p:sp>
        <p:nvSpPr>
          <p:cNvPr id="3" name="Picture Placeholder 2"/>
          <p:cNvSpPr>
            <a:spLocks noGrp="1"/>
          </p:cNvSpPr>
          <p:nvPr>
            <p:ph type="pic" idx="1"/>
          </p:nvPr>
        </p:nvSpPr>
        <p:spPr>
          <a:xfrm>
            <a:off x="1792288" y="459582"/>
            <a:ext cx="5486400" cy="3086100"/>
          </a:xfrm>
        </p:spPr>
        <p:txBody>
          <a:bodyPr/>
          <a:lstStyle>
            <a:lvl1pPr marL="0" indent="0">
              <a:buNone/>
              <a:defRPr sz="2700"/>
            </a:lvl1pPr>
            <a:lvl2pPr marL="380895" indent="0">
              <a:buNone/>
              <a:defRPr sz="2300"/>
            </a:lvl2pPr>
            <a:lvl3pPr marL="761790" indent="0">
              <a:buNone/>
              <a:defRPr sz="2000"/>
            </a:lvl3pPr>
            <a:lvl4pPr marL="1142683" indent="0">
              <a:buNone/>
              <a:defRPr sz="1700"/>
            </a:lvl4pPr>
            <a:lvl5pPr marL="1523573" indent="0">
              <a:buNone/>
              <a:defRPr sz="1700"/>
            </a:lvl5pPr>
            <a:lvl6pPr marL="1904467" indent="0">
              <a:buNone/>
              <a:defRPr sz="1700"/>
            </a:lvl6pPr>
            <a:lvl7pPr marL="2285362" indent="0">
              <a:buNone/>
              <a:defRPr sz="1700"/>
            </a:lvl7pPr>
            <a:lvl8pPr marL="2666253" indent="0">
              <a:buNone/>
              <a:defRPr sz="1700"/>
            </a:lvl8pPr>
            <a:lvl9pPr marL="3047146" indent="0">
              <a:buNone/>
              <a:defRPr sz="1700"/>
            </a:lvl9pPr>
          </a:lstStyle>
          <a:p>
            <a:pPr lvl="0"/>
            <a:endParaRPr lang="en-US" noProof="0"/>
          </a:p>
        </p:txBody>
      </p:sp>
      <p:sp>
        <p:nvSpPr>
          <p:cNvPr id="4" name="Text Placeholder 3"/>
          <p:cNvSpPr>
            <a:spLocks noGrp="1"/>
          </p:cNvSpPr>
          <p:nvPr>
            <p:ph type="body" sz="half" idx="2"/>
          </p:nvPr>
        </p:nvSpPr>
        <p:spPr>
          <a:xfrm>
            <a:off x="1792288" y="4025503"/>
            <a:ext cx="5486400" cy="603647"/>
          </a:xfrm>
          <a:noFill/>
          <a:ln w="9525" algn="ctr">
            <a:noFill/>
            <a:miter lim="800000"/>
            <a:headEnd/>
            <a:tailEnd/>
          </a:ln>
        </p:spPr>
        <p:txBody>
          <a:bodyPr vert="horz" wrap="square" lIns="76179" tIns="38088" rIns="76179" bIns="38088" numCol="1" anchor="t" anchorCtr="0" compatLnSpc="1">
            <a:prstTxWarp prst="textNoShape">
              <a:avLst/>
            </a:prstTxWarp>
          </a:bodyPr>
          <a:lstStyle>
            <a:lvl1pPr marL="0" indent="0" algn="l" rtl="0" eaLnBrk="0" fontAlgn="base" hangingPunct="0">
              <a:spcAft>
                <a:spcPct val="0"/>
              </a:spcAft>
              <a:buNone/>
              <a:defRPr lang="en-US" sz="1700" smtClean="0">
                <a:solidFill>
                  <a:schemeClr val="tx1"/>
                </a:solidFill>
                <a:latin typeface="+mn-lt"/>
                <a:ea typeface="+mn-ea"/>
                <a:cs typeface="+mn-cs"/>
              </a:defRPr>
            </a:lvl1pPr>
            <a:lvl2pPr marL="380895" indent="0">
              <a:buNone/>
              <a:defRPr sz="1000"/>
            </a:lvl2pPr>
            <a:lvl3pPr marL="761790" indent="0">
              <a:buNone/>
              <a:defRPr sz="800"/>
            </a:lvl3pPr>
            <a:lvl4pPr marL="1142683" indent="0">
              <a:buNone/>
              <a:defRPr sz="700"/>
            </a:lvl4pPr>
            <a:lvl5pPr marL="1523573" indent="0">
              <a:buNone/>
              <a:defRPr sz="700"/>
            </a:lvl5pPr>
            <a:lvl6pPr marL="1904467" indent="0">
              <a:buNone/>
              <a:defRPr sz="700"/>
            </a:lvl6pPr>
            <a:lvl7pPr marL="2285362" indent="0">
              <a:buNone/>
              <a:defRPr sz="700"/>
            </a:lvl7pPr>
            <a:lvl8pPr marL="2666253" indent="0">
              <a:buNone/>
              <a:defRPr sz="700"/>
            </a:lvl8pPr>
            <a:lvl9pPr marL="3047146" indent="0">
              <a:buNone/>
              <a:defRPr sz="7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8E55F34B-1C25-4090-A4A7-9CEE84F430B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7120420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pPr>
              <a:defRPr/>
            </a:pPr>
            <a:fld id="{34FE2BCE-81FD-49AD-8F3F-8C803C0A891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1060312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9563" y="107157"/>
            <a:ext cx="2141537" cy="4301728"/>
          </a:xfrm>
        </p:spPr>
        <p:txBody>
          <a:bodyPr vert="eaVert"/>
          <a:lstStyle>
            <a:lvl1pPr>
              <a:defRPr>
                <a:solidFill>
                  <a:schemeClr val="tx2"/>
                </a:solidFill>
              </a:defRPr>
            </a:lvl1pPr>
          </a:lstStyle>
          <a:p>
            <a:r>
              <a:rPr lang="en-US" dirty="0"/>
              <a:t>Click to edit Master title style</a:t>
            </a:r>
          </a:p>
        </p:txBody>
      </p:sp>
      <p:sp>
        <p:nvSpPr>
          <p:cNvPr id="3" name="Vertical Text Placeholder 2"/>
          <p:cNvSpPr>
            <a:spLocks noGrp="1"/>
          </p:cNvSpPr>
          <p:nvPr>
            <p:ph type="body" orient="vert" idx="1"/>
          </p:nvPr>
        </p:nvSpPr>
        <p:spPr>
          <a:xfrm>
            <a:off x="231775" y="107157"/>
            <a:ext cx="6275388" cy="43017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pPr>
              <a:defRPr/>
            </a:pPr>
            <a:fld id="{9AB3E699-3BC5-4E82-A48B-54CC42B0E66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333111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image" Target="../media/image1.png"/><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19"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p:cNvSpPr/>
          <p:nvPr/>
        </p:nvSpPr>
        <p:spPr>
          <a:xfrm>
            <a:off x="3" y="4743450"/>
            <a:ext cx="8804275" cy="342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6179" tIns="38088" rIns="76179" bIns="38088" rtlCol="0" anchor="ctr"/>
          <a:lstStyle/>
          <a:p>
            <a:pPr algn="ctr"/>
            <a:endParaRPr lang="en-US"/>
          </a:p>
        </p:txBody>
      </p:sp>
      <p:sp>
        <p:nvSpPr>
          <p:cNvPr id="19" name="Rectangle 18"/>
          <p:cNvSpPr/>
          <p:nvPr/>
        </p:nvSpPr>
        <p:spPr>
          <a:xfrm>
            <a:off x="41910" y="4743450"/>
            <a:ext cx="8740140" cy="342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6179" tIns="38088" rIns="76179" bIns="38088" rtlCol="0" anchor="ctr"/>
          <a:lstStyle/>
          <a:p>
            <a:pPr algn="ctr"/>
            <a:endParaRPr lang="en-US"/>
          </a:p>
        </p:txBody>
      </p:sp>
      <p:sp>
        <p:nvSpPr>
          <p:cNvPr id="1026" name="Rectangle 2"/>
          <p:cNvSpPr>
            <a:spLocks noGrp="1" noChangeArrowheads="1"/>
          </p:cNvSpPr>
          <p:nvPr>
            <p:ph type="title"/>
          </p:nvPr>
        </p:nvSpPr>
        <p:spPr bwMode="auto">
          <a:xfrm>
            <a:off x="231775" y="107165"/>
            <a:ext cx="8458200" cy="610791"/>
          </a:xfrm>
          <a:prstGeom prst="rect">
            <a:avLst/>
          </a:prstGeom>
          <a:noFill/>
          <a:ln w="9525">
            <a:noFill/>
            <a:miter lim="800000"/>
            <a:headEnd/>
            <a:tailEnd/>
          </a:ln>
        </p:spPr>
        <p:txBody>
          <a:bodyPr vert="horz" wrap="square" lIns="76179" tIns="38088" rIns="76179" bIns="38088"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333382" y="794152"/>
            <a:ext cx="8467725" cy="3701653"/>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0" name="Rectangle 6"/>
          <p:cNvSpPr>
            <a:spLocks noGrp="1" noChangeArrowheads="1"/>
          </p:cNvSpPr>
          <p:nvPr>
            <p:ph type="sldNum" sz="quarter" idx="4"/>
          </p:nvPr>
        </p:nvSpPr>
        <p:spPr bwMode="auto">
          <a:xfrm>
            <a:off x="6642100" y="4537472"/>
            <a:ext cx="2133600" cy="154782"/>
          </a:xfrm>
          <a:prstGeom prst="rect">
            <a:avLst/>
          </a:prstGeom>
          <a:noFill/>
          <a:ln w="9525">
            <a:noFill/>
            <a:miter lim="800000"/>
            <a:headEnd/>
            <a:tailEnd/>
          </a:ln>
          <a:effectLst/>
        </p:spPr>
        <p:txBody>
          <a:bodyPr vert="horz" wrap="square" lIns="76179" tIns="38088" rIns="76179" bIns="38088" numCol="1" anchor="t" anchorCtr="0" compatLnSpc="1">
            <a:prstTxWarp prst="textNoShape">
              <a:avLst/>
            </a:prstTxWarp>
          </a:bodyPr>
          <a:lstStyle>
            <a:lvl1pPr algn="r">
              <a:defRPr sz="700"/>
            </a:lvl1pPr>
          </a:lstStyle>
          <a:p>
            <a:pPr>
              <a:defRPr/>
            </a:pPr>
            <a:fld id="{B6C70261-DCF8-4A97-9502-E8EEF2364CDE}" type="slidenum">
              <a:rPr lang="en-US"/>
              <a:pPr>
                <a:defRPr/>
              </a:pPr>
              <a:t>‹#›</a:t>
            </a:fld>
            <a:endParaRPr lang="en-US"/>
          </a:p>
        </p:txBody>
      </p:sp>
      <p:sp>
        <p:nvSpPr>
          <p:cNvPr id="23" name="Text Box 31"/>
          <p:cNvSpPr txBox="1">
            <a:spLocks noChangeArrowheads="1"/>
          </p:cNvSpPr>
          <p:nvPr/>
        </p:nvSpPr>
        <p:spPr bwMode="auto">
          <a:xfrm>
            <a:off x="334013" y="4511183"/>
            <a:ext cx="2111375" cy="184642"/>
          </a:xfrm>
          <a:prstGeom prst="rect">
            <a:avLst/>
          </a:prstGeom>
          <a:noFill/>
          <a:ln w="9525">
            <a:noFill/>
            <a:miter lim="800000"/>
            <a:headEnd/>
            <a:tailEnd/>
          </a:ln>
          <a:effectLst/>
        </p:spPr>
        <p:txBody>
          <a:bodyPr lIns="76179" tIns="38088" rIns="76179" bIns="38088">
            <a:spAutoFit/>
          </a:bodyPr>
          <a:lstStyle/>
          <a:p>
            <a:pPr marL="0" marR="0" indent="0" algn="l" defTabSz="761790" rtl="0" eaLnBrk="1" fontAlgn="base" latinLnBrk="0" hangingPunct="1">
              <a:lnSpc>
                <a:spcPct val="100000"/>
              </a:lnSpc>
              <a:spcBef>
                <a:spcPct val="50000"/>
              </a:spcBef>
              <a:spcAft>
                <a:spcPct val="0"/>
              </a:spcAft>
              <a:buClrTx/>
              <a:buSzTx/>
              <a:buFontTx/>
              <a:buNone/>
              <a:tabLst/>
              <a:defRPr/>
            </a:pPr>
            <a:r>
              <a:rPr lang="en-US" sz="700" dirty="0"/>
              <a:t>TI Information – Selective Disclosure</a:t>
            </a:r>
          </a:p>
        </p:txBody>
      </p:sp>
      <p:grpSp>
        <p:nvGrpSpPr>
          <p:cNvPr id="16" name="Group 15"/>
          <p:cNvGrpSpPr/>
          <p:nvPr/>
        </p:nvGrpSpPr>
        <p:grpSpPr>
          <a:xfrm>
            <a:off x="0" y="4706938"/>
            <a:ext cx="8826500" cy="388620"/>
            <a:chOff x="0" y="6321425"/>
            <a:chExt cx="10591800" cy="466344"/>
          </a:xfrm>
        </p:grpSpPr>
        <p:sp>
          <p:nvSpPr>
            <p:cNvPr id="18" name="Rectangle 17"/>
            <p:cNvSpPr/>
            <p:nvPr userDrawn="1"/>
          </p:nvSpPr>
          <p:spPr>
            <a:xfrm>
              <a:off x="0" y="6321425"/>
              <a:ext cx="10591800" cy="466344"/>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7" descr="ti_logo_powerpoint_1_line.png"/>
            <p:cNvPicPr>
              <a:picLocks noChangeAspect="1"/>
            </p:cNvPicPr>
            <p:nvPr userDrawn="1"/>
          </p:nvPicPr>
          <p:blipFill>
            <a:blip r:embed="rId20" cstate="print"/>
            <a:srcRect/>
            <a:stretch>
              <a:fillRect/>
            </a:stretch>
          </p:blipFill>
          <p:spPr bwMode="auto">
            <a:xfrm>
              <a:off x="8593138" y="6440488"/>
              <a:ext cx="1874837" cy="231775"/>
            </a:xfrm>
            <a:prstGeom prst="rect">
              <a:avLst/>
            </a:prstGeom>
            <a:noFill/>
            <a:ln w="9525">
              <a:noFill/>
              <a:miter lim="800000"/>
              <a:headEnd/>
              <a:tailEnd/>
            </a:ln>
          </p:spPr>
        </p:pic>
      </p:grpSp>
    </p:spTree>
  </p:cSld>
  <p:clrMap bg1="lt1" tx1="dk1" bg2="lt2" tx2="dk2" accent1="accent1" accent2="accent2" accent3="accent3" accent4="accent4" accent5="accent5" accent6="accent6" hlink="hlink" folHlink="folHlink"/>
  <p:sldLayoutIdLst>
    <p:sldLayoutId id="2147483719" r:id="rId1"/>
    <p:sldLayoutId id="2147483725" r:id="rId2"/>
    <p:sldLayoutId id="2147483726" r:id="rId3"/>
    <p:sldLayoutId id="2147483727" r:id="rId4"/>
    <p:sldLayoutId id="2147483728" r:id="rId5"/>
    <p:sldLayoutId id="2147483729" r:id="rId6"/>
    <p:sldLayoutId id="2147483730" r:id="rId7"/>
    <p:sldLayoutId id="2147483731"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Lst>
  <p:hf hdr="0" ftr="0" dt="0"/>
  <p:txStyles>
    <p:titleStyle>
      <a:lvl1pPr algn="l" rtl="0" eaLnBrk="0" fontAlgn="base" hangingPunct="0">
        <a:lnSpc>
          <a:spcPct val="85000"/>
        </a:lnSpc>
        <a:spcBef>
          <a:spcPct val="0"/>
        </a:spcBef>
        <a:spcAft>
          <a:spcPct val="0"/>
        </a:spcAft>
        <a:defRPr sz="2700" b="1">
          <a:solidFill>
            <a:schemeClr val="tx2"/>
          </a:solidFill>
          <a:latin typeface="+mj-lt"/>
          <a:ea typeface="+mj-ea"/>
          <a:cs typeface="+mj-cs"/>
        </a:defRPr>
      </a:lvl1pPr>
      <a:lvl2pPr algn="l" rtl="0" eaLnBrk="0" fontAlgn="base" hangingPunct="0">
        <a:lnSpc>
          <a:spcPct val="85000"/>
        </a:lnSpc>
        <a:spcBef>
          <a:spcPct val="0"/>
        </a:spcBef>
        <a:spcAft>
          <a:spcPct val="0"/>
        </a:spcAft>
        <a:defRPr sz="2700" b="1">
          <a:solidFill>
            <a:schemeClr val="tx2"/>
          </a:solidFill>
          <a:latin typeface="Arial" charset="0"/>
        </a:defRPr>
      </a:lvl2pPr>
      <a:lvl3pPr algn="l" rtl="0" eaLnBrk="0" fontAlgn="base" hangingPunct="0">
        <a:lnSpc>
          <a:spcPct val="85000"/>
        </a:lnSpc>
        <a:spcBef>
          <a:spcPct val="0"/>
        </a:spcBef>
        <a:spcAft>
          <a:spcPct val="0"/>
        </a:spcAft>
        <a:defRPr sz="2700" b="1">
          <a:solidFill>
            <a:schemeClr val="tx2"/>
          </a:solidFill>
          <a:latin typeface="Arial" charset="0"/>
        </a:defRPr>
      </a:lvl3pPr>
      <a:lvl4pPr algn="l" rtl="0" eaLnBrk="0" fontAlgn="base" hangingPunct="0">
        <a:lnSpc>
          <a:spcPct val="85000"/>
        </a:lnSpc>
        <a:spcBef>
          <a:spcPct val="0"/>
        </a:spcBef>
        <a:spcAft>
          <a:spcPct val="0"/>
        </a:spcAft>
        <a:defRPr sz="2700" b="1">
          <a:solidFill>
            <a:schemeClr val="tx2"/>
          </a:solidFill>
          <a:latin typeface="Arial" charset="0"/>
        </a:defRPr>
      </a:lvl4pPr>
      <a:lvl5pPr algn="l" rtl="0" eaLnBrk="0" fontAlgn="base" hangingPunct="0">
        <a:lnSpc>
          <a:spcPct val="85000"/>
        </a:lnSpc>
        <a:spcBef>
          <a:spcPct val="0"/>
        </a:spcBef>
        <a:spcAft>
          <a:spcPct val="0"/>
        </a:spcAft>
        <a:defRPr sz="2700" b="1">
          <a:solidFill>
            <a:schemeClr val="tx2"/>
          </a:solidFill>
          <a:latin typeface="Arial" charset="0"/>
        </a:defRPr>
      </a:lvl5pPr>
      <a:lvl6pPr marL="380895" algn="l" rtl="0" fontAlgn="base">
        <a:lnSpc>
          <a:spcPct val="85000"/>
        </a:lnSpc>
        <a:spcBef>
          <a:spcPct val="0"/>
        </a:spcBef>
        <a:spcAft>
          <a:spcPct val="0"/>
        </a:spcAft>
        <a:defRPr sz="2700" b="1">
          <a:solidFill>
            <a:srgbClr val="FF0000"/>
          </a:solidFill>
          <a:latin typeface="Arial" charset="0"/>
        </a:defRPr>
      </a:lvl6pPr>
      <a:lvl7pPr marL="761790" algn="l" rtl="0" fontAlgn="base">
        <a:lnSpc>
          <a:spcPct val="85000"/>
        </a:lnSpc>
        <a:spcBef>
          <a:spcPct val="0"/>
        </a:spcBef>
        <a:spcAft>
          <a:spcPct val="0"/>
        </a:spcAft>
        <a:defRPr sz="2700" b="1">
          <a:solidFill>
            <a:srgbClr val="FF0000"/>
          </a:solidFill>
          <a:latin typeface="Arial" charset="0"/>
        </a:defRPr>
      </a:lvl7pPr>
      <a:lvl8pPr marL="1142683" algn="l" rtl="0" fontAlgn="base">
        <a:lnSpc>
          <a:spcPct val="85000"/>
        </a:lnSpc>
        <a:spcBef>
          <a:spcPct val="0"/>
        </a:spcBef>
        <a:spcAft>
          <a:spcPct val="0"/>
        </a:spcAft>
        <a:defRPr sz="2700" b="1">
          <a:solidFill>
            <a:srgbClr val="FF0000"/>
          </a:solidFill>
          <a:latin typeface="Arial" charset="0"/>
        </a:defRPr>
      </a:lvl8pPr>
      <a:lvl9pPr marL="1523573" algn="l" rtl="0" fontAlgn="base">
        <a:lnSpc>
          <a:spcPct val="85000"/>
        </a:lnSpc>
        <a:spcBef>
          <a:spcPct val="0"/>
        </a:spcBef>
        <a:spcAft>
          <a:spcPct val="0"/>
        </a:spcAft>
        <a:defRPr sz="2700" b="1">
          <a:solidFill>
            <a:srgbClr val="FF0000"/>
          </a:solidFill>
          <a:latin typeface="Arial" charset="0"/>
        </a:defRPr>
      </a:lvl9pPr>
    </p:titleStyle>
    <p:bodyStyle>
      <a:lvl1pPr marL="189124" indent="-189124" algn="l" rtl="0" eaLnBrk="0" fontAlgn="base" hangingPunct="0">
        <a:spcBef>
          <a:spcPts val="667"/>
        </a:spcBef>
        <a:spcAft>
          <a:spcPct val="0"/>
        </a:spcAft>
        <a:buChar char="•"/>
        <a:defRPr sz="1800">
          <a:solidFill>
            <a:schemeClr val="tx1"/>
          </a:solidFill>
          <a:latin typeface="+mn-lt"/>
          <a:ea typeface="+mn-ea"/>
          <a:cs typeface="+mn-cs"/>
        </a:defRPr>
      </a:lvl1pPr>
      <a:lvl2pPr marL="478763" indent="-194416" algn="l" rtl="0" eaLnBrk="0" fontAlgn="base" hangingPunct="0">
        <a:spcBef>
          <a:spcPct val="20000"/>
        </a:spcBef>
        <a:spcAft>
          <a:spcPct val="0"/>
        </a:spcAft>
        <a:buChar char="–"/>
        <a:defRPr sz="1600">
          <a:solidFill>
            <a:schemeClr val="tx1"/>
          </a:solidFill>
          <a:latin typeface="+mn-lt"/>
        </a:defRPr>
      </a:lvl2pPr>
      <a:lvl3pPr marL="711530" indent="-137548" algn="l" rtl="0" eaLnBrk="0" fontAlgn="base" hangingPunct="0">
        <a:spcBef>
          <a:spcPct val="15000"/>
        </a:spcBef>
        <a:spcAft>
          <a:spcPct val="0"/>
        </a:spcAft>
        <a:buChar char="•"/>
        <a:defRPr sz="1600">
          <a:solidFill>
            <a:schemeClr val="tx1"/>
          </a:solidFill>
          <a:latin typeface="+mn-lt"/>
        </a:defRPr>
      </a:lvl3pPr>
      <a:lvl4pPr marL="1001168" indent="-194416" algn="l" rtl="0" eaLnBrk="0" fontAlgn="base" hangingPunct="0">
        <a:spcBef>
          <a:spcPct val="5000"/>
        </a:spcBef>
        <a:spcAft>
          <a:spcPct val="0"/>
        </a:spcAft>
        <a:buChar char="–"/>
        <a:defRPr sz="1600">
          <a:solidFill>
            <a:schemeClr val="tx1"/>
          </a:solidFill>
          <a:latin typeface="+mn-lt"/>
        </a:defRPr>
      </a:lvl4pPr>
      <a:lvl5pPr marL="1240546" indent="-144163" algn="l" rtl="0" eaLnBrk="0" fontAlgn="base" hangingPunct="0">
        <a:spcBef>
          <a:spcPct val="0"/>
        </a:spcBef>
        <a:spcAft>
          <a:spcPct val="0"/>
        </a:spcAft>
        <a:buChar char="»"/>
        <a:defRPr sz="1600">
          <a:solidFill>
            <a:schemeClr val="tx1"/>
          </a:solidFill>
          <a:latin typeface="+mn-lt"/>
        </a:defRPr>
      </a:lvl5pPr>
      <a:lvl6pPr marL="1621441" indent="-144163" algn="l" rtl="0" fontAlgn="base">
        <a:spcBef>
          <a:spcPct val="0"/>
        </a:spcBef>
        <a:spcAft>
          <a:spcPct val="0"/>
        </a:spcAft>
        <a:buChar char="»"/>
        <a:defRPr sz="1300">
          <a:solidFill>
            <a:schemeClr val="tx1"/>
          </a:solidFill>
          <a:latin typeface="+mn-lt"/>
        </a:defRPr>
      </a:lvl6pPr>
      <a:lvl7pPr marL="2002336" indent="-144163" algn="l" rtl="0" fontAlgn="base">
        <a:spcBef>
          <a:spcPct val="0"/>
        </a:spcBef>
        <a:spcAft>
          <a:spcPct val="0"/>
        </a:spcAft>
        <a:buChar char="»"/>
        <a:defRPr sz="1300">
          <a:solidFill>
            <a:schemeClr val="tx1"/>
          </a:solidFill>
          <a:latin typeface="+mn-lt"/>
        </a:defRPr>
      </a:lvl7pPr>
      <a:lvl8pPr marL="2383230" indent="-144163" algn="l" rtl="0" fontAlgn="base">
        <a:spcBef>
          <a:spcPct val="0"/>
        </a:spcBef>
        <a:spcAft>
          <a:spcPct val="0"/>
        </a:spcAft>
        <a:buChar char="»"/>
        <a:defRPr sz="1300">
          <a:solidFill>
            <a:schemeClr val="tx1"/>
          </a:solidFill>
          <a:latin typeface="+mn-lt"/>
        </a:defRPr>
      </a:lvl8pPr>
      <a:lvl9pPr marL="2764124" indent="-144163" algn="l" rtl="0" fontAlgn="base">
        <a:spcBef>
          <a:spcPct val="0"/>
        </a:spcBef>
        <a:spcAft>
          <a:spcPct val="0"/>
        </a:spcAft>
        <a:buChar char="»"/>
        <a:defRPr sz="1300">
          <a:solidFill>
            <a:schemeClr val="tx1"/>
          </a:solidFill>
          <a:latin typeface="+mn-lt"/>
        </a:defRPr>
      </a:lvl9pPr>
    </p:bodyStyle>
    <p:otherStyle>
      <a:defPPr>
        <a:defRPr lang="en-US"/>
      </a:defPPr>
      <a:lvl1pPr marL="0" algn="l" defTabSz="761790" rtl="0" eaLnBrk="1" latinLnBrk="0" hangingPunct="1">
        <a:defRPr sz="1500" kern="1200">
          <a:solidFill>
            <a:schemeClr val="tx1"/>
          </a:solidFill>
          <a:latin typeface="+mn-lt"/>
          <a:ea typeface="+mn-ea"/>
          <a:cs typeface="+mn-cs"/>
        </a:defRPr>
      </a:lvl1pPr>
      <a:lvl2pPr marL="380895" algn="l" defTabSz="761790" rtl="0" eaLnBrk="1" latinLnBrk="0" hangingPunct="1">
        <a:defRPr sz="1500" kern="1200">
          <a:solidFill>
            <a:schemeClr val="tx1"/>
          </a:solidFill>
          <a:latin typeface="+mn-lt"/>
          <a:ea typeface="+mn-ea"/>
          <a:cs typeface="+mn-cs"/>
        </a:defRPr>
      </a:lvl2pPr>
      <a:lvl3pPr marL="761790" algn="l" defTabSz="761790" rtl="0" eaLnBrk="1" latinLnBrk="0" hangingPunct="1">
        <a:defRPr sz="1500" kern="1200">
          <a:solidFill>
            <a:schemeClr val="tx1"/>
          </a:solidFill>
          <a:latin typeface="+mn-lt"/>
          <a:ea typeface="+mn-ea"/>
          <a:cs typeface="+mn-cs"/>
        </a:defRPr>
      </a:lvl3pPr>
      <a:lvl4pPr marL="1142683" algn="l" defTabSz="761790" rtl="0" eaLnBrk="1" latinLnBrk="0" hangingPunct="1">
        <a:defRPr sz="1500" kern="1200">
          <a:solidFill>
            <a:schemeClr val="tx1"/>
          </a:solidFill>
          <a:latin typeface="+mn-lt"/>
          <a:ea typeface="+mn-ea"/>
          <a:cs typeface="+mn-cs"/>
        </a:defRPr>
      </a:lvl4pPr>
      <a:lvl5pPr marL="1523573" algn="l" defTabSz="761790" rtl="0" eaLnBrk="1" latinLnBrk="0" hangingPunct="1">
        <a:defRPr sz="1500" kern="1200">
          <a:solidFill>
            <a:schemeClr val="tx1"/>
          </a:solidFill>
          <a:latin typeface="+mn-lt"/>
          <a:ea typeface="+mn-ea"/>
          <a:cs typeface="+mn-cs"/>
        </a:defRPr>
      </a:lvl5pPr>
      <a:lvl6pPr marL="1904467" algn="l" defTabSz="761790" rtl="0" eaLnBrk="1" latinLnBrk="0" hangingPunct="1">
        <a:defRPr sz="1500" kern="1200">
          <a:solidFill>
            <a:schemeClr val="tx1"/>
          </a:solidFill>
          <a:latin typeface="+mn-lt"/>
          <a:ea typeface="+mn-ea"/>
          <a:cs typeface="+mn-cs"/>
        </a:defRPr>
      </a:lvl6pPr>
      <a:lvl7pPr marL="2285362" algn="l" defTabSz="761790" rtl="0" eaLnBrk="1" latinLnBrk="0" hangingPunct="1">
        <a:defRPr sz="1500" kern="1200">
          <a:solidFill>
            <a:schemeClr val="tx1"/>
          </a:solidFill>
          <a:latin typeface="+mn-lt"/>
          <a:ea typeface="+mn-ea"/>
          <a:cs typeface="+mn-cs"/>
        </a:defRPr>
      </a:lvl7pPr>
      <a:lvl8pPr marL="2666253" algn="l" defTabSz="761790" rtl="0" eaLnBrk="1" latinLnBrk="0" hangingPunct="1">
        <a:defRPr sz="1500" kern="1200">
          <a:solidFill>
            <a:schemeClr val="tx1"/>
          </a:solidFill>
          <a:latin typeface="+mn-lt"/>
          <a:ea typeface="+mn-ea"/>
          <a:cs typeface="+mn-cs"/>
        </a:defRPr>
      </a:lvl8pPr>
      <a:lvl9pPr marL="3047146" algn="l" defTabSz="761790" rtl="0" eaLnBrk="1" latinLnBrk="0" hangingPunct="1">
        <a:defRPr sz="15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p:cNvSpPr/>
          <p:nvPr userDrawn="1"/>
        </p:nvSpPr>
        <p:spPr>
          <a:xfrm>
            <a:off x="3" y="4743450"/>
            <a:ext cx="8804275" cy="342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6179" tIns="38088" rIns="76179" bIns="38088" rtlCol="0" anchor="ctr"/>
          <a:lstStyle/>
          <a:p>
            <a:pPr algn="ctr"/>
            <a:endParaRPr lang="en-US">
              <a:solidFill>
                <a:srgbClr val="FFFFFF"/>
              </a:solidFill>
            </a:endParaRPr>
          </a:p>
        </p:txBody>
      </p:sp>
      <p:sp>
        <p:nvSpPr>
          <p:cNvPr id="19" name="Rectangle 18"/>
          <p:cNvSpPr/>
          <p:nvPr userDrawn="1"/>
        </p:nvSpPr>
        <p:spPr>
          <a:xfrm>
            <a:off x="41910" y="4743450"/>
            <a:ext cx="8740140" cy="342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6179" tIns="38088" rIns="76179" bIns="38088" rtlCol="0" anchor="ctr"/>
          <a:lstStyle/>
          <a:p>
            <a:pPr algn="ctr"/>
            <a:endParaRPr lang="en-US">
              <a:solidFill>
                <a:srgbClr val="FFFFFF"/>
              </a:solidFill>
            </a:endParaRPr>
          </a:p>
        </p:txBody>
      </p:sp>
      <p:sp>
        <p:nvSpPr>
          <p:cNvPr id="1026" name="Rectangle 2"/>
          <p:cNvSpPr>
            <a:spLocks noGrp="1" noChangeArrowheads="1"/>
          </p:cNvSpPr>
          <p:nvPr>
            <p:ph type="title"/>
          </p:nvPr>
        </p:nvSpPr>
        <p:spPr bwMode="auto">
          <a:xfrm>
            <a:off x="231775" y="107163"/>
            <a:ext cx="8458200" cy="610791"/>
          </a:xfrm>
          <a:prstGeom prst="rect">
            <a:avLst/>
          </a:prstGeom>
          <a:noFill/>
          <a:ln w="9525">
            <a:noFill/>
            <a:miter lim="800000"/>
            <a:headEnd/>
            <a:tailEnd/>
          </a:ln>
        </p:spPr>
        <p:txBody>
          <a:bodyPr vert="horz" wrap="square" lIns="76179" tIns="38088" rIns="76179" bIns="38088"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333378" y="794149"/>
            <a:ext cx="8467725" cy="3701653"/>
          </a:xfrm>
          <a:prstGeom prst="rect">
            <a:avLst/>
          </a:prstGeom>
          <a:noFill/>
          <a:ln w="9525" algn="ctr">
            <a:noFill/>
            <a:miter lim="800000"/>
            <a:headEnd/>
            <a:tailEnd/>
          </a:ln>
        </p:spPr>
        <p:txBody>
          <a:bodyPr vert="horz" wrap="square" lIns="76179" tIns="38088" rIns="76179" bIns="3808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0" name="Rectangle 6"/>
          <p:cNvSpPr>
            <a:spLocks noGrp="1" noChangeArrowheads="1"/>
          </p:cNvSpPr>
          <p:nvPr>
            <p:ph type="sldNum" sz="quarter" idx="4"/>
          </p:nvPr>
        </p:nvSpPr>
        <p:spPr bwMode="auto">
          <a:xfrm>
            <a:off x="6642100" y="4537472"/>
            <a:ext cx="2133600" cy="154782"/>
          </a:xfrm>
          <a:prstGeom prst="rect">
            <a:avLst/>
          </a:prstGeom>
          <a:noFill/>
          <a:ln w="9525">
            <a:noFill/>
            <a:miter lim="800000"/>
            <a:headEnd/>
            <a:tailEnd/>
          </a:ln>
          <a:effectLst/>
        </p:spPr>
        <p:txBody>
          <a:bodyPr vert="horz" wrap="square" lIns="76179" tIns="38088" rIns="76179" bIns="38088" numCol="1" anchor="t" anchorCtr="0" compatLnSpc="1">
            <a:prstTxWarp prst="textNoShape">
              <a:avLst/>
            </a:prstTxWarp>
          </a:bodyPr>
          <a:lstStyle>
            <a:lvl1pPr algn="r">
              <a:defRPr sz="700"/>
            </a:lvl1pPr>
          </a:lstStyle>
          <a:p>
            <a:pPr>
              <a:defRPr/>
            </a:pPr>
            <a:fld id="{B6C70261-DCF8-4A97-9502-E8EEF2364CDE}" type="slidenum">
              <a:rPr lang="en-US">
                <a:solidFill>
                  <a:srgbClr val="000000"/>
                </a:solidFill>
              </a:rPr>
              <a:pPr>
                <a:defRPr/>
              </a:pPr>
              <a:t>‹#›</a:t>
            </a:fld>
            <a:endParaRPr lang="en-US">
              <a:solidFill>
                <a:srgbClr val="000000"/>
              </a:solidFill>
            </a:endParaRPr>
          </a:p>
        </p:txBody>
      </p:sp>
      <p:sp>
        <p:nvSpPr>
          <p:cNvPr id="23" name="Text Box 31"/>
          <p:cNvSpPr txBox="1">
            <a:spLocks noChangeArrowheads="1"/>
          </p:cNvSpPr>
          <p:nvPr userDrawn="1"/>
        </p:nvSpPr>
        <p:spPr bwMode="auto">
          <a:xfrm>
            <a:off x="334013" y="4511183"/>
            <a:ext cx="2111375" cy="184662"/>
          </a:xfrm>
          <a:prstGeom prst="rect">
            <a:avLst/>
          </a:prstGeom>
          <a:noFill/>
          <a:ln w="9525">
            <a:noFill/>
            <a:miter lim="800000"/>
            <a:headEnd/>
            <a:tailEnd/>
          </a:ln>
          <a:effectLst/>
        </p:spPr>
        <p:txBody>
          <a:bodyPr lIns="76179" tIns="38088" rIns="76179" bIns="38088">
            <a:spAutoFit/>
          </a:bodyPr>
          <a:lstStyle/>
          <a:p>
            <a:pPr defTabSz="761790">
              <a:spcBef>
                <a:spcPct val="50000"/>
              </a:spcBef>
              <a:defRPr/>
            </a:pPr>
            <a:r>
              <a:rPr lang="en-US" sz="700" dirty="0">
                <a:solidFill>
                  <a:srgbClr val="000000"/>
                </a:solidFill>
              </a:rPr>
              <a:t>TI Information – Selective Disclosure</a:t>
            </a:r>
          </a:p>
        </p:txBody>
      </p:sp>
      <p:grpSp>
        <p:nvGrpSpPr>
          <p:cNvPr id="16" name="Group 15"/>
          <p:cNvGrpSpPr/>
          <p:nvPr userDrawn="1"/>
        </p:nvGrpSpPr>
        <p:grpSpPr>
          <a:xfrm>
            <a:off x="0" y="4706938"/>
            <a:ext cx="8826500" cy="388620"/>
            <a:chOff x="0" y="6321425"/>
            <a:chExt cx="10591800" cy="466344"/>
          </a:xfrm>
        </p:grpSpPr>
        <p:sp>
          <p:nvSpPr>
            <p:cNvPr id="18" name="Rectangle 17"/>
            <p:cNvSpPr/>
            <p:nvPr userDrawn="1"/>
          </p:nvSpPr>
          <p:spPr>
            <a:xfrm>
              <a:off x="0" y="6321425"/>
              <a:ext cx="10591800" cy="466344"/>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22" name="Picture 27" descr="ti_logo_powerpoint_1_line.png"/>
            <p:cNvPicPr>
              <a:picLocks noChangeAspect="1"/>
            </p:cNvPicPr>
            <p:nvPr userDrawn="1"/>
          </p:nvPicPr>
          <p:blipFill>
            <a:blip r:embed="rId20" cstate="print"/>
            <a:srcRect/>
            <a:stretch>
              <a:fillRect/>
            </a:stretch>
          </p:blipFill>
          <p:spPr bwMode="auto">
            <a:xfrm>
              <a:off x="8593138" y="6440488"/>
              <a:ext cx="1874837" cy="231775"/>
            </a:xfrm>
            <a:prstGeom prst="rect">
              <a:avLst/>
            </a:prstGeom>
            <a:noFill/>
            <a:ln w="9525">
              <a:noFill/>
              <a:miter lim="800000"/>
              <a:headEnd/>
              <a:tailEnd/>
            </a:ln>
          </p:spPr>
        </p:pic>
      </p:grpSp>
    </p:spTree>
    <p:extLst>
      <p:ext uri="{BB962C8B-B14F-4D97-AF65-F5344CB8AC3E}">
        <p14:creationId xmlns:p14="http://schemas.microsoft.com/office/powerpoint/2010/main" val="2815827380"/>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Lst>
  <p:hf hdr="0" ftr="0" dt="0"/>
  <p:txStyles>
    <p:titleStyle>
      <a:lvl1pPr algn="l" rtl="0" eaLnBrk="0" fontAlgn="base" hangingPunct="0">
        <a:lnSpc>
          <a:spcPct val="85000"/>
        </a:lnSpc>
        <a:spcBef>
          <a:spcPct val="0"/>
        </a:spcBef>
        <a:spcAft>
          <a:spcPct val="0"/>
        </a:spcAft>
        <a:defRPr sz="2700" b="1">
          <a:solidFill>
            <a:schemeClr val="tx2"/>
          </a:solidFill>
          <a:latin typeface="+mj-lt"/>
          <a:ea typeface="+mj-ea"/>
          <a:cs typeface="+mj-cs"/>
        </a:defRPr>
      </a:lvl1pPr>
      <a:lvl2pPr algn="l" rtl="0" eaLnBrk="0" fontAlgn="base" hangingPunct="0">
        <a:lnSpc>
          <a:spcPct val="85000"/>
        </a:lnSpc>
        <a:spcBef>
          <a:spcPct val="0"/>
        </a:spcBef>
        <a:spcAft>
          <a:spcPct val="0"/>
        </a:spcAft>
        <a:defRPr sz="2700" b="1">
          <a:solidFill>
            <a:schemeClr val="tx2"/>
          </a:solidFill>
          <a:latin typeface="Arial" charset="0"/>
        </a:defRPr>
      </a:lvl2pPr>
      <a:lvl3pPr algn="l" rtl="0" eaLnBrk="0" fontAlgn="base" hangingPunct="0">
        <a:lnSpc>
          <a:spcPct val="85000"/>
        </a:lnSpc>
        <a:spcBef>
          <a:spcPct val="0"/>
        </a:spcBef>
        <a:spcAft>
          <a:spcPct val="0"/>
        </a:spcAft>
        <a:defRPr sz="2700" b="1">
          <a:solidFill>
            <a:schemeClr val="tx2"/>
          </a:solidFill>
          <a:latin typeface="Arial" charset="0"/>
        </a:defRPr>
      </a:lvl3pPr>
      <a:lvl4pPr algn="l" rtl="0" eaLnBrk="0" fontAlgn="base" hangingPunct="0">
        <a:lnSpc>
          <a:spcPct val="85000"/>
        </a:lnSpc>
        <a:spcBef>
          <a:spcPct val="0"/>
        </a:spcBef>
        <a:spcAft>
          <a:spcPct val="0"/>
        </a:spcAft>
        <a:defRPr sz="2700" b="1">
          <a:solidFill>
            <a:schemeClr val="tx2"/>
          </a:solidFill>
          <a:latin typeface="Arial" charset="0"/>
        </a:defRPr>
      </a:lvl4pPr>
      <a:lvl5pPr algn="l" rtl="0" eaLnBrk="0" fontAlgn="base" hangingPunct="0">
        <a:lnSpc>
          <a:spcPct val="85000"/>
        </a:lnSpc>
        <a:spcBef>
          <a:spcPct val="0"/>
        </a:spcBef>
        <a:spcAft>
          <a:spcPct val="0"/>
        </a:spcAft>
        <a:defRPr sz="2700" b="1">
          <a:solidFill>
            <a:schemeClr val="tx2"/>
          </a:solidFill>
          <a:latin typeface="Arial" charset="0"/>
        </a:defRPr>
      </a:lvl5pPr>
      <a:lvl6pPr marL="380895" algn="l" rtl="0" fontAlgn="base">
        <a:lnSpc>
          <a:spcPct val="85000"/>
        </a:lnSpc>
        <a:spcBef>
          <a:spcPct val="0"/>
        </a:spcBef>
        <a:spcAft>
          <a:spcPct val="0"/>
        </a:spcAft>
        <a:defRPr sz="2700" b="1">
          <a:solidFill>
            <a:srgbClr val="FF0000"/>
          </a:solidFill>
          <a:latin typeface="Arial" charset="0"/>
        </a:defRPr>
      </a:lvl6pPr>
      <a:lvl7pPr marL="761790" algn="l" rtl="0" fontAlgn="base">
        <a:lnSpc>
          <a:spcPct val="85000"/>
        </a:lnSpc>
        <a:spcBef>
          <a:spcPct val="0"/>
        </a:spcBef>
        <a:spcAft>
          <a:spcPct val="0"/>
        </a:spcAft>
        <a:defRPr sz="2700" b="1">
          <a:solidFill>
            <a:srgbClr val="FF0000"/>
          </a:solidFill>
          <a:latin typeface="Arial" charset="0"/>
        </a:defRPr>
      </a:lvl7pPr>
      <a:lvl8pPr marL="1142683" algn="l" rtl="0" fontAlgn="base">
        <a:lnSpc>
          <a:spcPct val="85000"/>
        </a:lnSpc>
        <a:spcBef>
          <a:spcPct val="0"/>
        </a:spcBef>
        <a:spcAft>
          <a:spcPct val="0"/>
        </a:spcAft>
        <a:defRPr sz="2700" b="1">
          <a:solidFill>
            <a:srgbClr val="FF0000"/>
          </a:solidFill>
          <a:latin typeface="Arial" charset="0"/>
        </a:defRPr>
      </a:lvl8pPr>
      <a:lvl9pPr marL="1523573" algn="l" rtl="0" fontAlgn="base">
        <a:lnSpc>
          <a:spcPct val="85000"/>
        </a:lnSpc>
        <a:spcBef>
          <a:spcPct val="0"/>
        </a:spcBef>
        <a:spcAft>
          <a:spcPct val="0"/>
        </a:spcAft>
        <a:defRPr sz="2700" b="1">
          <a:solidFill>
            <a:srgbClr val="FF0000"/>
          </a:solidFill>
          <a:latin typeface="Arial" charset="0"/>
        </a:defRPr>
      </a:lvl9pPr>
    </p:titleStyle>
    <p:bodyStyle>
      <a:lvl1pPr marL="189124" indent="-189124" algn="l" rtl="0" eaLnBrk="0" fontAlgn="base" hangingPunct="0">
        <a:spcBef>
          <a:spcPts val="667"/>
        </a:spcBef>
        <a:spcAft>
          <a:spcPct val="0"/>
        </a:spcAft>
        <a:buChar char="•"/>
        <a:defRPr sz="1800">
          <a:solidFill>
            <a:schemeClr val="tx1"/>
          </a:solidFill>
          <a:latin typeface="+mn-lt"/>
          <a:ea typeface="+mn-ea"/>
          <a:cs typeface="+mn-cs"/>
        </a:defRPr>
      </a:lvl1pPr>
      <a:lvl2pPr marL="478763" indent="-194416" algn="l" rtl="0" eaLnBrk="0" fontAlgn="base" hangingPunct="0">
        <a:spcBef>
          <a:spcPct val="20000"/>
        </a:spcBef>
        <a:spcAft>
          <a:spcPct val="0"/>
        </a:spcAft>
        <a:buChar char="–"/>
        <a:defRPr sz="1600">
          <a:solidFill>
            <a:schemeClr val="tx1"/>
          </a:solidFill>
          <a:latin typeface="+mn-lt"/>
        </a:defRPr>
      </a:lvl2pPr>
      <a:lvl3pPr marL="711530" indent="-137548" algn="l" rtl="0" eaLnBrk="0" fontAlgn="base" hangingPunct="0">
        <a:spcBef>
          <a:spcPct val="15000"/>
        </a:spcBef>
        <a:spcAft>
          <a:spcPct val="0"/>
        </a:spcAft>
        <a:buChar char="•"/>
        <a:defRPr sz="1600">
          <a:solidFill>
            <a:schemeClr val="tx1"/>
          </a:solidFill>
          <a:latin typeface="+mn-lt"/>
        </a:defRPr>
      </a:lvl3pPr>
      <a:lvl4pPr marL="1001168" indent="-194416" algn="l" rtl="0" eaLnBrk="0" fontAlgn="base" hangingPunct="0">
        <a:spcBef>
          <a:spcPct val="5000"/>
        </a:spcBef>
        <a:spcAft>
          <a:spcPct val="0"/>
        </a:spcAft>
        <a:buChar char="–"/>
        <a:defRPr sz="1600">
          <a:solidFill>
            <a:schemeClr val="tx1"/>
          </a:solidFill>
          <a:latin typeface="+mn-lt"/>
        </a:defRPr>
      </a:lvl4pPr>
      <a:lvl5pPr marL="1240546" indent="-144163" algn="l" rtl="0" eaLnBrk="0" fontAlgn="base" hangingPunct="0">
        <a:spcBef>
          <a:spcPct val="0"/>
        </a:spcBef>
        <a:spcAft>
          <a:spcPct val="0"/>
        </a:spcAft>
        <a:buChar char="»"/>
        <a:defRPr sz="1600">
          <a:solidFill>
            <a:schemeClr val="tx1"/>
          </a:solidFill>
          <a:latin typeface="+mn-lt"/>
        </a:defRPr>
      </a:lvl5pPr>
      <a:lvl6pPr marL="1621441" indent="-144163" algn="l" rtl="0" fontAlgn="base">
        <a:spcBef>
          <a:spcPct val="0"/>
        </a:spcBef>
        <a:spcAft>
          <a:spcPct val="0"/>
        </a:spcAft>
        <a:buChar char="»"/>
        <a:defRPr sz="1300">
          <a:solidFill>
            <a:schemeClr val="tx1"/>
          </a:solidFill>
          <a:latin typeface="+mn-lt"/>
        </a:defRPr>
      </a:lvl6pPr>
      <a:lvl7pPr marL="2002336" indent="-144163" algn="l" rtl="0" fontAlgn="base">
        <a:spcBef>
          <a:spcPct val="0"/>
        </a:spcBef>
        <a:spcAft>
          <a:spcPct val="0"/>
        </a:spcAft>
        <a:buChar char="»"/>
        <a:defRPr sz="1300">
          <a:solidFill>
            <a:schemeClr val="tx1"/>
          </a:solidFill>
          <a:latin typeface="+mn-lt"/>
        </a:defRPr>
      </a:lvl7pPr>
      <a:lvl8pPr marL="2383230" indent="-144163" algn="l" rtl="0" fontAlgn="base">
        <a:spcBef>
          <a:spcPct val="0"/>
        </a:spcBef>
        <a:spcAft>
          <a:spcPct val="0"/>
        </a:spcAft>
        <a:buChar char="»"/>
        <a:defRPr sz="1300">
          <a:solidFill>
            <a:schemeClr val="tx1"/>
          </a:solidFill>
          <a:latin typeface="+mn-lt"/>
        </a:defRPr>
      </a:lvl8pPr>
      <a:lvl9pPr marL="2764124" indent="-144163" algn="l" rtl="0" fontAlgn="base">
        <a:spcBef>
          <a:spcPct val="0"/>
        </a:spcBef>
        <a:spcAft>
          <a:spcPct val="0"/>
        </a:spcAft>
        <a:buChar char="»"/>
        <a:defRPr sz="1300">
          <a:solidFill>
            <a:schemeClr val="tx1"/>
          </a:solidFill>
          <a:latin typeface="+mn-lt"/>
        </a:defRPr>
      </a:lvl9pPr>
    </p:bodyStyle>
    <p:otherStyle>
      <a:defPPr>
        <a:defRPr lang="en-US"/>
      </a:defPPr>
      <a:lvl1pPr marL="0" algn="l" defTabSz="761790" rtl="0" eaLnBrk="1" latinLnBrk="0" hangingPunct="1">
        <a:defRPr sz="1500" kern="1200">
          <a:solidFill>
            <a:schemeClr val="tx1"/>
          </a:solidFill>
          <a:latin typeface="+mn-lt"/>
          <a:ea typeface="+mn-ea"/>
          <a:cs typeface="+mn-cs"/>
        </a:defRPr>
      </a:lvl1pPr>
      <a:lvl2pPr marL="380895" algn="l" defTabSz="761790" rtl="0" eaLnBrk="1" latinLnBrk="0" hangingPunct="1">
        <a:defRPr sz="1500" kern="1200">
          <a:solidFill>
            <a:schemeClr val="tx1"/>
          </a:solidFill>
          <a:latin typeface="+mn-lt"/>
          <a:ea typeface="+mn-ea"/>
          <a:cs typeface="+mn-cs"/>
        </a:defRPr>
      </a:lvl2pPr>
      <a:lvl3pPr marL="761790" algn="l" defTabSz="761790" rtl="0" eaLnBrk="1" latinLnBrk="0" hangingPunct="1">
        <a:defRPr sz="1500" kern="1200">
          <a:solidFill>
            <a:schemeClr val="tx1"/>
          </a:solidFill>
          <a:latin typeface="+mn-lt"/>
          <a:ea typeface="+mn-ea"/>
          <a:cs typeface="+mn-cs"/>
        </a:defRPr>
      </a:lvl3pPr>
      <a:lvl4pPr marL="1142683" algn="l" defTabSz="761790" rtl="0" eaLnBrk="1" latinLnBrk="0" hangingPunct="1">
        <a:defRPr sz="1500" kern="1200">
          <a:solidFill>
            <a:schemeClr val="tx1"/>
          </a:solidFill>
          <a:latin typeface="+mn-lt"/>
          <a:ea typeface="+mn-ea"/>
          <a:cs typeface="+mn-cs"/>
        </a:defRPr>
      </a:lvl4pPr>
      <a:lvl5pPr marL="1523573" algn="l" defTabSz="761790" rtl="0" eaLnBrk="1" latinLnBrk="0" hangingPunct="1">
        <a:defRPr sz="1500" kern="1200">
          <a:solidFill>
            <a:schemeClr val="tx1"/>
          </a:solidFill>
          <a:latin typeface="+mn-lt"/>
          <a:ea typeface="+mn-ea"/>
          <a:cs typeface="+mn-cs"/>
        </a:defRPr>
      </a:lvl5pPr>
      <a:lvl6pPr marL="1904467" algn="l" defTabSz="761790" rtl="0" eaLnBrk="1" latinLnBrk="0" hangingPunct="1">
        <a:defRPr sz="1500" kern="1200">
          <a:solidFill>
            <a:schemeClr val="tx1"/>
          </a:solidFill>
          <a:latin typeface="+mn-lt"/>
          <a:ea typeface="+mn-ea"/>
          <a:cs typeface="+mn-cs"/>
        </a:defRPr>
      </a:lvl6pPr>
      <a:lvl7pPr marL="2285362" algn="l" defTabSz="761790" rtl="0" eaLnBrk="1" latinLnBrk="0" hangingPunct="1">
        <a:defRPr sz="1500" kern="1200">
          <a:solidFill>
            <a:schemeClr val="tx1"/>
          </a:solidFill>
          <a:latin typeface="+mn-lt"/>
          <a:ea typeface="+mn-ea"/>
          <a:cs typeface="+mn-cs"/>
        </a:defRPr>
      </a:lvl7pPr>
      <a:lvl8pPr marL="2666253" algn="l" defTabSz="761790" rtl="0" eaLnBrk="1" latinLnBrk="0" hangingPunct="1">
        <a:defRPr sz="1500" kern="1200">
          <a:solidFill>
            <a:schemeClr val="tx1"/>
          </a:solidFill>
          <a:latin typeface="+mn-lt"/>
          <a:ea typeface="+mn-ea"/>
          <a:cs typeface="+mn-cs"/>
        </a:defRPr>
      </a:lvl8pPr>
      <a:lvl9pPr marL="3047146" algn="l" defTabSz="761790"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emf"/><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6.png"/><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15.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4.png"/><Relationship Id="rId3" Type="http://schemas.openxmlformats.org/officeDocument/2006/relationships/image" Target="../media/image30.png"/><Relationship Id="rId21" Type="http://schemas.openxmlformats.org/officeDocument/2006/relationships/customXml" Target="../ink/ink1.xml"/><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customXml" Target="../ink/ink2.xml"/><Relationship Id="rId2" Type="http://schemas.openxmlformats.org/officeDocument/2006/relationships/image" Target="../media/image29.png"/><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6.png"/><Relationship Id="rId1" Type="http://schemas.openxmlformats.org/officeDocument/2006/relationships/slideLayout" Target="../slideLayouts/slideLayout9.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3.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2.png"/><Relationship Id="rId28" Type="http://schemas.openxmlformats.org/officeDocument/2006/relationships/image" Target="../media/image55.png"/><Relationship Id="rId10" Type="http://schemas.openxmlformats.org/officeDocument/2006/relationships/image" Target="../media/image40.png"/><Relationship Id="rId19" Type="http://schemas.openxmlformats.org/officeDocument/2006/relationships/image" Target="../media/image49.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1.png"/><Relationship Id="rId27" Type="http://schemas.openxmlformats.org/officeDocument/2006/relationships/customXml" Target="../ink/ink3.xml"/></Relationships>
</file>

<file path=ppt/slides/_rels/slide12.xml.rels><?xml version="1.0" encoding="UTF-8" standalone="yes"?>
<Relationships xmlns="http://schemas.openxmlformats.org/package/2006/relationships"><Relationship Id="rId8" Type="http://schemas.openxmlformats.org/officeDocument/2006/relationships/customXml" Target="../ink/ink6.xml"/><Relationship Id="rId3" Type="http://schemas.openxmlformats.org/officeDocument/2006/relationships/image" Target="../media/image57.png"/><Relationship Id="rId7" Type="http://schemas.openxmlformats.org/officeDocument/2006/relationships/image" Target="../media/image59.png"/><Relationship Id="rId2" Type="http://schemas.openxmlformats.org/officeDocument/2006/relationships/image" Target="../media/image31.emf"/><Relationship Id="rId1" Type="http://schemas.openxmlformats.org/officeDocument/2006/relationships/slideLayout" Target="../slideLayouts/slideLayout9.xml"/><Relationship Id="rId6" Type="http://schemas.openxmlformats.org/officeDocument/2006/relationships/customXml" Target="../ink/ink5.xml"/><Relationship Id="rId5" Type="http://schemas.openxmlformats.org/officeDocument/2006/relationships/image" Target="../media/image58.png"/><Relationship Id="rId4" Type="http://schemas.openxmlformats.org/officeDocument/2006/relationships/customXml" Target="../ink/ink4.xml"/><Relationship Id="rId9" Type="http://schemas.openxmlformats.org/officeDocument/2006/relationships/image" Target="../media/image60.png"/></Relationships>
</file>

<file path=ppt/slides/_rels/slide1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33.png"/><Relationship Id="rId7" Type="http://schemas.openxmlformats.org/officeDocument/2006/relationships/customXml" Target="../ink/ink8.xml"/><Relationship Id="rId2" Type="http://schemas.openxmlformats.org/officeDocument/2006/relationships/image" Target="../media/image32.emf"/><Relationship Id="rId1" Type="http://schemas.openxmlformats.org/officeDocument/2006/relationships/slideLayout" Target="../slideLayouts/slideLayout9.xml"/><Relationship Id="rId6" Type="http://schemas.openxmlformats.org/officeDocument/2006/relationships/image" Target="../media/image65.png"/><Relationship Id="rId5" Type="http://schemas.openxmlformats.org/officeDocument/2006/relationships/customXml" Target="../ink/ink7.xml"/><Relationship Id="rId4" Type="http://schemas.openxmlformats.org/officeDocument/2006/relationships/image" Target="../media/image62.png"/></Relationships>
</file>

<file path=ppt/slides/_rels/slide15.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3.emf"/><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3" Type="http://schemas.openxmlformats.org/officeDocument/2006/relationships/customXml" Target="../ink/ink14.xml"/><Relationship Id="rId18" Type="http://schemas.openxmlformats.org/officeDocument/2006/relationships/customXml" Target="../ink/ink19.xml"/><Relationship Id="rId26" Type="http://schemas.openxmlformats.org/officeDocument/2006/relationships/customXml" Target="../ink/ink26.xml"/><Relationship Id="rId39" Type="http://schemas.openxmlformats.org/officeDocument/2006/relationships/customXml" Target="../ink/ink39.xml"/><Relationship Id="rId21" Type="http://schemas.openxmlformats.org/officeDocument/2006/relationships/customXml" Target="../ink/ink22.xml"/><Relationship Id="rId34" Type="http://schemas.openxmlformats.org/officeDocument/2006/relationships/customXml" Target="../ink/ink34.xml"/><Relationship Id="rId42" Type="http://schemas.openxmlformats.org/officeDocument/2006/relationships/image" Target="../media/image76.png"/><Relationship Id="rId7" Type="http://schemas.openxmlformats.org/officeDocument/2006/relationships/customXml" Target="../ink/ink10.xml"/><Relationship Id="rId2" Type="http://schemas.openxmlformats.org/officeDocument/2006/relationships/image" Target="../media/image63.emf"/><Relationship Id="rId16" Type="http://schemas.openxmlformats.org/officeDocument/2006/relationships/customXml" Target="../ink/ink17.xml"/><Relationship Id="rId20" Type="http://schemas.openxmlformats.org/officeDocument/2006/relationships/customXml" Target="../ink/ink21.xml"/><Relationship Id="rId29" Type="http://schemas.openxmlformats.org/officeDocument/2006/relationships/customXml" Target="../ink/ink29.xml"/><Relationship Id="rId41" Type="http://schemas.openxmlformats.org/officeDocument/2006/relationships/image" Target="../media/image75.png"/><Relationship Id="rId1" Type="http://schemas.openxmlformats.org/officeDocument/2006/relationships/slideLayout" Target="../slideLayouts/slideLayout11.xml"/><Relationship Id="rId6" Type="http://schemas.openxmlformats.org/officeDocument/2006/relationships/image" Target="../media/image71.png"/><Relationship Id="rId11" Type="http://schemas.openxmlformats.org/officeDocument/2006/relationships/customXml" Target="../ink/ink12.xml"/><Relationship Id="rId24" Type="http://schemas.openxmlformats.org/officeDocument/2006/relationships/customXml" Target="../ink/ink24.xml"/><Relationship Id="rId32" Type="http://schemas.openxmlformats.org/officeDocument/2006/relationships/customXml" Target="../ink/ink32.xml"/><Relationship Id="rId37" Type="http://schemas.openxmlformats.org/officeDocument/2006/relationships/customXml" Target="../ink/ink37.xml"/><Relationship Id="rId40" Type="http://schemas.openxmlformats.org/officeDocument/2006/relationships/customXml" Target="../ink/ink40.xml"/><Relationship Id="rId5" Type="http://schemas.openxmlformats.org/officeDocument/2006/relationships/customXml" Target="../ink/ink9.xml"/><Relationship Id="rId15" Type="http://schemas.openxmlformats.org/officeDocument/2006/relationships/customXml" Target="../ink/ink16.xml"/><Relationship Id="rId23" Type="http://schemas.openxmlformats.org/officeDocument/2006/relationships/customXml" Target="../ink/ink23.xml"/><Relationship Id="rId28" Type="http://schemas.openxmlformats.org/officeDocument/2006/relationships/customXml" Target="../ink/ink28.xml"/><Relationship Id="rId36" Type="http://schemas.openxmlformats.org/officeDocument/2006/relationships/customXml" Target="../ink/ink36.xml"/><Relationship Id="rId10" Type="http://schemas.openxmlformats.org/officeDocument/2006/relationships/image" Target="../media/image73.png"/><Relationship Id="rId19" Type="http://schemas.openxmlformats.org/officeDocument/2006/relationships/customXml" Target="../ink/ink20.xml"/><Relationship Id="rId31" Type="http://schemas.openxmlformats.org/officeDocument/2006/relationships/customXml" Target="../ink/ink31.xml"/><Relationship Id="rId4" Type="http://schemas.openxmlformats.org/officeDocument/2006/relationships/image" Target="../media/image70.png"/><Relationship Id="rId9" Type="http://schemas.openxmlformats.org/officeDocument/2006/relationships/customXml" Target="../ink/ink11.xml"/><Relationship Id="rId14" Type="http://schemas.openxmlformats.org/officeDocument/2006/relationships/customXml" Target="../ink/ink15.xml"/><Relationship Id="rId22" Type="http://schemas.openxmlformats.org/officeDocument/2006/relationships/image" Target="../media/image74.png"/><Relationship Id="rId27" Type="http://schemas.openxmlformats.org/officeDocument/2006/relationships/customXml" Target="../ink/ink27.xml"/><Relationship Id="rId30" Type="http://schemas.openxmlformats.org/officeDocument/2006/relationships/customXml" Target="../ink/ink30.xml"/><Relationship Id="rId35" Type="http://schemas.openxmlformats.org/officeDocument/2006/relationships/customXml" Target="../ink/ink35.xml"/><Relationship Id="rId8" Type="http://schemas.openxmlformats.org/officeDocument/2006/relationships/image" Target="../media/image72.png"/><Relationship Id="rId3" Type="http://schemas.openxmlformats.org/officeDocument/2006/relationships/image" Target="../media/image65.emf"/><Relationship Id="rId12" Type="http://schemas.openxmlformats.org/officeDocument/2006/relationships/customXml" Target="../ink/ink13.xml"/><Relationship Id="rId17" Type="http://schemas.openxmlformats.org/officeDocument/2006/relationships/customXml" Target="../ink/ink18.xml"/><Relationship Id="rId25" Type="http://schemas.openxmlformats.org/officeDocument/2006/relationships/customXml" Target="../ink/ink25.xml"/><Relationship Id="rId33" Type="http://schemas.openxmlformats.org/officeDocument/2006/relationships/customXml" Target="../ink/ink33.xml"/><Relationship Id="rId38" Type="http://schemas.openxmlformats.org/officeDocument/2006/relationships/customXml" Target="../ink/ink38.xml"/></Relationships>
</file>

<file path=ppt/slides/_rels/slide17.xml.rels><?xml version="1.0" encoding="UTF-8" standalone="yes"?>
<Relationships xmlns="http://schemas.openxmlformats.org/package/2006/relationships"><Relationship Id="rId3" Type="http://schemas.openxmlformats.org/officeDocument/2006/relationships/image" Target="../media/image640.png"/><Relationship Id="rId2" Type="http://schemas.openxmlformats.org/officeDocument/2006/relationships/image" Target="../media/image67.png"/><Relationship Id="rId1" Type="http://schemas.openxmlformats.org/officeDocument/2006/relationships/slideLayout" Target="../slideLayouts/slideLayout11.xml"/><Relationship Id="rId4" Type="http://schemas.openxmlformats.org/officeDocument/2006/relationships/image" Target="../media/image650.png"/></Relationships>
</file>

<file path=ppt/slides/_rels/slide18.xml.rels><?xml version="1.0" encoding="UTF-8" standalone="yes"?>
<Relationships xmlns="http://schemas.openxmlformats.org/package/2006/relationships"><Relationship Id="rId3" Type="http://schemas.openxmlformats.org/officeDocument/2006/relationships/image" Target="../media/image650.png"/><Relationship Id="rId2" Type="http://schemas.openxmlformats.org/officeDocument/2006/relationships/image" Target="../media/image67.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6" Type="http://schemas.openxmlformats.org/officeDocument/2006/relationships/image" Target="../media/image760.png"/><Relationship Id="rId21" Type="http://schemas.openxmlformats.org/officeDocument/2006/relationships/image" Target="../media/image750.png"/><Relationship Id="rId42" Type="http://schemas.openxmlformats.org/officeDocument/2006/relationships/customXml" Target="../ink/ink48.xml"/><Relationship Id="rId47" Type="http://schemas.openxmlformats.org/officeDocument/2006/relationships/customXml" Target="../ink/ink50.xml"/><Relationship Id="rId63" Type="http://schemas.openxmlformats.org/officeDocument/2006/relationships/customXml" Target="../ink/ink59.xml"/><Relationship Id="rId68" Type="http://schemas.openxmlformats.org/officeDocument/2006/relationships/customXml" Target="../ink/ink60.xml"/><Relationship Id="rId2" Type="http://schemas.openxmlformats.org/officeDocument/2006/relationships/image" Target="../media/image68.png"/><Relationship Id="rId16" Type="http://schemas.openxmlformats.org/officeDocument/2006/relationships/image" Target="../media/image198.png"/><Relationship Id="rId29" Type="http://schemas.openxmlformats.org/officeDocument/2006/relationships/image" Target="../media/image780.png"/><Relationship Id="rId11" Type="http://schemas.openxmlformats.org/officeDocument/2006/relationships/image" Target="../media/image195.png"/><Relationship Id="rId24" Type="http://schemas.openxmlformats.org/officeDocument/2006/relationships/image" Target="../media/image206.png"/><Relationship Id="rId32" Type="http://schemas.openxmlformats.org/officeDocument/2006/relationships/customXml" Target="../ink/ink43.xml"/><Relationship Id="rId37" Type="http://schemas.openxmlformats.org/officeDocument/2006/relationships/image" Target="../media/image82.png"/><Relationship Id="rId40" Type="http://schemas.openxmlformats.org/officeDocument/2006/relationships/customXml" Target="../ink/ink47.xml"/><Relationship Id="rId45" Type="http://schemas.openxmlformats.org/officeDocument/2006/relationships/customXml" Target="../ink/ink49.xml"/><Relationship Id="rId53" Type="http://schemas.openxmlformats.org/officeDocument/2006/relationships/customXml" Target="../ink/ink53.xml"/><Relationship Id="rId58" Type="http://schemas.openxmlformats.org/officeDocument/2006/relationships/image" Target="../media/image92.png"/><Relationship Id="rId66" Type="http://schemas.openxmlformats.org/officeDocument/2006/relationships/image" Target="../media/image97.png"/><Relationship Id="rId74" Type="http://schemas.openxmlformats.org/officeDocument/2006/relationships/customXml" Target="../ink/ink63.xml"/><Relationship Id="rId5" Type="http://schemas.openxmlformats.org/officeDocument/2006/relationships/image" Target="../media/image690.png"/><Relationship Id="rId61" Type="http://schemas.openxmlformats.org/officeDocument/2006/relationships/customXml" Target="../ink/ink58.xml"/><Relationship Id="rId19" Type="http://schemas.openxmlformats.org/officeDocument/2006/relationships/image" Target="../media/image197.png"/><Relationship Id="rId14" Type="http://schemas.openxmlformats.org/officeDocument/2006/relationships/image" Target="../media/image740.png"/><Relationship Id="rId22" Type="http://schemas.openxmlformats.org/officeDocument/2006/relationships/image" Target="../media/image204.png"/><Relationship Id="rId27" Type="http://schemas.openxmlformats.org/officeDocument/2006/relationships/image" Target="../media/image77.png"/><Relationship Id="rId30" Type="http://schemas.openxmlformats.org/officeDocument/2006/relationships/customXml" Target="../ink/ink42.xml"/><Relationship Id="rId35" Type="http://schemas.openxmlformats.org/officeDocument/2006/relationships/image" Target="../media/image81.png"/><Relationship Id="rId48" Type="http://schemas.openxmlformats.org/officeDocument/2006/relationships/image" Target="../media/image88.png"/><Relationship Id="rId56" Type="http://schemas.openxmlformats.org/officeDocument/2006/relationships/image" Target="../media/image78.emf"/><Relationship Id="rId64" Type="http://schemas.openxmlformats.org/officeDocument/2006/relationships/image" Target="../media/image85.png"/><Relationship Id="rId69" Type="http://schemas.openxmlformats.org/officeDocument/2006/relationships/image" Target="../media/image91.png"/><Relationship Id="rId8" Type="http://schemas.openxmlformats.org/officeDocument/2006/relationships/image" Target="../media/image192.png"/><Relationship Id="rId51" Type="http://schemas.openxmlformats.org/officeDocument/2006/relationships/customXml" Target="../ink/ink52.xml"/><Relationship Id="rId72" Type="http://schemas.openxmlformats.org/officeDocument/2006/relationships/customXml" Target="../ink/ink62.xml"/><Relationship Id="rId3" Type="http://schemas.openxmlformats.org/officeDocument/2006/relationships/image" Target="../media/image69.png"/><Relationship Id="rId12" Type="http://schemas.openxmlformats.org/officeDocument/2006/relationships/image" Target="../media/image720.png"/><Relationship Id="rId17" Type="http://schemas.openxmlformats.org/officeDocument/2006/relationships/image" Target="../media/image200.png"/><Relationship Id="rId25" Type="http://schemas.openxmlformats.org/officeDocument/2006/relationships/image" Target="../media/image208.png"/><Relationship Id="rId33" Type="http://schemas.openxmlformats.org/officeDocument/2006/relationships/image" Target="../media/image800.png"/><Relationship Id="rId38" Type="http://schemas.openxmlformats.org/officeDocument/2006/relationships/customXml" Target="../ink/ink46.xml"/><Relationship Id="rId46" Type="http://schemas.openxmlformats.org/officeDocument/2006/relationships/image" Target="../media/image87.png"/><Relationship Id="rId59" Type="http://schemas.openxmlformats.org/officeDocument/2006/relationships/customXml" Target="../ink/ink57.xml"/><Relationship Id="rId67" Type="http://schemas.openxmlformats.org/officeDocument/2006/relationships/image" Target="../media/image79.emf"/><Relationship Id="rId20" Type="http://schemas.openxmlformats.org/officeDocument/2006/relationships/image" Target="../media/image202.png"/><Relationship Id="rId41" Type="http://schemas.openxmlformats.org/officeDocument/2006/relationships/image" Target="../media/image84.png"/><Relationship Id="rId54" Type="http://schemas.openxmlformats.org/officeDocument/2006/relationships/customXml" Target="../ink/ink54.xml"/><Relationship Id="rId62" Type="http://schemas.openxmlformats.org/officeDocument/2006/relationships/image" Target="../media/image94.png"/><Relationship Id="rId70" Type="http://schemas.openxmlformats.org/officeDocument/2006/relationships/customXml" Target="../ink/ink61.xml"/><Relationship Id="rId75" Type="http://schemas.openxmlformats.org/officeDocument/2006/relationships/image" Target="../media/image99.png"/><Relationship Id="rId1" Type="http://schemas.openxmlformats.org/officeDocument/2006/relationships/slideLayout" Target="../slideLayouts/slideLayout9.xml"/><Relationship Id="rId6" Type="http://schemas.openxmlformats.org/officeDocument/2006/relationships/image" Target="../media/image700.png"/><Relationship Id="rId15" Type="http://schemas.openxmlformats.org/officeDocument/2006/relationships/image" Target="../media/image199.png"/><Relationship Id="rId23" Type="http://schemas.openxmlformats.org/officeDocument/2006/relationships/image" Target="../media/image205.png"/><Relationship Id="rId28" Type="http://schemas.openxmlformats.org/officeDocument/2006/relationships/customXml" Target="../ink/ink41.xml"/><Relationship Id="rId36" Type="http://schemas.openxmlformats.org/officeDocument/2006/relationships/customXml" Target="../ink/ink45.xml"/><Relationship Id="rId49" Type="http://schemas.openxmlformats.org/officeDocument/2006/relationships/customXml" Target="../ink/ink51.xml"/><Relationship Id="rId57" Type="http://schemas.openxmlformats.org/officeDocument/2006/relationships/customXml" Target="../ink/ink56.xml"/><Relationship Id="rId10" Type="http://schemas.openxmlformats.org/officeDocument/2006/relationships/image" Target="../media/image710.png"/><Relationship Id="rId31" Type="http://schemas.openxmlformats.org/officeDocument/2006/relationships/image" Target="../media/image790.png"/><Relationship Id="rId44" Type="http://schemas.openxmlformats.org/officeDocument/2006/relationships/image" Target="../media/image86.png"/><Relationship Id="rId52" Type="http://schemas.openxmlformats.org/officeDocument/2006/relationships/image" Target="../media/image90.png"/><Relationship Id="rId60" Type="http://schemas.openxmlformats.org/officeDocument/2006/relationships/image" Target="../media/image93.png"/><Relationship Id="rId65" Type="http://schemas.openxmlformats.org/officeDocument/2006/relationships/image" Target="../media/image96.png"/><Relationship Id="rId73" Type="http://schemas.openxmlformats.org/officeDocument/2006/relationships/image" Target="../media/image98.png"/><Relationship Id="rId4" Type="http://schemas.openxmlformats.org/officeDocument/2006/relationships/image" Target="../media/image680.png"/><Relationship Id="rId9" Type="http://schemas.openxmlformats.org/officeDocument/2006/relationships/image" Target="../media/image193.png"/><Relationship Id="rId13" Type="http://schemas.openxmlformats.org/officeDocument/2006/relationships/image" Target="../media/image730.png"/><Relationship Id="rId18" Type="http://schemas.openxmlformats.org/officeDocument/2006/relationships/image" Target="../media/image201.png"/><Relationship Id="rId39" Type="http://schemas.openxmlformats.org/officeDocument/2006/relationships/image" Target="../media/image83.png"/><Relationship Id="rId34" Type="http://schemas.openxmlformats.org/officeDocument/2006/relationships/customXml" Target="../ink/ink44.xml"/><Relationship Id="rId50" Type="http://schemas.openxmlformats.org/officeDocument/2006/relationships/image" Target="../media/image89.png"/><Relationship Id="rId55" Type="http://schemas.openxmlformats.org/officeDocument/2006/relationships/customXml" Target="../ink/ink55.xml"/><Relationship Id="rId7" Type="http://schemas.openxmlformats.org/officeDocument/2006/relationships/image" Target="../media/image191.png"/><Relationship Id="rId71" Type="http://schemas.openxmlformats.org/officeDocument/2006/relationships/image" Target="../media/image95.png"/></Relationships>
</file>

<file path=ppt/slides/_rels/slide20.xml.rels><?xml version="1.0" encoding="UTF-8" standalone="yes"?>
<Relationships xmlns="http://schemas.openxmlformats.org/package/2006/relationships"><Relationship Id="rId8" Type="http://schemas.openxmlformats.org/officeDocument/2006/relationships/image" Target="../media/image1030.png"/><Relationship Id="rId3" Type="http://schemas.openxmlformats.org/officeDocument/2006/relationships/image" Target="../media/image100.png"/><Relationship Id="rId7" Type="http://schemas.openxmlformats.org/officeDocument/2006/relationships/customXml" Target="../ink/ink64.xml"/><Relationship Id="rId2" Type="http://schemas.openxmlformats.org/officeDocument/2006/relationships/image" Target="../media/image80.png"/><Relationship Id="rId1" Type="http://schemas.openxmlformats.org/officeDocument/2006/relationships/slideLayout" Target="../slideLayouts/slideLayout9.xml"/><Relationship Id="rId6" Type="http://schemas.openxmlformats.org/officeDocument/2006/relationships/image" Target="../media/image101.emf"/><Relationship Id="rId5" Type="http://schemas.openxmlformats.org/officeDocument/2006/relationships/image" Target="../media/image103.png"/><Relationship Id="rId4" Type="http://schemas.openxmlformats.org/officeDocument/2006/relationships/image" Target="../media/image102.png"/><Relationship Id="rId9" Type="http://schemas.openxmlformats.org/officeDocument/2006/relationships/image" Target="../media/image104.png"/></Relationships>
</file>

<file path=ppt/slides/_rels/slide21.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83.png"/><Relationship Id="rId3" Type="http://schemas.openxmlformats.org/officeDocument/2006/relationships/image" Target="../media/image106.png"/><Relationship Id="rId7" Type="http://schemas.openxmlformats.org/officeDocument/2006/relationships/image" Target="../media/image750.png"/><Relationship Id="rId12" Type="http://schemas.openxmlformats.org/officeDocument/2006/relationships/customXml" Target="../ink/ink65.xml"/><Relationship Id="rId2" Type="http://schemas.openxmlformats.org/officeDocument/2006/relationships/image" Target="../media/image105.png"/><Relationship Id="rId1" Type="http://schemas.openxmlformats.org/officeDocument/2006/relationships/slideLayout" Target="../slideLayouts/slideLayout9.xml"/><Relationship Id="rId6" Type="http://schemas.openxmlformats.org/officeDocument/2006/relationships/image" Target="../media/image109.png"/><Relationship Id="rId11" Type="http://schemas.openxmlformats.org/officeDocument/2006/relationships/image" Target="../media/image113.png"/><Relationship Id="rId5" Type="http://schemas.openxmlformats.org/officeDocument/2006/relationships/image" Target="../media/image108.png"/><Relationship Id="rId10" Type="http://schemas.openxmlformats.org/officeDocument/2006/relationships/image" Target="../media/image112.png"/><Relationship Id="rId4" Type="http://schemas.openxmlformats.org/officeDocument/2006/relationships/image" Target="../media/image107.png"/><Relationship Id="rId9" Type="http://schemas.openxmlformats.org/officeDocument/2006/relationships/image" Target="../media/image111.png"/><Relationship Id="rId14" Type="http://schemas.openxmlformats.org/officeDocument/2006/relationships/image" Target="../media/image114.png"/></Relationships>
</file>

<file path=ppt/slides/_rels/slide22.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emf"/><Relationship Id="rId1" Type="http://schemas.openxmlformats.org/officeDocument/2006/relationships/slideLayout" Target="../slideLayouts/slideLayout9.xml"/><Relationship Id="rId4" Type="http://schemas.openxmlformats.org/officeDocument/2006/relationships/image" Target="../media/image118.png"/></Relationships>
</file>

<file path=ppt/slides/_rels/slide24.xml.rels><?xml version="1.0" encoding="UTF-8" standalone="yes"?>
<Relationships xmlns="http://schemas.openxmlformats.org/package/2006/relationships"><Relationship Id="rId3" Type="http://schemas.openxmlformats.org/officeDocument/2006/relationships/image" Target="../media/image119.emf"/><Relationship Id="rId2" Type="http://schemas.openxmlformats.org/officeDocument/2006/relationships/image" Target="../media/image116.emf"/><Relationship Id="rId1" Type="http://schemas.openxmlformats.org/officeDocument/2006/relationships/slideLayout" Target="../slideLayouts/slideLayout9.xml"/><Relationship Id="rId5" Type="http://schemas.openxmlformats.org/officeDocument/2006/relationships/image" Target="../media/image121.png"/><Relationship Id="rId4" Type="http://schemas.openxmlformats.org/officeDocument/2006/relationships/image" Target="../media/image120.png"/></Relationships>
</file>

<file path=ppt/slides/_rels/slide25.xml.rels><?xml version="1.0" encoding="UTF-8" standalone="yes"?>
<Relationships xmlns="http://schemas.openxmlformats.org/package/2006/relationships"><Relationship Id="rId3" Type="http://schemas.openxmlformats.org/officeDocument/2006/relationships/image" Target="../media/image122.emf"/><Relationship Id="rId2" Type="http://schemas.openxmlformats.org/officeDocument/2006/relationships/image" Target="../media/image119.emf"/><Relationship Id="rId1" Type="http://schemas.openxmlformats.org/officeDocument/2006/relationships/slideLayout" Target="../slideLayouts/slideLayout9.xml"/><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image" Target="../media/image121.png"/></Relationships>
</file>

<file path=ppt/slides/_rels/slide26.xml.rels><?xml version="1.0" encoding="UTF-8" standalone="yes"?>
<Relationships xmlns="http://schemas.openxmlformats.org/package/2006/relationships"><Relationship Id="rId3" Type="http://schemas.openxmlformats.org/officeDocument/2006/relationships/image" Target="../media/image125.png"/><Relationship Id="rId7" Type="http://schemas.openxmlformats.org/officeDocument/2006/relationships/image" Target="../media/image127.emf"/><Relationship Id="rId2" Type="http://schemas.openxmlformats.org/officeDocument/2006/relationships/image" Target="../media/image123.png"/><Relationship Id="rId1" Type="http://schemas.openxmlformats.org/officeDocument/2006/relationships/slideLayout" Target="../slideLayouts/slideLayout9.xml"/><Relationship Id="rId6" Type="http://schemas.openxmlformats.org/officeDocument/2006/relationships/image" Target="../media/image122.emf"/><Relationship Id="rId5" Type="http://schemas.openxmlformats.org/officeDocument/2006/relationships/image" Target="../media/image126.png"/><Relationship Id="rId4" Type="http://schemas.openxmlformats.org/officeDocument/2006/relationships/image" Target="../media/image124.png"/></Relationships>
</file>

<file path=ppt/slides/_rels/slide2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131.emf"/><Relationship Id="rId2" Type="http://schemas.openxmlformats.org/officeDocument/2006/relationships/image" Target="../media/image130.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emf"/><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emf"/><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15.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138.emf"/><Relationship Id="rId2" Type="http://schemas.openxmlformats.org/officeDocument/2006/relationships/image" Target="../media/image137.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7.png"/><Relationship Id="rId1" Type="http://schemas.openxmlformats.org/officeDocument/2006/relationships/slideLayout" Target="../slideLayouts/slideLayout9.xml"/><Relationship Id="rId5" Type="http://schemas.openxmlformats.org/officeDocument/2006/relationships/image" Target="../media/image140.emf"/><Relationship Id="rId4" Type="http://schemas.openxmlformats.org/officeDocument/2006/relationships/image" Target="../media/image138.emf"/></Relationships>
</file>

<file path=ppt/slides/_rels/slide34.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39.png"/><Relationship Id="rId1" Type="http://schemas.openxmlformats.org/officeDocument/2006/relationships/slideLayout" Target="../slideLayouts/slideLayout9.xml"/><Relationship Id="rId5" Type="http://schemas.openxmlformats.org/officeDocument/2006/relationships/image" Target="../media/image142.emf"/><Relationship Id="rId4" Type="http://schemas.openxmlformats.org/officeDocument/2006/relationships/image" Target="../media/image140.emf"/></Relationships>
</file>

<file path=ppt/slides/_rels/slide35.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1.png"/><Relationship Id="rId1" Type="http://schemas.openxmlformats.org/officeDocument/2006/relationships/slideLayout" Target="../slideLayouts/slideLayout9.xml"/><Relationship Id="rId5" Type="http://schemas.openxmlformats.org/officeDocument/2006/relationships/image" Target="../media/image144.emf"/><Relationship Id="rId4" Type="http://schemas.openxmlformats.org/officeDocument/2006/relationships/image" Target="../media/image142.emf"/></Relationships>
</file>

<file path=ppt/slides/_rels/slide36.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147.emf"/><Relationship Id="rId2" Type="http://schemas.openxmlformats.org/officeDocument/2006/relationships/image" Target="../media/image146.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image" Target="../media/image148.emf"/><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image" Target="../media/image149.emf"/><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image" Target="../media/image150.emf"/><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151.emf"/><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image" Target="../media/image152.emf"/><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image" Target="../media/image153.emf"/><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image" Target="../media/image154.emf"/><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image" Target="../media/image155.emf"/><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3C7E7816-A48B-4805-9A47-CE865F4F101F}" type="slidenum">
              <a:rPr lang="en-US" smtClean="0">
                <a:solidFill>
                  <a:srgbClr val="000000"/>
                </a:solidFill>
              </a:rPr>
              <a:pPr>
                <a:defRPr/>
              </a:pPr>
              <a:t>1</a:t>
            </a:fld>
            <a:endParaRPr lang="en-US">
              <a:solidFill>
                <a:srgbClr val="000000"/>
              </a:solidFill>
            </a:endParaRPr>
          </a:p>
        </p:txBody>
      </p:sp>
      <p:grpSp>
        <p:nvGrpSpPr>
          <p:cNvPr id="6" name="Group 5"/>
          <p:cNvGrpSpPr/>
          <p:nvPr/>
        </p:nvGrpSpPr>
        <p:grpSpPr>
          <a:xfrm>
            <a:off x="0" y="4706938"/>
            <a:ext cx="8826500" cy="388620"/>
            <a:chOff x="0" y="6321425"/>
            <a:chExt cx="10591800" cy="466344"/>
          </a:xfrm>
        </p:grpSpPr>
        <p:sp>
          <p:nvSpPr>
            <p:cNvPr id="7" name="Rectangle 6"/>
            <p:cNvSpPr/>
            <p:nvPr userDrawn="1"/>
          </p:nvSpPr>
          <p:spPr>
            <a:xfrm>
              <a:off x="0" y="6321425"/>
              <a:ext cx="10591800" cy="466344"/>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8" name="Picture 27" descr="ti_logo_powerpoint_1_line.png"/>
            <p:cNvPicPr>
              <a:picLocks noChangeAspect="1"/>
            </p:cNvPicPr>
            <p:nvPr userDrawn="1"/>
          </p:nvPicPr>
          <p:blipFill>
            <a:blip r:embed="rId2" cstate="print"/>
            <a:srcRect/>
            <a:stretch>
              <a:fillRect/>
            </a:stretch>
          </p:blipFill>
          <p:spPr bwMode="auto">
            <a:xfrm>
              <a:off x="8593138" y="6440488"/>
              <a:ext cx="1874837" cy="231775"/>
            </a:xfrm>
            <a:prstGeom prst="rect">
              <a:avLst/>
            </a:prstGeom>
            <a:noFill/>
            <a:ln w="9525">
              <a:noFill/>
              <a:miter lim="800000"/>
              <a:headEnd/>
              <a:tailEnd/>
            </a:ln>
          </p:spPr>
        </p:pic>
      </p:grpSp>
      <p:sp>
        <p:nvSpPr>
          <p:cNvPr id="9" name="Rectangle 2">
            <a:extLst>
              <a:ext uri="{FF2B5EF4-FFF2-40B4-BE49-F238E27FC236}">
                <a16:creationId xmlns:a16="http://schemas.microsoft.com/office/drawing/2014/main" id="{C952D084-4E5E-E84D-8116-9AA50FF1B5AB}"/>
              </a:ext>
            </a:extLst>
          </p:cNvPr>
          <p:cNvSpPr>
            <a:spLocks noGrp="1" noChangeArrowheads="1"/>
          </p:cNvSpPr>
          <p:nvPr>
            <p:ph type="ctrTitle"/>
          </p:nvPr>
        </p:nvSpPr>
        <p:spPr>
          <a:xfrm>
            <a:off x="342899" y="1457331"/>
            <a:ext cx="8801101" cy="1102519"/>
          </a:xfrm>
        </p:spPr>
        <p:txBody>
          <a:bodyPr/>
          <a:lstStyle/>
          <a:p>
            <a:pPr eaLnBrk="1" hangingPunct="1"/>
            <a:r>
              <a:rPr lang="en-US" dirty="0"/>
              <a:t>Design Of Differential-mode (DM) Active EMI Filter for ISOP LLC converters</a:t>
            </a:r>
          </a:p>
        </p:txBody>
      </p:sp>
      <p:sp>
        <p:nvSpPr>
          <p:cNvPr id="10" name="Rectangle 3">
            <a:extLst>
              <a:ext uri="{FF2B5EF4-FFF2-40B4-BE49-F238E27FC236}">
                <a16:creationId xmlns:a16="http://schemas.microsoft.com/office/drawing/2014/main" id="{66263DCF-B3F9-E04C-B4D1-EE21FF1E1D22}"/>
              </a:ext>
            </a:extLst>
          </p:cNvPr>
          <p:cNvSpPr>
            <a:spLocks noGrp="1" noChangeArrowheads="1"/>
          </p:cNvSpPr>
          <p:nvPr>
            <p:ph type="subTitle" idx="1"/>
          </p:nvPr>
        </p:nvSpPr>
        <p:spPr>
          <a:xfrm>
            <a:off x="342900" y="2774158"/>
            <a:ext cx="8458200" cy="1114425"/>
          </a:xfrm>
        </p:spPr>
        <p:txBody>
          <a:bodyPr/>
          <a:lstStyle/>
          <a:p>
            <a:pPr eaLnBrk="1" hangingPunct="1"/>
            <a:r>
              <a:rPr lang="en-US" dirty="0"/>
              <a:t>Suhani Biswal</a:t>
            </a:r>
          </a:p>
        </p:txBody>
      </p:sp>
    </p:spTree>
    <p:extLst>
      <p:ext uri="{BB962C8B-B14F-4D97-AF65-F5344CB8AC3E}">
        <p14:creationId xmlns:p14="http://schemas.microsoft.com/office/powerpoint/2010/main" val="2296410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0EF1F-D0DD-9F23-148E-29CBD7C1F864}"/>
              </a:ext>
            </a:extLst>
          </p:cNvPr>
          <p:cNvSpPr>
            <a:spLocks noGrp="1"/>
          </p:cNvSpPr>
          <p:nvPr>
            <p:ph type="title"/>
          </p:nvPr>
        </p:nvSpPr>
        <p:spPr/>
        <p:txBody>
          <a:bodyPr wrap="square" anchor="ctr">
            <a:normAutofit/>
          </a:bodyPr>
          <a:lstStyle/>
          <a:p>
            <a:pPr algn="ctr"/>
            <a:r>
              <a:rPr lang="en-US" sz="3200" dirty="0"/>
              <a:t>Objectives of This Work</a:t>
            </a:r>
          </a:p>
        </p:txBody>
      </p:sp>
      <p:graphicFrame>
        <p:nvGraphicFramePr>
          <p:cNvPr id="6" name="Content Placeholder 2">
            <a:extLst>
              <a:ext uri="{FF2B5EF4-FFF2-40B4-BE49-F238E27FC236}">
                <a16:creationId xmlns:a16="http://schemas.microsoft.com/office/drawing/2014/main" id="{2E006DAA-16AF-5B44-ABF1-A685D4390A07}"/>
              </a:ext>
            </a:extLst>
          </p:cNvPr>
          <p:cNvGraphicFramePr>
            <a:graphicFrameLocks noGrp="1"/>
          </p:cNvGraphicFramePr>
          <p:nvPr>
            <p:ph idx="1"/>
            <p:extLst>
              <p:ext uri="{D42A27DB-BD31-4B8C-83A1-F6EECF244321}">
                <p14:modId xmlns:p14="http://schemas.microsoft.com/office/powerpoint/2010/main" val="3416038721"/>
              </p:ext>
            </p:extLst>
          </p:nvPr>
        </p:nvGraphicFramePr>
        <p:xfrm>
          <a:off x="333375" y="785813"/>
          <a:ext cx="8624358" cy="37099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6101BD77-917D-35C3-50CB-B3D1E1B555E8}"/>
              </a:ext>
            </a:extLst>
          </p:cNvPr>
          <p:cNvSpPr>
            <a:spLocks noGrp="1"/>
          </p:cNvSpPr>
          <p:nvPr>
            <p:ph type="sldNum" sz="quarter" idx="10"/>
          </p:nvPr>
        </p:nvSpPr>
        <p:spPr/>
        <p:txBody>
          <a:bodyPr wrap="square" anchor="t">
            <a:normAutofit/>
          </a:bodyPr>
          <a:lstStyle/>
          <a:p>
            <a:pPr>
              <a:lnSpc>
                <a:spcPct val="90000"/>
              </a:lnSpc>
              <a:spcAft>
                <a:spcPts val="600"/>
              </a:spcAft>
              <a:defRPr/>
            </a:pPr>
            <a:fld id="{2B97888F-6AF7-4263-B69D-592D8C33BAC7}" type="slidenum">
              <a:rPr lang="en-US" sz="500" smtClean="0"/>
              <a:pPr>
                <a:lnSpc>
                  <a:spcPct val="90000"/>
                </a:lnSpc>
                <a:spcAft>
                  <a:spcPts val="600"/>
                </a:spcAft>
                <a:defRPr/>
              </a:pPr>
              <a:t>2</a:t>
            </a:fld>
            <a:endParaRPr lang="en-US" sz="500"/>
          </a:p>
        </p:txBody>
      </p:sp>
    </p:spTree>
    <p:extLst>
      <p:ext uri="{BB962C8B-B14F-4D97-AF65-F5344CB8AC3E}">
        <p14:creationId xmlns:p14="http://schemas.microsoft.com/office/powerpoint/2010/main" val="2940659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E9BA7-A36B-7465-B157-D7DE3F0B6BBC}"/>
              </a:ext>
            </a:extLst>
          </p:cNvPr>
          <p:cNvSpPr>
            <a:spLocks noGrp="1"/>
          </p:cNvSpPr>
          <p:nvPr>
            <p:ph type="title"/>
          </p:nvPr>
        </p:nvSpPr>
        <p:spPr/>
        <p:txBody>
          <a:bodyPr/>
          <a:lstStyle/>
          <a:p>
            <a:r>
              <a:rPr lang="en-US" sz="2400" dirty="0"/>
              <a:t>Differential-mode (DM) noise | </a:t>
            </a:r>
            <a:r>
              <a:rPr lang="en-US" sz="2400" dirty="0">
                <a:solidFill>
                  <a:schemeClr val="tx1"/>
                </a:solidFill>
              </a:rPr>
              <a:t>Introduction</a:t>
            </a:r>
          </a:p>
        </p:txBody>
      </p:sp>
      <p:sp>
        <p:nvSpPr>
          <p:cNvPr id="6" name="Content Placeholder 5">
            <a:extLst>
              <a:ext uri="{FF2B5EF4-FFF2-40B4-BE49-F238E27FC236}">
                <a16:creationId xmlns:a16="http://schemas.microsoft.com/office/drawing/2014/main" id="{D093584E-E41A-3B57-52F4-2C863AA20144}"/>
              </a:ext>
            </a:extLst>
          </p:cNvPr>
          <p:cNvSpPr>
            <a:spLocks noGrp="1"/>
          </p:cNvSpPr>
          <p:nvPr>
            <p:ph idx="1"/>
          </p:nvPr>
        </p:nvSpPr>
        <p:spPr>
          <a:xfrm>
            <a:off x="3301999" y="204791"/>
            <a:ext cx="5698067" cy="4389835"/>
          </a:xfrm>
        </p:spPr>
        <p:txBody>
          <a:bodyPr/>
          <a:lstStyle/>
          <a:p>
            <a:r>
              <a:rPr lang="en-US" sz="1200" dirty="0">
                <a:latin typeface="Aptos Serif" panose="02020604070405020304" pitchFamily="18" charset="0"/>
                <a:cs typeface="Aptos Serif" panose="02020604070405020304" pitchFamily="18" charset="0"/>
              </a:rPr>
              <a:t>In differential mode noise, the noise source appears across power supply lines and is in series with the power supply line, and the noise current flows  in the same direction as the power supply current. It is called “differential  mode” because </a:t>
            </a:r>
            <a:r>
              <a:rPr lang="en-US" sz="1200" b="1" dirty="0">
                <a:latin typeface="Aptos Serif" panose="02020604070405020304" pitchFamily="18" charset="0"/>
                <a:cs typeface="Aptos Serif" panose="02020604070405020304" pitchFamily="18" charset="0"/>
              </a:rPr>
              <a:t>the outgoing and return currents are oppositely-directed.</a:t>
            </a:r>
          </a:p>
          <a:p>
            <a:r>
              <a:rPr lang="en-US" sz="1200" dirty="0">
                <a:latin typeface="Aptos Serif" panose="02020604070405020304" pitchFamily="18" charset="0"/>
                <a:cs typeface="Aptos Serif" panose="02020604070405020304" pitchFamily="18" charset="0"/>
              </a:rPr>
              <a:t>The source of differential mode noise is the switching node, which causes high di/dt due to coupling with nearby capacitors, that travels across the circuit and reaches the power lines.</a:t>
            </a:r>
          </a:p>
          <a:p>
            <a:r>
              <a:rPr lang="en-US" sz="1200" dirty="0">
                <a:latin typeface="Aptos Serif" panose="02020604070405020304" pitchFamily="18" charset="0"/>
                <a:cs typeface="Aptos Serif" panose="02020604070405020304" pitchFamily="18" charset="0"/>
              </a:rPr>
              <a:t>For DM noise a single unit of LISN is required, connected between the line and neutral rails. For this project I’ve used the </a:t>
            </a:r>
            <a:r>
              <a:rPr lang="en-US" sz="1200" b="1" dirty="0">
                <a:latin typeface="Aptos Serif" panose="02020604070405020304" pitchFamily="18" charset="0"/>
                <a:cs typeface="Aptos Serif" panose="02020604070405020304" pitchFamily="18" charset="0"/>
              </a:rPr>
              <a:t>50uH/8uF LISN setup</a:t>
            </a:r>
            <a:r>
              <a:rPr lang="en-US" sz="1200" dirty="0">
                <a:latin typeface="Aptos Serif" panose="02020604070405020304" pitchFamily="18" charset="0"/>
                <a:cs typeface="Aptos Serif" panose="02020604070405020304" pitchFamily="18" charset="0"/>
              </a:rPr>
              <a:t>, which is used in industrial or residential applications. It mimics the </a:t>
            </a:r>
            <a:r>
              <a:rPr lang="en-US" sz="1200" b="1" dirty="0">
                <a:latin typeface="Aptos Serif" panose="02020604070405020304" pitchFamily="18" charset="0"/>
                <a:cs typeface="Aptos Serif" panose="02020604070405020304" pitchFamily="18" charset="0"/>
              </a:rPr>
              <a:t>SIMPLIS LISN module</a:t>
            </a:r>
            <a:r>
              <a:rPr lang="en-US" sz="1200" dirty="0">
                <a:latin typeface="Aptos Serif" panose="02020604070405020304" pitchFamily="18" charset="0"/>
                <a:cs typeface="Aptos Serif" panose="02020604070405020304" pitchFamily="18" charset="0"/>
              </a:rPr>
              <a:t> available for the same specifications.</a:t>
            </a:r>
          </a:p>
          <a:p>
            <a:pPr marL="0" indent="0">
              <a:buNone/>
            </a:pPr>
            <a:endParaRPr lang="en-US" sz="1200" dirty="0">
              <a:latin typeface="Aptos Serif" panose="02020604070405020304" pitchFamily="18" charset="0"/>
              <a:cs typeface="Aptos Serif" panose="02020604070405020304" pitchFamily="18" charset="0"/>
            </a:endParaRPr>
          </a:p>
        </p:txBody>
      </p:sp>
      <p:sp>
        <p:nvSpPr>
          <p:cNvPr id="9" name="Text Placeholder 8">
            <a:extLst>
              <a:ext uri="{FF2B5EF4-FFF2-40B4-BE49-F238E27FC236}">
                <a16:creationId xmlns:a16="http://schemas.microsoft.com/office/drawing/2014/main" id="{69D4BE4B-532E-B33A-D183-296C26340F92}"/>
              </a:ext>
            </a:extLst>
          </p:cNvPr>
          <p:cNvSpPr>
            <a:spLocks noGrp="1"/>
          </p:cNvSpPr>
          <p:nvPr>
            <p:ph type="body" sz="half" idx="2"/>
          </p:nvPr>
        </p:nvSpPr>
        <p:spPr>
          <a:xfrm>
            <a:off x="457202" y="1076325"/>
            <a:ext cx="2601915" cy="3518298"/>
          </a:xfrm>
        </p:spPr>
        <p:txBody>
          <a:bodyPr/>
          <a:lstStyle/>
          <a:p>
            <a:endParaRPr lang="en-US" dirty="0"/>
          </a:p>
        </p:txBody>
      </p:sp>
      <p:sp>
        <p:nvSpPr>
          <p:cNvPr id="5" name="Slide Number Placeholder 4">
            <a:extLst>
              <a:ext uri="{FF2B5EF4-FFF2-40B4-BE49-F238E27FC236}">
                <a16:creationId xmlns:a16="http://schemas.microsoft.com/office/drawing/2014/main" id="{24013251-7742-CFEC-39A5-348EFA499201}"/>
              </a:ext>
            </a:extLst>
          </p:cNvPr>
          <p:cNvSpPr>
            <a:spLocks noGrp="1"/>
          </p:cNvSpPr>
          <p:nvPr>
            <p:ph type="sldNum" sz="quarter" idx="10"/>
          </p:nvPr>
        </p:nvSpPr>
        <p:spPr/>
        <p:txBody>
          <a:bodyPr/>
          <a:lstStyle/>
          <a:p>
            <a:pPr>
              <a:defRPr/>
            </a:pPr>
            <a:fld id="{D9B97EEC-B5BC-42C5-B73F-31CC660D4D8A}" type="slidenum">
              <a:rPr lang="en-US" smtClean="0"/>
              <a:pPr>
                <a:defRPr/>
              </a:pPr>
              <a:t>3</a:t>
            </a:fld>
            <a:endParaRPr lang="en-US"/>
          </a:p>
        </p:txBody>
      </p:sp>
      <p:pic>
        <p:nvPicPr>
          <p:cNvPr id="11" name="Picture 10">
            <a:extLst>
              <a:ext uri="{FF2B5EF4-FFF2-40B4-BE49-F238E27FC236}">
                <a16:creationId xmlns:a16="http://schemas.microsoft.com/office/drawing/2014/main" id="{F5895606-2990-9807-623A-C196B219B145}"/>
              </a:ext>
            </a:extLst>
          </p:cNvPr>
          <p:cNvPicPr>
            <a:picLocks noChangeAspect="1"/>
          </p:cNvPicPr>
          <p:nvPr/>
        </p:nvPicPr>
        <p:blipFill>
          <a:blip r:embed="rId2"/>
          <a:stretch>
            <a:fillRect/>
          </a:stretch>
        </p:blipFill>
        <p:spPr>
          <a:xfrm>
            <a:off x="368302" y="1161309"/>
            <a:ext cx="2581280" cy="3195375"/>
          </a:xfrm>
          <a:prstGeom prst="rect">
            <a:avLst/>
          </a:prstGeom>
        </p:spPr>
      </p:pic>
      <p:pic>
        <p:nvPicPr>
          <p:cNvPr id="13" name="Picture 12">
            <a:extLst>
              <a:ext uri="{FF2B5EF4-FFF2-40B4-BE49-F238E27FC236}">
                <a16:creationId xmlns:a16="http://schemas.microsoft.com/office/drawing/2014/main" id="{CC7BB14D-75DC-0219-3BA7-4122AAE0CACC}"/>
              </a:ext>
            </a:extLst>
          </p:cNvPr>
          <p:cNvPicPr>
            <a:picLocks noChangeAspect="1"/>
          </p:cNvPicPr>
          <p:nvPr/>
        </p:nvPicPr>
        <p:blipFill>
          <a:blip r:embed="rId3"/>
          <a:stretch>
            <a:fillRect/>
          </a:stretch>
        </p:blipFill>
        <p:spPr>
          <a:xfrm>
            <a:off x="4064000" y="2488804"/>
            <a:ext cx="3098800" cy="2203450"/>
          </a:xfrm>
          <a:prstGeom prst="rect">
            <a:avLst/>
          </a:prstGeom>
        </p:spPr>
      </p:pic>
    </p:spTree>
    <p:extLst>
      <p:ext uri="{BB962C8B-B14F-4D97-AF65-F5344CB8AC3E}">
        <p14:creationId xmlns:p14="http://schemas.microsoft.com/office/powerpoint/2010/main" val="334000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A923B-CDC0-05C1-17AA-FDD78FB3C0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020EA3-A447-DE4F-8EF5-7065064CAF84}"/>
              </a:ext>
            </a:extLst>
          </p:cNvPr>
          <p:cNvSpPr>
            <a:spLocks noGrp="1"/>
          </p:cNvSpPr>
          <p:nvPr>
            <p:ph type="title"/>
          </p:nvPr>
        </p:nvSpPr>
        <p:spPr/>
        <p:txBody>
          <a:bodyPr/>
          <a:lstStyle/>
          <a:p>
            <a:r>
              <a:rPr lang="en-US" dirty="0"/>
              <a:t>DM noise path in LLC converter circuit (With LISN)</a:t>
            </a:r>
          </a:p>
        </p:txBody>
      </p:sp>
      <p:pic>
        <p:nvPicPr>
          <p:cNvPr id="6" name="Content Placeholder 5">
            <a:extLst>
              <a:ext uri="{FF2B5EF4-FFF2-40B4-BE49-F238E27FC236}">
                <a16:creationId xmlns:a16="http://schemas.microsoft.com/office/drawing/2014/main" id="{85EC8C3D-8805-F2F4-E6AB-90DF4AF54AA2}"/>
              </a:ext>
            </a:extLst>
          </p:cNvPr>
          <p:cNvPicPr>
            <a:picLocks noGrp="1" noChangeAspect="1"/>
          </p:cNvPicPr>
          <p:nvPr>
            <p:ph idx="1"/>
          </p:nvPr>
        </p:nvPicPr>
        <p:blipFill>
          <a:blip r:embed="rId2"/>
          <a:stretch>
            <a:fillRect/>
          </a:stretch>
        </p:blipFill>
        <p:spPr bwMode="auto">
          <a:xfrm>
            <a:off x="338137" y="1025947"/>
            <a:ext cx="8467725" cy="3327688"/>
          </a:xfrm>
          <a:prstGeom prst="rect">
            <a:avLst/>
          </a:prstGeom>
          <a:noFill/>
          <a:ln w="9525" algn="ctr">
            <a:noFill/>
            <a:miter lim="800000"/>
            <a:headEnd/>
            <a:tailEnd/>
          </a:ln>
        </p:spPr>
      </p:pic>
      <p:sp>
        <p:nvSpPr>
          <p:cNvPr id="7" name="Rectangle 6">
            <a:extLst>
              <a:ext uri="{FF2B5EF4-FFF2-40B4-BE49-F238E27FC236}">
                <a16:creationId xmlns:a16="http://schemas.microsoft.com/office/drawing/2014/main" id="{DA4A5B89-6E36-C718-5358-C067C2E29A8C}"/>
              </a:ext>
            </a:extLst>
          </p:cNvPr>
          <p:cNvSpPr/>
          <p:nvPr/>
        </p:nvSpPr>
        <p:spPr>
          <a:xfrm>
            <a:off x="1183821" y="1521776"/>
            <a:ext cx="1255420" cy="1749600"/>
          </a:xfrm>
          <a:prstGeom prst="rect">
            <a:avLst/>
          </a:prstGeom>
          <a:noFill/>
          <a:ln w="12700">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C5678F7-4E57-00E9-C787-9966D48545B7}"/>
              </a:ext>
            </a:extLst>
          </p:cNvPr>
          <p:cNvSpPr txBox="1"/>
          <p:nvPr/>
        </p:nvSpPr>
        <p:spPr>
          <a:xfrm>
            <a:off x="1502213" y="1285366"/>
            <a:ext cx="498855" cy="261610"/>
          </a:xfrm>
          <a:prstGeom prst="rect">
            <a:avLst/>
          </a:prstGeom>
          <a:noFill/>
        </p:spPr>
        <p:txBody>
          <a:bodyPr wrap="none" rtlCol="0">
            <a:spAutoFit/>
          </a:bodyPr>
          <a:lstStyle/>
          <a:p>
            <a:r>
              <a:rPr lang="en-US" sz="1100" dirty="0">
                <a:solidFill>
                  <a:schemeClr val="tx2"/>
                </a:solidFill>
              </a:rPr>
              <a:t>LISN</a:t>
            </a:r>
          </a:p>
        </p:txBody>
      </p:sp>
      <p:sp>
        <p:nvSpPr>
          <p:cNvPr id="9" name="TextBox 8">
            <a:extLst>
              <a:ext uri="{FF2B5EF4-FFF2-40B4-BE49-F238E27FC236}">
                <a16:creationId xmlns:a16="http://schemas.microsoft.com/office/drawing/2014/main" id="{CD66B4F9-66A6-ACD9-8A3D-B31E5AA86A86}"/>
              </a:ext>
            </a:extLst>
          </p:cNvPr>
          <p:cNvSpPr txBox="1"/>
          <p:nvPr/>
        </p:nvSpPr>
        <p:spPr>
          <a:xfrm>
            <a:off x="4571999" y="1200727"/>
            <a:ext cx="1491114" cy="430887"/>
          </a:xfrm>
          <a:prstGeom prst="rect">
            <a:avLst/>
          </a:prstGeom>
          <a:noFill/>
        </p:spPr>
        <p:txBody>
          <a:bodyPr wrap="none" rtlCol="0">
            <a:spAutoFit/>
          </a:bodyPr>
          <a:lstStyle/>
          <a:p>
            <a:r>
              <a:rPr lang="en-US" sz="1100" dirty="0">
                <a:solidFill>
                  <a:schemeClr val="tx2"/>
                </a:solidFill>
              </a:rPr>
              <a:t>Switching node</a:t>
            </a:r>
          </a:p>
          <a:p>
            <a:r>
              <a:rPr lang="en-US" sz="1100" dirty="0">
                <a:solidFill>
                  <a:schemeClr val="tx2"/>
                </a:solidFill>
              </a:rPr>
              <a:t>(source of DM noise)</a:t>
            </a:r>
          </a:p>
        </p:txBody>
      </p:sp>
      <p:cxnSp>
        <p:nvCxnSpPr>
          <p:cNvPr id="18" name="Connector: Elbow 17">
            <a:extLst>
              <a:ext uri="{FF2B5EF4-FFF2-40B4-BE49-F238E27FC236}">
                <a16:creationId xmlns:a16="http://schemas.microsoft.com/office/drawing/2014/main" id="{2252D3F3-7FDB-01E6-B7E4-2634E0DB520F}"/>
              </a:ext>
            </a:extLst>
          </p:cNvPr>
          <p:cNvCxnSpPr>
            <a:cxnSpLocks/>
          </p:cNvCxnSpPr>
          <p:nvPr/>
        </p:nvCxnSpPr>
        <p:spPr>
          <a:xfrm rot="5400000">
            <a:off x="4277174" y="1712265"/>
            <a:ext cx="890033" cy="679337"/>
          </a:xfrm>
          <a:prstGeom prst="bentConnector3">
            <a:avLst>
              <a:gd name="adj1" fmla="val 105038"/>
            </a:avLst>
          </a:prstGeom>
          <a:ln w="28575">
            <a:solidFill>
              <a:srgbClr val="0070C0"/>
            </a:solidFill>
            <a:tailEnd type="triangle"/>
          </a:ln>
        </p:spPr>
        <p:style>
          <a:lnRef idx="1">
            <a:schemeClr val="accent5"/>
          </a:lnRef>
          <a:fillRef idx="0">
            <a:schemeClr val="accent5"/>
          </a:fillRef>
          <a:effectRef idx="0">
            <a:schemeClr val="accent5"/>
          </a:effectRef>
          <a:fontRef idx="minor">
            <a:schemeClr val="tx1"/>
          </a:fontRef>
        </p:style>
      </p:cxnSp>
      <p:pic>
        <p:nvPicPr>
          <p:cNvPr id="19" name="Picture 18">
            <a:extLst>
              <a:ext uri="{FF2B5EF4-FFF2-40B4-BE49-F238E27FC236}">
                <a16:creationId xmlns:a16="http://schemas.microsoft.com/office/drawing/2014/main" id="{A80555BF-D21A-8F9F-E3B9-BD4FE466B1DC}"/>
              </a:ext>
            </a:extLst>
          </p:cNvPr>
          <p:cNvPicPr>
            <a:picLocks noChangeAspect="1"/>
          </p:cNvPicPr>
          <p:nvPr/>
        </p:nvPicPr>
        <p:blipFill>
          <a:blip r:embed="rId3"/>
          <a:stretch>
            <a:fillRect/>
          </a:stretch>
        </p:blipFill>
        <p:spPr>
          <a:xfrm>
            <a:off x="1630965" y="1521776"/>
            <a:ext cx="7059010" cy="3248478"/>
          </a:xfrm>
          <a:prstGeom prst="rect">
            <a:avLst/>
          </a:prstGeom>
        </p:spPr>
      </p:pic>
    </p:spTree>
    <p:extLst>
      <p:ext uri="{BB962C8B-B14F-4D97-AF65-F5344CB8AC3E}">
        <p14:creationId xmlns:p14="http://schemas.microsoft.com/office/powerpoint/2010/main" val="3340500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heel(1)">
                                      <p:cBhvr>
                                        <p:cTn id="7"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1F0F8-18CC-605D-5E25-DBED72D6C422}"/>
              </a:ext>
            </a:extLst>
          </p:cNvPr>
          <p:cNvSpPr>
            <a:spLocks noGrp="1"/>
          </p:cNvSpPr>
          <p:nvPr>
            <p:ph type="title"/>
          </p:nvPr>
        </p:nvSpPr>
        <p:spPr/>
        <p:txBody>
          <a:bodyPr/>
          <a:lstStyle/>
          <a:p>
            <a:r>
              <a:rPr lang="en-US" dirty="0"/>
              <a:t>Passive filters for suppressing DM noise</a:t>
            </a:r>
          </a:p>
        </p:txBody>
      </p:sp>
      <p:pic>
        <p:nvPicPr>
          <p:cNvPr id="6" name="Content Placeholder 5" descr="A black electrical circuit with lines and dots&#10;&#10;AI-generated content may be incorrect.">
            <a:extLst>
              <a:ext uri="{FF2B5EF4-FFF2-40B4-BE49-F238E27FC236}">
                <a16:creationId xmlns:a16="http://schemas.microsoft.com/office/drawing/2014/main" id="{848D2AEC-E3B2-AA2D-0D98-6F7D27C3EB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43327" y="1434729"/>
            <a:ext cx="5218108" cy="2087243"/>
          </a:xfrm>
        </p:spPr>
      </p:pic>
      <p:sp>
        <p:nvSpPr>
          <p:cNvPr id="4" name="Slide Number Placeholder 3">
            <a:extLst>
              <a:ext uri="{FF2B5EF4-FFF2-40B4-BE49-F238E27FC236}">
                <a16:creationId xmlns:a16="http://schemas.microsoft.com/office/drawing/2014/main" id="{F19E493E-FE64-E4B9-0908-03B80879152B}"/>
              </a:ext>
            </a:extLst>
          </p:cNvPr>
          <p:cNvSpPr>
            <a:spLocks noGrp="1"/>
          </p:cNvSpPr>
          <p:nvPr>
            <p:ph type="sldNum" sz="quarter" idx="10"/>
          </p:nvPr>
        </p:nvSpPr>
        <p:spPr/>
        <p:txBody>
          <a:bodyPr/>
          <a:lstStyle/>
          <a:p>
            <a:pPr>
              <a:defRPr/>
            </a:pPr>
            <a:fld id="{2B97888F-6AF7-4263-B69D-592D8C33BAC7}" type="slidenum">
              <a:rPr lang="en-US" smtClean="0"/>
              <a:pPr>
                <a:defRPr/>
              </a:pPr>
              <a:t>5</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08DCDA9-73FE-1F34-0467-A0F10C7CAB7B}"/>
                  </a:ext>
                </a:extLst>
              </p:cNvPr>
              <p:cNvSpPr txBox="1"/>
              <p:nvPr/>
            </p:nvSpPr>
            <p:spPr>
              <a:xfrm>
                <a:off x="3165733" y="1430953"/>
                <a:ext cx="83867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𝐷𝑀</m:t>
                          </m:r>
                        </m:sub>
                      </m:sSub>
                    </m:oMath>
                  </m:oMathPara>
                </a14:m>
                <a:endParaRPr lang="en-US" dirty="0"/>
              </a:p>
            </p:txBody>
          </p:sp>
        </mc:Choice>
        <mc:Fallback xmlns="">
          <p:sp>
            <p:nvSpPr>
              <p:cNvPr id="7" name="TextBox 6">
                <a:extLst>
                  <a:ext uri="{FF2B5EF4-FFF2-40B4-BE49-F238E27FC236}">
                    <a16:creationId xmlns:a16="http://schemas.microsoft.com/office/drawing/2014/main" id="{608DCDA9-73FE-1F34-0467-A0F10C7CAB7B}"/>
                  </a:ext>
                </a:extLst>
              </p:cNvPr>
              <p:cNvSpPr txBox="1">
                <a:spLocks noRot="1" noChangeAspect="1" noMove="1" noResize="1" noEditPoints="1" noAdjustHandles="1" noChangeArrowheads="1" noChangeShapeType="1" noTextEdit="1"/>
              </p:cNvSpPr>
              <p:nvPr/>
            </p:nvSpPr>
            <p:spPr>
              <a:xfrm>
                <a:off x="3165733" y="1430953"/>
                <a:ext cx="838670" cy="369332"/>
              </a:xfrm>
              <a:prstGeom prst="rect">
                <a:avLst/>
              </a:prstGeom>
              <a:blipFill>
                <a:blip r:embed="rId3"/>
                <a:stretch>
                  <a:fillRect/>
                </a:stretch>
              </a:blipFill>
            </p:spPr>
            <p:txBody>
              <a:bodyPr/>
              <a:lstStyle/>
              <a:p>
                <a:r>
                  <a:rPr lang="en-US">
                    <a:noFill/>
                  </a:rPr>
                  <a:t> </a:t>
                </a:r>
              </a:p>
            </p:txBody>
          </p:sp>
        </mc:Fallback>
      </mc:AlternateContent>
      <p:sp>
        <p:nvSpPr>
          <p:cNvPr id="14" name="Arrow: Curved Right 13">
            <a:extLst>
              <a:ext uri="{FF2B5EF4-FFF2-40B4-BE49-F238E27FC236}">
                <a16:creationId xmlns:a16="http://schemas.microsoft.com/office/drawing/2014/main" id="{47D850B1-A220-ECA0-66BA-6EDFB46F0C62}"/>
              </a:ext>
            </a:extLst>
          </p:cNvPr>
          <p:cNvSpPr/>
          <p:nvPr/>
        </p:nvSpPr>
        <p:spPr>
          <a:xfrm>
            <a:off x="5452784" y="1963570"/>
            <a:ext cx="481915" cy="787917"/>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EC2F4C7-AEC2-FC1A-BEA4-E2BF4E0FD9FF}"/>
                  </a:ext>
                </a:extLst>
              </p:cNvPr>
              <p:cNvSpPr txBox="1"/>
              <p:nvPr/>
            </p:nvSpPr>
            <p:spPr>
              <a:xfrm>
                <a:off x="4378036" y="2109019"/>
                <a:ext cx="62433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𝑥</m:t>
                          </m:r>
                        </m:sub>
                      </m:sSub>
                    </m:oMath>
                  </m:oMathPara>
                </a14:m>
                <a:endParaRPr lang="en-US" dirty="0"/>
              </a:p>
            </p:txBody>
          </p:sp>
        </mc:Choice>
        <mc:Fallback xmlns="">
          <p:sp>
            <p:nvSpPr>
              <p:cNvPr id="15" name="TextBox 14">
                <a:extLst>
                  <a:ext uri="{FF2B5EF4-FFF2-40B4-BE49-F238E27FC236}">
                    <a16:creationId xmlns:a16="http://schemas.microsoft.com/office/drawing/2014/main" id="{8EC2F4C7-AEC2-FC1A-BEA4-E2BF4E0FD9FF}"/>
                  </a:ext>
                </a:extLst>
              </p:cNvPr>
              <p:cNvSpPr txBox="1">
                <a:spLocks noRot="1" noChangeAspect="1" noMove="1" noResize="1" noEditPoints="1" noAdjustHandles="1" noChangeArrowheads="1" noChangeShapeType="1" noTextEdit="1"/>
              </p:cNvSpPr>
              <p:nvPr/>
            </p:nvSpPr>
            <p:spPr>
              <a:xfrm>
                <a:off x="4378036" y="2109019"/>
                <a:ext cx="624333" cy="369332"/>
              </a:xfrm>
              <a:prstGeom prst="rect">
                <a:avLst/>
              </a:prstGeom>
              <a:blipFill>
                <a:blip r:embed="rId4"/>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B5D85A1F-B064-4127-99DC-76F2FC6B184A}"/>
              </a:ext>
            </a:extLst>
          </p:cNvPr>
          <p:cNvSpPr txBox="1"/>
          <p:nvPr/>
        </p:nvSpPr>
        <p:spPr>
          <a:xfrm>
            <a:off x="2160844" y="2182725"/>
            <a:ext cx="675100" cy="338554"/>
          </a:xfrm>
          <a:prstGeom prst="rect">
            <a:avLst/>
          </a:prstGeom>
          <a:noFill/>
        </p:spPr>
        <p:txBody>
          <a:bodyPr wrap="square" rtlCol="0">
            <a:spAutoFit/>
          </a:bodyPr>
          <a:lstStyle/>
          <a:p>
            <a:r>
              <a:rPr lang="en-US" sz="1600" i="1" dirty="0"/>
              <a:t>LISN</a:t>
            </a:r>
            <a:endParaRPr lang="en-US" sz="1200" i="1" dirty="0"/>
          </a:p>
        </p:txBody>
      </p:sp>
      <p:cxnSp>
        <p:nvCxnSpPr>
          <p:cNvPr id="18" name="Straight Connector 17">
            <a:extLst>
              <a:ext uri="{FF2B5EF4-FFF2-40B4-BE49-F238E27FC236}">
                <a16:creationId xmlns:a16="http://schemas.microsoft.com/office/drawing/2014/main" id="{8AE5C86D-7273-ACE8-C96C-91CBA904CE0F}"/>
              </a:ext>
            </a:extLst>
          </p:cNvPr>
          <p:cNvCxnSpPr>
            <a:cxnSpLocks/>
          </p:cNvCxnSpPr>
          <p:nvPr/>
        </p:nvCxnSpPr>
        <p:spPr>
          <a:xfrm flipH="1">
            <a:off x="1733384" y="2316705"/>
            <a:ext cx="427460" cy="0"/>
          </a:xfrm>
          <a:prstGeom prst="line">
            <a:avLst/>
          </a:prstGeom>
          <a:ln w="12700">
            <a:tailEnd type="arrow"/>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34C05D40-6421-30F0-2C25-C4BBC25BE464}"/>
              </a:ext>
            </a:extLst>
          </p:cNvPr>
          <p:cNvSpPr/>
          <p:nvPr/>
        </p:nvSpPr>
        <p:spPr>
          <a:xfrm>
            <a:off x="2995147" y="1430953"/>
            <a:ext cx="1382889" cy="774207"/>
          </a:xfrm>
          <a:prstGeom prst="ellipse">
            <a:avLst/>
          </a:prstGeom>
          <a:noFill/>
          <a:ln>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AF67B00-8E7E-3495-D659-DAF1DA4377F0}"/>
                  </a:ext>
                </a:extLst>
              </p:cNvPr>
              <p:cNvSpPr txBox="1"/>
              <p:nvPr/>
            </p:nvSpPr>
            <p:spPr>
              <a:xfrm>
                <a:off x="4378036" y="883969"/>
                <a:ext cx="4483856" cy="954107"/>
              </a:xfrm>
              <a:prstGeom prst="rect">
                <a:avLst/>
              </a:prstGeom>
              <a:noFill/>
            </p:spPr>
            <p:txBody>
              <a:bodyPr wrap="none" rtlCol="0">
                <a:spAutoFit/>
              </a:bodyPr>
              <a:lstStyle/>
              <a:p>
                <a:r>
                  <a:rPr lang="en-US" sz="1400" dirty="0">
                    <a:latin typeface="Aptos Serif" panose="02020604070405020304" pitchFamily="18" charset="0"/>
                    <a:cs typeface="Aptos Serif" panose="02020604070405020304" pitchFamily="18" charset="0"/>
                  </a:rPr>
                  <a:t>The inductor at high frequencies</a:t>
                </a:r>
              </a:p>
              <a:p>
                <a:r>
                  <a:rPr lang="en-US" sz="1400" dirty="0">
                    <a:latin typeface="Aptos Serif" panose="02020604070405020304" pitchFamily="18" charset="0"/>
                    <a:cs typeface="Aptos Serif" panose="02020604070405020304" pitchFamily="18" charset="0"/>
                  </a:rPr>
                  <a:t>provides large impedance (</a:t>
                </a:r>
                <a14:m>
                  <m:oMath xmlns:m="http://schemas.openxmlformats.org/officeDocument/2006/math">
                    <m:sSub>
                      <m:sSubPr>
                        <m:ctrlPr>
                          <a:rPr lang="en-US" sz="1400" i="1">
                            <a:latin typeface="Cambria Math" panose="02040503050406030204" pitchFamily="18" charset="0"/>
                          </a:rPr>
                        </m:ctrlPr>
                      </m:sSubPr>
                      <m:e>
                        <m:r>
                          <a:rPr lang="en-US" sz="1400" b="0" i="1" smtClean="0">
                            <a:latin typeface="Cambria Math" panose="02040503050406030204" pitchFamily="18" charset="0"/>
                          </a:rPr>
                          <m:t>𝑠</m:t>
                        </m:r>
                        <m:r>
                          <a:rPr lang="en-US" sz="1400" i="1">
                            <a:latin typeface="Cambria Math" panose="02040503050406030204" pitchFamily="18" charset="0"/>
                          </a:rPr>
                          <m:t>𝐿</m:t>
                        </m:r>
                      </m:e>
                      <m:sub>
                        <m:r>
                          <a:rPr lang="en-US" sz="1400" i="1">
                            <a:latin typeface="Cambria Math" panose="02040503050406030204" pitchFamily="18" charset="0"/>
                          </a:rPr>
                          <m:t>𝐷𝑀</m:t>
                        </m:r>
                      </m:sub>
                    </m:sSub>
                  </m:oMath>
                </a14:m>
                <a:r>
                  <a:rPr lang="en-US" sz="1400" dirty="0">
                    <a:latin typeface="Aptos Serif" panose="02020604070405020304" pitchFamily="18" charset="0"/>
                    <a:cs typeface="Aptos Serif" panose="02020604070405020304" pitchFamily="18" charset="0"/>
                  </a:rPr>
                  <a:t>), thus blocking</a:t>
                </a:r>
              </a:p>
              <a:p>
                <a:r>
                  <a:rPr lang="en-US" sz="1400" dirty="0">
                    <a:latin typeface="Aptos Serif" panose="02020604070405020304" pitchFamily="18" charset="0"/>
                    <a:cs typeface="Aptos Serif" panose="02020604070405020304" pitchFamily="18" charset="0"/>
                  </a:rPr>
                  <a:t>the rest DM noise and preventing it from reaching the</a:t>
                </a:r>
              </a:p>
              <a:p>
                <a:r>
                  <a:rPr lang="en-US" sz="1400" dirty="0">
                    <a:latin typeface="Aptos Serif" panose="02020604070405020304" pitchFamily="18" charset="0"/>
                    <a:cs typeface="Aptos Serif" panose="02020604070405020304" pitchFamily="18" charset="0"/>
                  </a:rPr>
                  <a:t>source.</a:t>
                </a:r>
              </a:p>
            </p:txBody>
          </p:sp>
        </mc:Choice>
        <mc:Fallback xmlns="">
          <p:sp>
            <p:nvSpPr>
              <p:cNvPr id="25" name="TextBox 24">
                <a:extLst>
                  <a:ext uri="{FF2B5EF4-FFF2-40B4-BE49-F238E27FC236}">
                    <a16:creationId xmlns:a16="http://schemas.microsoft.com/office/drawing/2014/main" id="{8AF67B00-8E7E-3495-D659-DAF1DA4377F0}"/>
                  </a:ext>
                </a:extLst>
              </p:cNvPr>
              <p:cNvSpPr txBox="1">
                <a:spLocks noRot="1" noChangeAspect="1" noMove="1" noResize="1" noEditPoints="1" noAdjustHandles="1" noChangeArrowheads="1" noChangeShapeType="1" noTextEdit="1"/>
              </p:cNvSpPr>
              <p:nvPr/>
            </p:nvSpPr>
            <p:spPr>
              <a:xfrm>
                <a:off x="4378036" y="883969"/>
                <a:ext cx="4483856" cy="954107"/>
              </a:xfrm>
              <a:prstGeom prst="rect">
                <a:avLst/>
              </a:prstGeom>
              <a:blipFill>
                <a:blip r:embed="rId5"/>
                <a:stretch>
                  <a:fillRect l="-408" t="-1274" b="-57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9D2D8B3-421E-F21B-22C3-08930AB0D480}"/>
                  </a:ext>
                </a:extLst>
              </p:cNvPr>
              <p:cNvSpPr txBox="1"/>
              <p:nvPr/>
            </p:nvSpPr>
            <p:spPr>
              <a:xfrm>
                <a:off x="6642099" y="2215383"/>
                <a:ext cx="1897743" cy="594073"/>
              </a:xfrm>
              <a:prstGeom prst="rect">
                <a:avLst/>
              </a:prstGeom>
              <a:noFill/>
            </p:spPr>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𝐷𝑀</m:t>
                        </m:r>
                        <m:r>
                          <a:rPr lang="en-US" b="0" i="1" smtClean="0">
                            <a:latin typeface="Cambria Math" panose="02040503050406030204" pitchFamily="18" charset="0"/>
                          </a:rPr>
                          <m:t>_</m:t>
                        </m:r>
                        <m:r>
                          <a:rPr lang="en-US" b="0" i="1" smtClean="0">
                            <a:latin typeface="Cambria Math" panose="02040503050406030204" pitchFamily="18" charset="0"/>
                          </a:rPr>
                          <m:t>𝑠𝑜𝑢𝑟𝑐𝑒</m:t>
                        </m:r>
                      </m:sub>
                    </m:sSub>
                  </m:oMath>
                </a14:m>
                <a:r>
                  <a:rPr lang="en-US" sz="1400" dirty="0"/>
                  <a:t> (The switching node)</a:t>
                </a:r>
                <a:endParaRPr lang="en-US" dirty="0"/>
              </a:p>
            </p:txBody>
          </p:sp>
        </mc:Choice>
        <mc:Fallback xmlns="">
          <p:sp>
            <p:nvSpPr>
              <p:cNvPr id="27" name="TextBox 26">
                <a:extLst>
                  <a:ext uri="{FF2B5EF4-FFF2-40B4-BE49-F238E27FC236}">
                    <a16:creationId xmlns:a16="http://schemas.microsoft.com/office/drawing/2014/main" id="{B9D2D8B3-421E-F21B-22C3-08930AB0D480}"/>
                  </a:ext>
                </a:extLst>
              </p:cNvPr>
              <p:cNvSpPr txBox="1">
                <a:spLocks noRot="1" noChangeAspect="1" noMove="1" noResize="1" noEditPoints="1" noAdjustHandles="1" noChangeArrowheads="1" noChangeShapeType="1" noTextEdit="1"/>
              </p:cNvSpPr>
              <p:nvPr/>
            </p:nvSpPr>
            <p:spPr>
              <a:xfrm>
                <a:off x="6642099" y="2215383"/>
                <a:ext cx="1897743" cy="594073"/>
              </a:xfrm>
              <a:prstGeom prst="rect">
                <a:avLst/>
              </a:prstGeom>
              <a:blipFill>
                <a:blip r:embed="rId6"/>
                <a:stretch>
                  <a:fillRect l="-965" b="-10204"/>
                </a:stretch>
              </a:blipFill>
            </p:spPr>
            <p:txBody>
              <a:bodyPr/>
              <a:lstStyle/>
              <a:p>
                <a:r>
                  <a:rPr lang="en-US">
                    <a:noFill/>
                  </a:rPr>
                  <a:t> </a:t>
                </a:r>
              </a:p>
            </p:txBody>
          </p:sp>
        </mc:Fallback>
      </mc:AlternateContent>
      <p:sp>
        <p:nvSpPr>
          <p:cNvPr id="28" name="Oval 27">
            <a:extLst>
              <a:ext uri="{FF2B5EF4-FFF2-40B4-BE49-F238E27FC236}">
                <a16:creationId xmlns:a16="http://schemas.microsoft.com/office/drawing/2014/main" id="{F346BB78-1453-4DE5-87E1-E11ABF731EA7}"/>
              </a:ext>
            </a:extLst>
          </p:cNvPr>
          <p:cNvSpPr/>
          <p:nvPr/>
        </p:nvSpPr>
        <p:spPr>
          <a:xfrm>
            <a:off x="4537239" y="1963571"/>
            <a:ext cx="895457" cy="827766"/>
          </a:xfrm>
          <a:prstGeom prst="ellipse">
            <a:avLst/>
          </a:prstGeom>
          <a:noFill/>
          <a:ln>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5F1855C-163C-67A0-B11D-B74BABB5E923}"/>
                  </a:ext>
                </a:extLst>
              </p:cNvPr>
              <p:cNvSpPr txBox="1"/>
              <p:nvPr/>
            </p:nvSpPr>
            <p:spPr>
              <a:xfrm>
                <a:off x="2308699" y="2953156"/>
                <a:ext cx="3635226" cy="1070614"/>
              </a:xfrm>
              <a:prstGeom prst="rect">
                <a:avLst/>
              </a:prstGeom>
              <a:noFill/>
            </p:spPr>
            <p:txBody>
              <a:bodyPr wrap="none" rtlCol="0">
                <a:spAutoFit/>
              </a:bodyPr>
              <a:lstStyle/>
              <a:p>
                <a:r>
                  <a:rPr lang="en-US" sz="1400" dirty="0">
                    <a:latin typeface="Aptos Serif" panose="02020604070405020304" pitchFamily="18" charset="0"/>
                    <a:cs typeface="Aptos Serif" panose="02020604070405020304" pitchFamily="18" charset="0"/>
                  </a:rPr>
                  <a:t>The capacitor at high frequencies </a:t>
                </a:r>
              </a:p>
              <a:p>
                <a:r>
                  <a:rPr lang="en-US" sz="1400" dirty="0">
                    <a:latin typeface="Aptos Serif" panose="02020604070405020304" pitchFamily="18" charset="0"/>
                    <a:cs typeface="Aptos Serif" panose="02020604070405020304" pitchFamily="18" charset="0"/>
                  </a:rPr>
                  <a:t>provides a very low impedance path </a:t>
                </a:r>
              </a:p>
              <a:p>
                <a:r>
                  <a:rPr lang="en-US" sz="1400" dirty="0">
                    <a:latin typeface="Aptos Serif" panose="02020604070405020304" pitchFamily="18" charset="0"/>
                    <a:cs typeface="Aptos Serif" panose="02020604070405020304" pitchFamily="18" charset="0"/>
                  </a:rPr>
                  <a:t>(</a:t>
                </a:r>
                <a14:m>
                  <m:oMath xmlns:m="http://schemas.openxmlformats.org/officeDocument/2006/math">
                    <m:f>
                      <m:fPr>
                        <m:ctrlPr>
                          <a:rPr lang="en-US" sz="140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𝑠</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𝐶</m:t>
                            </m:r>
                          </m:e>
                          <m:sub>
                            <m:r>
                              <a:rPr lang="en-US" sz="1400" b="0" i="1" smtClean="0">
                                <a:latin typeface="Cambria Math" panose="02040503050406030204" pitchFamily="18" charset="0"/>
                              </a:rPr>
                              <m:t>𝑥</m:t>
                            </m:r>
                          </m:sub>
                        </m:sSub>
                      </m:den>
                    </m:f>
                    <m:r>
                      <a:rPr lang="en-US" sz="1400" b="0" i="1" smtClean="0">
                        <a:latin typeface="Cambria Math" panose="02040503050406030204" pitchFamily="18" charset="0"/>
                      </a:rPr>
                      <m:t>)</m:t>
                    </m:r>
                  </m:oMath>
                </a14:m>
                <a:r>
                  <a:rPr lang="en-US" sz="1400" dirty="0">
                    <a:latin typeface="Aptos Serif" panose="02020604070405020304" pitchFamily="18" charset="0"/>
                    <a:cs typeface="Aptos Serif" panose="02020604070405020304" pitchFamily="18" charset="0"/>
                  </a:rPr>
                  <a:t> for the DM noise, redirecting the noise</a:t>
                </a:r>
              </a:p>
              <a:p>
                <a:r>
                  <a:rPr lang="en-US" sz="1400" dirty="0">
                    <a:latin typeface="Aptos Serif" panose="02020604070405020304" pitchFamily="18" charset="0"/>
                    <a:cs typeface="Aptos Serif" panose="02020604070405020304" pitchFamily="18" charset="0"/>
                  </a:rPr>
                  <a:t>back towards the converter. </a:t>
                </a:r>
              </a:p>
            </p:txBody>
          </p:sp>
        </mc:Choice>
        <mc:Fallback xmlns="">
          <p:sp>
            <p:nvSpPr>
              <p:cNvPr id="29" name="TextBox 28">
                <a:extLst>
                  <a:ext uri="{FF2B5EF4-FFF2-40B4-BE49-F238E27FC236}">
                    <a16:creationId xmlns:a16="http://schemas.microsoft.com/office/drawing/2014/main" id="{75F1855C-163C-67A0-B11D-B74BABB5E923}"/>
                  </a:ext>
                </a:extLst>
              </p:cNvPr>
              <p:cNvSpPr txBox="1">
                <a:spLocks noRot="1" noChangeAspect="1" noMove="1" noResize="1" noEditPoints="1" noAdjustHandles="1" noChangeArrowheads="1" noChangeShapeType="1" noTextEdit="1"/>
              </p:cNvSpPr>
              <p:nvPr/>
            </p:nvSpPr>
            <p:spPr>
              <a:xfrm>
                <a:off x="2308699" y="2953156"/>
                <a:ext cx="3635226" cy="1070614"/>
              </a:xfrm>
              <a:prstGeom prst="rect">
                <a:avLst/>
              </a:prstGeom>
              <a:blipFill>
                <a:blip r:embed="rId7"/>
                <a:stretch>
                  <a:fillRect l="-503" t="-568" b="-5114"/>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DEDDDC4D-1624-94C5-536E-D2C4AABF677D}"/>
              </a:ext>
            </a:extLst>
          </p:cNvPr>
          <p:cNvCxnSpPr>
            <a:cxnSpLocks/>
          </p:cNvCxnSpPr>
          <p:nvPr/>
        </p:nvCxnSpPr>
        <p:spPr>
          <a:xfrm flipH="1">
            <a:off x="4537239" y="2726121"/>
            <a:ext cx="194287" cy="22703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EA2DBE2-1677-A7D2-B628-D69C4BB1648D}"/>
              </a:ext>
            </a:extLst>
          </p:cNvPr>
          <p:cNvCxnSpPr/>
          <p:nvPr/>
        </p:nvCxnSpPr>
        <p:spPr>
          <a:xfrm flipV="1">
            <a:off x="3878036" y="1257300"/>
            <a:ext cx="413808" cy="173653"/>
          </a:xfrm>
          <a:prstGeom prst="line">
            <a:avLst/>
          </a:prstGeom>
          <a:ln w="127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5052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75255-B7CB-2527-E3EE-5FB5C20DA23F}"/>
              </a:ext>
            </a:extLst>
          </p:cNvPr>
          <p:cNvSpPr>
            <a:spLocks noGrp="1"/>
          </p:cNvSpPr>
          <p:nvPr>
            <p:ph type="title"/>
          </p:nvPr>
        </p:nvSpPr>
        <p:spPr>
          <a:xfrm>
            <a:off x="342900" y="40314"/>
            <a:ext cx="8458200" cy="610791"/>
          </a:xfrm>
        </p:spPr>
        <p:txBody>
          <a:bodyPr wrap="square" anchor="ctr">
            <a:normAutofit/>
          </a:bodyPr>
          <a:lstStyle/>
          <a:p>
            <a:r>
              <a:rPr lang="en-US" dirty="0"/>
              <a:t>Active EMI Filters | </a:t>
            </a:r>
            <a:r>
              <a:rPr lang="en-US" dirty="0">
                <a:solidFill>
                  <a:schemeClr val="tx1"/>
                </a:solidFill>
              </a:rPr>
              <a:t>Introduction</a:t>
            </a:r>
          </a:p>
        </p:txBody>
      </p:sp>
      <p:sp>
        <p:nvSpPr>
          <p:cNvPr id="3" name="Content Placeholder 2">
            <a:extLst>
              <a:ext uri="{FF2B5EF4-FFF2-40B4-BE49-F238E27FC236}">
                <a16:creationId xmlns:a16="http://schemas.microsoft.com/office/drawing/2014/main" id="{7F7FAF88-3C10-AEBE-02FD-ED557288D971}"/>
              </a:ext>
            </a:extLst>
          </p:cNvPr>
          <p:cNvSpPr>
            <a:spLocks noGrp="1"/>
          </p:cNvSpPr>
          <p:nvPr>
            <p:ph sz="half" idx="2"/>
          </p:nvPr>
        </p:nvSpPr>
        <p:spPr>
          <a:xfrm>
            <a:off x="5048933" y="1411060"/>
            <a:ext cx="3845379" cy="3519488"/>
          </a:xfrm>
        </p:spPr>
        <p:txBody>
          <a:bodyPr wrap="square" anchor="t">
            <a:noAutofit/>
          </a:bodyPr>
          <a:lstStyle/>
          <a:p>
            <a:pPr>
              <a:lnSpc>
                <a:spcPct val="90000"/>
              </a:lnSpc>
            </a:pPr>
            <a:r>
              <a:rPr lang="en-US" sz="1300" dirty="0">
                <a:latin typeface="Aptos Serif" panose="02020604070405020304" pitchFamily="18" charset="0"/>
                <a:cs typeface="Aptos Serif" panose="02020604070405020304" pitchFamily="18" charset="0"/>
              </a:rPr>
              <a:t>The AEF circuit connects to the lines between the EMI source and the EMI victim.</a:t>
            </a:r>
          </a:p>
          <a:p>
            <a:pPr>
              <a:lnSpc>
                <a:spcPct val="90000"/>
              </a:lnSpc>
            </a:pPr>
            <a:r>
              <a:rPr lang="en-US" sz="1300" dirty="0">
                <a:latin typeface="Aptos Serif" panose="02020604070405020304" pitchFamily="18" charset="0"/>
                <a:cs typeface="Aptos Serif" panose="02020604070405020304" pitchFamily="18" charset="0"/>
              </a:rPr>
              <a:t> Unlike a passive filter, an AEF circuit uses active devices and control </a:t>
            </a:r>
            <a:r>
              <a:rPr lang="en-US" sz="1300" b="1" dirty="0">
                <a:latin typeface="Aptos Serif" panose="02020604070405020304" pitchFamily="18" charset="0"/>
                <a:cs typeface="Aptos Serif" panose="02020604070405020304" pitchFamily="18" charset="0"/>
              </a:rPr>
              <a:t>to sense the residual (DM or CM) voltage or current disturbance</a:t>
            </a:r>
            <a:r>
              <a:rPr lang="en-US" sz="1300" dirty="0">
                <a:latin typeface="Aptos Serif" panose="02020604070405020304" pitchFamily="18" charset="0"/>
                <a:cs typeface="Aptos Serif" panose="02020604070405020304" pitchFamily="18" charset="0"/>
              </a:rPr>
              <a:t>, and </a:t>
            </a:r>
            <a:r>
              <a:rPr lang="en-US" sz="1300" b="1" dirty="0">
                <a:latin typeface="Aptos Serif" panose="02020604070405020304" pitchFamily="18" charset="0"/>
                <a:cs typeface="Aptos Serif" panose="02020604070405020304" pitchFamily="18" charset="0"/>
              </a:rPr>
              <a:t>injects an opposing signal that directly negates that noise disturbance,</a:t>
            </a:r>
            <a:r>
              <a:rPr lang="en-US" sz="1300" dirty="0">
                <a:latin typeface="Aptos Serif" panose="02020604070405020304" pitchFamily="18" charset="0"/>
                <a:cs typeface="Aptos Serif" panose="02020604070405020304" pitchFamily="18" charset="0"/>
              </a:rPr>
              <a:t> essentially a destructive interference.</a:t>
            </a:r>
          </a:p>
          <a:p>
            <a:pPr>
              <a:lnSpc>
                <a:spcPct val="90000"/>
              </a:lnSpc>
            </a:pPr>
            <a:r>
              <a:rPr lang="en-US" sz="1300" dirty="0">
                <a:latin typeface="Aptos Serif" panose="02020604070405020304" pitchFamily="18" charset="0"/>
                <a:cs typeface="Aptos Serif" panose="02020604070405020304" pitchFamily="18" charset="0"/>
              </a:rPr>
              <a:t> The expectation is that AEF significantly reduces EMI, resulting in a smaller-size filter versus a traditional passive-only design with equivalent attenuation. </a:t>
            </a:r>
          </a:p>
        </p:txBody>
      </p:sp>
      <p:sp>
        <p:nvSpPr>
          <p:cNvPr id="4" name="Slide Number Placeholder 3">
            <a:extLst>
              <a:ext uri="{FF2B5EF4-FFF2-40B4-BE49-F238E27FC236}">
                <a16:creationId xmlns:a16="http://schemas.microsoft.com/office/drawing/2014/main" id="{E6CC8A40-A98E-E25F-ED08-F90A47A18AED}"/>
              </a:ext>
            </a:extLst>
          </p:cNvPr>
          <p:cNvSpPr>
            <a:spLocks noGrp="1"/>
          </p:cNvSpPr>
          <p:nvPr>
            <p:ph type="sldNum" sz="quarter" idx="10"/>
          </p:nvPr>
        </p:nvSpPr>
        <p:spPr>
          <a:xfrm>
            <a:off x="6642100" y="4537472"/>
            <a:ext cx="2133600" cy="154782"/>
          </a:xfrm>
        </p:spPr>
        <p:txBody>
          <a:bodyPr wrap="square" anchor="t">
            <a:normAutofit/>
          </a:bodyPr>
          <a:lstStyle/>
          <a:p>
            <a:pPr>
              <a:lnSpc>
                <a:spcPct val="90000"/>
              </a:lnSpc>
              <a:spcAft>
                <a:spcPts val="600"/>
              </a:spcAft>
              <a:defRPr/>
            </a:pPr>
            <a:r>
              <a:rPr lang="en-US" sz="500" dirty="0"/>
              <a:t>33</a:t>
            </a:r>
          </a:p>
        </p:txBody>
      </p:sp>
      <p:graphicFrame>
        <p:nvGraphicFramePr>
          <p:cNvPr id="5" name="Diagram 4">
            <a:extLst>
              <a:ext uri="{FF2B5EF4-FFF2-40B4-BE49-F238E27FC236}">
                <a16:creationId xmlns:a16="http://schemas.microsoft.com/office/drawing/2014/main" id="{C8353A99-01DA-8DFF-1A58-52112BB2825A}"/>
              </a:ext>
            </a:extLst>
          </p:cNvPr>
          <p:cNvGraphicFramePr/>
          <p:nvPr>
            <p:extLst>
              <p:ext uri="{D42A27DB-BD31-4B8C-83A1-F6EECF244321}">
                <p14:modId xmlns:p14="http://schemas.microsoft.com/office/powerpoint/2010/main" val="668239168"/>
              </p:ext>
            </p:extLst>
          </p:nvPr>
        </p:nvGraphicFramePr>
        <p:xfrm>
          <a:off x="602798" y="889399"/>
          <a:ext cx="4157663" cy="3519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a:extLst>
              <a:ext uri="{FF2B5EF4-FFF2-40B4-BE49-F238E27FC236}">
                <a16:creationId xmlns:a16="http://schemas.microsoft.com/office/drawing/2014/main" id="{98E0D38B-193A-BAFF-0919-C424381604E7}"/>
              </a:ext>
            </a:extLst>
          </p:cNvPr>
          <p:cNvSpPr/>
          <p:nvPr/>
        </p:nvSpPr>
        <p:spPr>
          <a:xfrm>
            <a:off x="122465" y="889399"/>
            <a:ext cx="383722" cy="3519488"/>
          </a:xfrm>
          <a:prstGeom prst="rect">
            <a:avLst/>
          </a:prstGeom>
        </p:spPr>
        <p:style>
          <a:lnRef idx="0">
            <a:schemeClr val="accent2"/>
          </a:lnRef>
          <a:fillRef idx="3">
            <a:schemeClr val="accent2"/>
          </a:fillRef>
          <a:effectRef idx="3">
            <a:schemeClr val="accent2"/>
          </a:effectRef>
          <a:fontRef idx="minor">
            <a:schemeClr val="lt1"/>
          </a:fontRef>
        </p:style>
        <p:txBody>
          <a:bodyPr vert="vert270" rtlCol="0" anchor="ctr"/>
          <a:lstStyle/>
          <a:p>
            <a:pPr algn="ctr"/>
            <a:r>
              <a:rPr lang="en-US" dirty="0"/>
              <a:t>The Need</a:t>
            </a:r>
          </a:p>
        </p:txBody>
      </p:sp>
      <p:sp>
        <p:nvSpPr>
          <p:cNvPr id="9" name="Rectangle 8">
            <a:extLst>
              <a:ext uri="{FF2B5EF4-FFF2-40B4-BE49-F238E27FC236}">
                <a16:creationId xmlns:a16="http://schemas.microsoft.com/office/drawing/2014/main" id="{49233AA9-2B18-D96F-9C46-90E6B0874856}"/>
              </a:ext>
            </a:extLst>
          </p:cNvPr>
          <p:cNvSpPr/>
          <p:nvPr/>
        </p:nvSpPr>
        <p:spPr>
          <a:xfrm>
            <a:off x="4857071" y="606029"/>
            <a:ext cx="49665" cy="39314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8014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FA4B8-A931-29B5-1DA0-BC775703489C}"/>
              </a:ext>
            </a:extLst>
          </p:cNvPr>
          <p:cNvSpPr>
            <a:spLocks noGrp="1"/>
          </p:cNvSpPr>
          <p:nvPr>
            <p:ph type="title"/>
          </p:nvPr>
        </p:nvSpPr>
        <p:spPr/>
        <p:txBody>
          <a:bodyPr/>
          <a:lstStyle/>
          <a:p>
            <a:r>
              <a:rPr lang="en-US" dirty="0"/>
              <a:t>Active EMI Filters | </a:t>
            </a:r>
            <a:r>
              <a:rPr lang="en-US" dirty="0">
                <a:solidFill>
                  <a:schemeClr val="tx1"/>
                </a:solidFill>
              </a:rPr>
              <a:t>Configurations</a:t>
            </a:r>
          </a:p>
        </p:txBody>
      </p:sp>
      <p:sp>
        <p:nvSpPr>
          <p:cNvPr id="6" name="Content Placeholder 5">
            <a:extLst>
              <a:ext uri="{FF2B5EF4-FFF2-40B4-BE49-F238E27FC236}">
                <a16:creationId xmlns:a16="http://schemas.microsoft.com/office/drawing/2014/main" id="{7EF97F30-28DA-0A29-3514-938AFA9C3A0F}"/>
              </a:ext>
            </a:extLst>
          </p:cNvPr>
          <p:cNvSpPr>
            <a:spLocks noGrp="1"/>
          </p:cNvSpPr>
          <p:nvPr>
            <p:ph idx="1"/>
          </p:nvPr>
        </p:nvSpPr>
        <p:spPr/>
        <p:txBody>
          <a:bodyPr/>
          <a:lstStyle/>
          <a:p>
            <a:r>
              <a:rPr lang="en-US" sz="1200" dirty="0">
                <a:latin typeface="Aptos Serif" panose="02020604070405020304" pitchFamily="18" charset="0"/>
                <a:cs typeface="Aptos Serif" panose="02020604070405020304" pitchFamily="18" charset="0"/>
              </a:rPr>
              <a:t>The design and implementation of AEF and HEF circuits depend on the path of conduction (DM or CM) and the required </a:t>
            </a:r>
            <a:r>
              <a:rPr lang="en-US" sz="1200" b="1" dirty="0">
                <a:latin typeface="Aptos Serif" panose="02020604070405020304" pitchFamily="18" charset="0"/>
                <a:cs typeface="Aptos Serif" panose="02020604070405020304" pitchFamily="18" charset="0"/>
              </a:rPr>
              <a:t>sensing</a:t>
            </a:r>
            <a:r>
              <a:rPr lang="en-US" sz="1200" dirty="0">
                <a:latin typeface="Aptos Serif" panose="02020604070405020304" pitchFamily="18" charset="0"/>
                <a:cs typeface="Aptos Serif" panose="02020604070405020304" pitchFamily="18" charset="0"/>
              </a:rPr>
              <a:t>, </a:t>
            </a:r>
            <a:r>
              <a:rPr lang="en-US" sz="1200" b="1" dirty="0">
                <a:latin typeface="Aptos Serif" panose="02020604070405020304" pitchFamily="18" charset="0"/>
                <a:cs typeface="Aptos Serif" panose="02020604070405020304" pitchFamily="18" charset="0"/>
              </a:rPr>
              <a:t>gain</a:t>
            </a:r>
            <a:r>
              <a:rPr lang="en-US" sz="1200" dirty="0">
                <a:latin typeface="Aptos Serif" panose="02020604070405020304" pitchFamily="18" charset="0"/>
                <a:cs typeface="Aptos Serif" panose="02020604070405020304" pitchFamily="18" charset="0"/>
              </a:rPr>
              <a:t> and </a:t>
            </a:r>
            <a:r>
              <a:rPr lang="en-US" sz="1200" b="1" dirty="0">
                <a:latin typeface="Aptos Serif" panose="02020604070405020304" pitchFamily="18" charset="0"/>
                <a:cs typeface="Aptos Serif" panose="02020604070405020304" pitchFamily="18" charset="0"/>
              </a:rPr>
              <a:t>injection</a:t>
            </a:r>
            <a:r>
              <a:rPr lang="en-US" sz="1200" dirty="0">
                <a:latin typeface="Aptos Serif" panose="02020604070405020304" pitchFamily="18" charset="0"/>
                <a:cs typeface="Aptos Serif" panose="02020604070405020304" pitchFamily="18" charset="0"/>
              </a:rPr>
              <a:t> stages.</a:t>
            </a:r>
          </a:p>
          <a:p>
            <a:r>
              <a:rPr lang="en-US" sz="1200" dirty="0">
                <a:latin typeface="Aptos Serif" panose="02020604070405020304" pitchFamily="18" charset="0"/>
                <a:cs typeface="Aptos Serif" panose="02020604070405020304" pitchFamily="18" charset="0"/>
              </a:rPr>
              <a:t>There are two kinds of control structures: Feedback (FB) and Feedforward (FF)</a:t>
            </a:r>
          </a:p>
          <a:p>
            <a:pPr marL="0" indent="0">
              <a:buNone/>
            </a:pPr>
            <a:endParaRPr lang="en-US" sz="1200" dirty="0"/>
          </a:p>
        </p:txBody>
      </p:sp>
      <p:sp>
        <p:nvSpPr>
          <p:cNvPr id="5" name="Slide Number Placeholder 4">
            <a:extLst>
              <a:ext uri="{FF2B5EF4-FFF2-40B4-BE49-F238E27FC236}">
                <a16:creationId xmlns:a16="http://schemas.microsoft.com/office/drawing/2014/main" id="{C9A30712-7AF2-3769-3377-66C779F25405}"/>
              </a:ext>
            </a:extLst>
          </p:cNvPr>
          <p:cNvSpPr>
            <a:spLocks noGrp="1"/>
          </p:cNvSpPr>
          <p:nvPr>
            <p:ph type="sldNum" sz="quarter" idx="10"/>
          </p:nvPr>
        </p:nvSpPr>
        <p:spPr>
          <a:xfrm>
            <a:off x="6667507" y="4538070"/>
            <a:ext cx="2133600" cy="154782"/>
          </a:xfrm>
        </p:spPr>
        <p:txBody>
          <a:bodyPr/>
          <a:lstStyle/>
          <a:p>
            <a:pPr>
              <a:defRPr/>
            </a:pPr>
            <a:r>
              <a:rPr lang="en-US" dirty="0"/>
              <a:t>34</a:t>
            </a:r>
          </a:p>
        </p:txBody>
      </p:sp>
      <p:pic>
        <p:nvPicPr>
          <p:cNvPr id="9" name="Picture 8">
            <a:extLst>
              <a:ext uri="{FF2B5EF4-FFF2-40B4-BE49-F238E27FC236}">
                <a16:creationId xmlns:a16="http://schemas.microsoft.com/office/drawing/2014/main" id="{E3205749-20A3-48A5-7CC6-FA73199E20B7}"/>
              </a:ext>
            </a:extLst>
          </p:cNvPr>
          <p:cNvPicPr>
            <a:picLocks noChangeAspect="1"/>
          </p:cNvPicPr>
          <p:nvPr/>
        </p:nvPicPr>
        <p:blipFill>
          <a:blip r:embed="rId3"/>
          <a:stretch>
            <a:fillRect/>
          </a:stretch>
        </p:blipFill>
        <p:spPr>
          <a:xfrm>
            <a:off x="889908" y="1537600"/>
            <a:ext cx="2566214" cy="2656256"/>
          </a:xfrm>
          <a:prstGeom prst="rect">
            <a:avLst/>
          </a:prstGeom>
        </p:spPr>
      </p:pic>
      <p:pic>
        <p:nvPicPr>
          <p:cNvPr id="11" name="Picture 10">
            <a:extLst>
              <a:ext uri="{FF2B5EF4-FFF2-40B4-BE49-F238E27FC236}">
                <a16:creationId xmlns:a16="http://schemas.microsoft.com/office/drawing/2014/main" id="{7A8E8167-B741-806F-FB5B-25B27D5C1B91}"/>
              </a:ext>
            </a:extLst>
          </p:cNvPr>
          <p:cNvPicPr>
            <a:picLocks noChangeAspect="1"/>
          </p:cNvPicPr>
          <p:nvPr/>
        </p:nvPicPr>
        <p:blipFill>
          <a:blip r:embed="rId4"/>
          <a:stretch>
            <a:fillRect/>
          </a:stretch>
        </p:blipFill>
        <p:spPr>
          <a:xfrm>
            <a:off x="5167992" y="1741707"/>
            <a:ext cx="2347491" cy="1215880"/>
          </a:xfrm>
          <a:prstGeom prst="rect">
            <a:avLst/>
          </a:prstGeom>
        </p:spPr>
      </p:pic>
      <p:pic>
        <p:nvPicPr>
          <p:cNvPr id="13" name="Picture 12">
            <a:extLst>
              <a:ext uri="{FF2B5EF4-FFF2-40B4-BE49-F238E27FC236}">
                <a16:creationId xmlns:a16="http://schemas.microsoft.com/office/drawing/2014/main" id="{55A80F3C-4C97-36D2-8AF6-C3117DD66AD5}"/>
              </a:ext>
            </a:extLst>
          </p:cNvPr>
          <p:cNvPicPr>
            <a:picLocks noChangeAspect="1"/>
          </p:cNvPicPr>
          <p:nvPr/>
        </p:nvPicPr>
        <p:blipFill>
          <a:blip r:embed="rId5"/>
          <a:stretch>
            <a:fillRect/>
          </a:stretch>
        </p:blipFill>
        <p:spPr>
          <a:xfrm>
            <a:off x="5186902" y="3008359"/>
            <a:ext cx="2347491" cy="1130502"/>
          </a:xfrm>
          <a:prstGeom prst="rect">
            <a:avLst/>
          </a:prstGeom>
        </p:spPr>
      </p:pic>
      <p:sp>
        <p:nvSpPr>
          <p:cNvPr id="14" name="TextBox 13">
            <a:extLst>
              <a:ext uri="{FF2B5EF4-FFF2-40B4-BE49-F238E27FC236}">
                <a16:creationId xmlns:a16="http://schemas.microsoft.com/office/drawing/2014/main" id="{E737F5FA-A424-E333-B01B-133C14740732}"/>
              </a:ext>
            </a:extLst>
          </p:cNvPr>
          <p:cNvSpPr txBox="1"/>
          <p:nvPr/>
        </p:nvSpPr>
        <p:spPr>
          <a:xfrm>
            <a:off x="127861" y="4193856"/>
            <a:ext cx="4090307" cy="276999"/>
          </a:xfrm>
          <a:prstGeom prst="rect">
            <a:avLst/>
          </a:prstGeom>
          <a:noFill/>
        </p:spPr>
        <p:txBody>
          <a:bodyPr wrap="square" rtlCol="0">
            <a:spAutoFit/>
          </a:bodyPr>
          <a:lstStyle/>
          <a:p>
            <a:r>
              <a:rPr lang="en-US" sz="1200" dirty="0">
                <a:latin typeface="Aptos Serif" panose="02020604070405020304" pitchFamily="18" charset="0"/>
                <a:cs typeface="Aptos Serif" panose="02020604070405020304" pitchFamily="18" charset="0"/>
              </a:rPr>
              <a:t>Feedback topologies a) CSVI, b) CSCI, c) VSVI, d) VSCI</a:t>
            </a:r>
          </a:p>
        </p:txBody>
      </p:sp>
      <p:sp>
        <p:nvSpPr>
          <p:cNvPr id="15" name="TextBox 14">
            <a:extLst>
              <a:ext uri="{FF2B5EF4-FFF2-40B4-BE49-F238E27FC236}">
                <a16:creationId xmlns:a16="http://schemas.microsoft.com/office/drawing/2014/main" id="{8CDEC32A-818E-85D5-5FDE-681A6EDE89E8}"/>
              </a:ext>
            </a:extLst>
          </p:cNvPr>
          <p:cNvSpPr txBox="1"/>
          <p:nvPr/>
        </p:nvSpPr>
        <p:spPr>
          <a:xfrm>
            <a:off x="5065171" y="4167789"/>
            <a:ext cx="2876813" cy="276999"/>
          </a:xfrm>
          <a:prstGeom prst="rect">
            <a:avLst/>
          </a:prstGeom>
          <a:noFill/>
        </p:spPr>
        <p:txBody>
          <a:bodyPr wrap="none" rtlCol="0">
            <a:spAutoFit/>
          </a:bodyPr>
          <a:lstStyle/>
          <a:p>
            <a:r>
              <a:rPr lang="en-US" sz="1200" dirty="0">
                <a:latin typeface="Aptos Serif" panose="02020604070405020304" pitchFamily="18" charset="0"/>
                <a:cs typeface="Aptos Serif" panose="02020604070405020304" pitchFamily="18" charset="0"/>
              </a:rPr>
              <a:t>Feedforward topologies VSVI and CSCI</a:t>
            </a:r>
          </a:p>
        </p:txBody>
      </p:sp>
    </p:spTree>
    <p:extLst>
      <p:ext uri="{BB962C8B-B14F-4D97-AF65-F5344CB8AC3E}">
        <p14:creationId xmlns:p14="http://schemas.microsoft.com/office/powerpoint/2010/main" val="1713487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3B52C-A376-CE4B-0D38-CDEF763D4A45}"/>
              </a:ext>
            </a:extLst>
          </p:cNvPr>
          <p:cNvSpPr>
            <a:spLocks noGrp="1"/>
          </p:cNvSpPr>
          <p:nvPr>
            <p:ph type="title"/>
          </p:nvPr>
        </p:nvSpPr>
        <p:spPr>
          <a:xfrm>
            <a:off x="334736" y="-41775"/>
            <a:ext cx="5165837" cy="871538"/>
          </a:xfrm>
        </p:spPr>
        <p:txBody>
          <a:bodyPr wrap="square" anchor="b">
            <a:noAutofit/>
          </a:bodyPr>
          <a:lstStyle/>
          <a:p>
            <a:r>
              <a:rPr lang="en-US" sz="2000" dirty="0"/>
              <a:t>Selection of Active Filter Topology: Why Avoid Current Transformers?</a:t>
            </a:r>
          </a:p>
        </p:txBody>
      </p:sp>
      <p:graphicFrame>
        <p:nvGraphicFramePr>
          <p:cNvPr id="5" name="Content Placeholder 4">
            <a:extLst>
              <a:ext uri="{FF2B5EF4-FFF2-40B4-BE49-F238E27FC236}">
                <a16:creationId xmlns:a16="http://schemas.microsoft.com/office/drawing/2014/main" id="{47D7B3CC-B517-A136-F34C-8837E5AF538F}"/>
              </a:ext>
            </a:extLst>
          </p:cNvPr>
          <p:cNvGraphicFramePr>
            <a:graphicFrameLocks noGrp="1"/>
          </p:cNvGraphicFramePr>
          <p:nvPr>
            <p:ph idx="1"/>
            <p:extLst>
              <p:ext uri="{D42A27DB-BD31-4B8C-83A1-F6EECF244321}">
                <p14:modId xmlns:p14="http://schemas.microsoft.com/office/powerpoint/2010/main" val="1093315442"/>
              </p:ext>
            </p:extLst>
          </p:nvPr>
        </p:nvGraphicFramePr>
        <p:xfrm>
          <a:off x="604156" y="881744"/>
          <a:ext cx="4237265" cy="21308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63A21622-B1D1-3F96-7588-02198E65FC67}"/>
              </a:ext>
            </a:extLst>
          </p:cNvPr>
          <p:cNvSpPr>
            <a:spLocks noGrp="1"/>
          </p:cNvSpPr>
          <p:nvPr>
            <p:ph type="sldNum" sz="quarter" idx="10"/>
          </p:nvPr>
        </p:nvSpPr>
        <p:spPr>
          <a:xfrm>
            <a:off x="6642100" y="4537472"/>
            <a:ext cx="2133600" cy="154782"/>
          </a:xfrm>
        </p:spPr>
        <p:txBody>
          <a:bodyPr wrap="square" anchor="t">
            <a:normAutofit/>
          </a:bodyPr>
          <a:lstStyle/>
          <a:p>
            <a:pPr>
              <a:lnSpc>
                <a:spcPct val="90000"/>
              </a:lnSpc>
              <a:spcAft>
                <a:spcPts val="600"/>
              </a:spcAft>
              <a:defRPr/>
            </a:pPr>
            <a:r>
              <a:rPr lang="en-US" sz="500" dirty="0"/>
              <a:t>35</a:t>
            </a:r>
          </a:p>
        </p:txBody>
      </p:sp>
      <p:graphicFrame>
        <p:nvGraphicFramePr>
          <p:cNvPr id="6" name="Content Placeholder 4">
            <a:extLst>
              <a:ext uri="{FF2B5EF4-FFF2-40B4-BE49-F238E27FC236}">
                <a16:creationId xmlns:a16="http://schemas.microsoft.com/office/drawing/2014/main" id="{C3526261-CAE2-B691-B4CF-919E6E3DE0DF}"/>
              </a:ext>
            </a:extLst>
          </p:cNvPr>
          <p:cNvGraphicFramePr>
            <a:graphicFrameLocks/>
          </p:cNvGraphicFramePr>
          <p:nvPr>
            <p:extLst>
              <p:ext uri="{D42A27DB-BD31-4B8C-83A1-F6EECF244321}">
                <p14:modId xmlns:p14="http://schemas.microsoft.com/office/powerpoint/2010/main" val="1488062614"/>
              </p:ext>
            </p:extLst>
          </p:nvPr>
        </p:nvGraphicFramePr>
        <p:xfrm>
          <a:off x="604156" y="2736979"/>
          <a:ext cx="4237265" cy="207889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7" name="TextBox 6">
            <a:extLst>
              <a:ext uri="{FF2B5EF4-FFF2-40B4-BE49-F238E27FC236}">
                <a16:creationId xmlns:a16="http://schemas.microsoft.com/office/drawing/2014/main" id="{DDD688C1-04F3-1733-9160-15389B001C40}"/>
              </a:ext>
            </a:extLst>
          </p:cNvPr>
          <p:cNvSpPr txBox="1"/>
          <p:nvPr/>
        </p:nvSpPr>
        <p:spPr>
          <a:xfrm>
            <a:off x="5500573" y="936486"/>
            <a:ext cx="3643427" cy="3600986"/>
          </a:xfrm>
          <a:prstGeom prst="rect">
            <a:avLst/>
          </a:prstGeom>
          <a:noFill/>
        </p:spPr>
        <p:txBody>
          <a:bodyPr wrap="square" rtlCol="0">
            <a:spAutoFit/>
          </a:bodyPr>
          <a:lstStyle/>
          <a:p>
            <a:br>
              <a:rPr lang="en-US" sz="1600" dirty="0"/>
            </a:br>
            <a:r>
              <a:rPr lang="en-US" sz="1600" dirty="0">
                <a:latin typeface="Aptos Serif" panose="02020604070405020304" pitchFamily="18" charset="0"/>
                <a:cs typeface="Aptos Serif" panose="02020604070405020304" pitchFamily="18" charset="0"/>
              </a:rPr>
              <a:t>A </a:t>
            </a:r>
            <a:r>
              <a:rPr lang="en-US" sz="1600" b="1" dirty="0">
                <a:latin typeface="Aptos Serif" panose="02020604070405020304" pitchFamily="18" charset="0"/>
                <a:cs typeface="Aptos Serif" panose="02020604070405020304" pitchFamily="18" charset="0"/>
              </a:rPr>
              <a:t>Voltage-Sensing Current-Injection (VSCI) </a:t>
            </a:r>
            <a:r>
              <a:rPr lang="en-US" sz="1600" dirty="0">
                <a:latin typeface="Aptos Serif" panose="02020604070405020304" pitchFamily="18" charset="0"/>
                <a:cs typeface="Aptos Serif" panose="02020604070405020304" pitchFamily="18" charset="0"/>
              </a:rPr>
              <a:t>topology using capacitive sensing and capacitive injection was selected.</a:t>
            </a:r>
            <a:br>
              <a:rPr lang="en-US" sz="1600" dirty="0">
                <a:latin typeface="Aptos Serif" panose="02020604070405020304" pitchFamily="18" charset="0"/>
                <a:cs typeface="Aptos Serif" panose="02020604070405020304" pitchFamily="18" charset="0"/>
              </a:rPr>
            </a:br>
            <a:br>
              <a:rPr lang="en-US" sz="1600" dirty="0">
                <a:latin typeface="Aptos Serif" panose="02020604070405020304" pitchFamily="18" charset="0"/>
                <a:cs typeface="Aptos Serif" panose="02020604070405020304" pitchFamily="18" charset="0"/>
              </a:rPr>
            </a:br>
            <a:r>
              <a:rPr lang="en-US" sz="1400" b="1" dirty="0">
                <a:latin typeface="Aptos Serif" panose="02020604070405020304" pitchFamily="18" charset="0"/>
                <a:cs typeface="Aptos Serif" panose="02020604070405020304" pitchFamily="18" charset="0"/>
              </a:rPr>
              <a:t>BENEFITS:</a:t>
            </a:r>
            <a:br>
              <a:rPr lang="en-US" sz="1600" dirty="0">
                <a:latin typeface="Aptos Serif" panose="02020604070405020304" pitchFamily="18" charset="0"/>
                <a:cs typeface="Aptos Serif" panose="02020604070405020304" pitchFamily="18" charset="0"/>
              </a:rPr>
            </a:br>
            <a:r>
              <a:rPr lang="en-US" sz="1600" dirty="0">
                <a:latin typeface="Aptos Serif" panose="02020604070405020304" pitchFamily="18" charset="0"/>
                <a:cs typeface="Aptos Serif" panose="02020604070405020304" pitchFamily="18" charset="0"/>
              </a:rPr>
              <a:t>• </a:t>
            </a:r>
            <a:r>
              <a:rPr lang="en-US" sz="1400" i="1" dirty="0">
                <a:latin typeface="Aptos Serif" panose="02020604070405020304" pitchFamily="18" charset="0"/>
                <a:cs typeface="Aptos Serif" panose="02020604070405020304" pitchFamily="18" charset="0"/>
              </a:rPr>
              <a:t>Eliminates bulky HF current transformers.</a:t>
            </a:r>
            <a:br>
              <a:rPr lang="en-US" sz="1400" i="1" dirty="0">
                <a:latin typeface="Aptos Serif" panose="02020604070405020304" pitchFamily="18" charset="0"/>
                <a:cs typeface="Aptos Serif" panose="02020604070405020304" pitchFamily="18" charset="0"/>
              </a:rPr>
            </a:br>
            <a:r>
              <a:rPr lang="en-US" sz="1400" i="1" dirty="0">
                <a:latin typeface="Aptos Serif" panose="02020604070405020304" pitchFamily="18" charset="0"/>
                <a:cs typeface="Aptos Serif" panose="02020604070405020304" pitchFamily="18" charset="0"/>
              </a:rPr>
              <a:t>• Smaller size and lower cost.</a:t>
            </a:r>
            <a:br>
              <a:rPr lang="en-US" sz="1400" i="1" dirty="0">
                <a:latin typeface="Aptos Serif" panose="02020604070405020304" pitchFamily="18" charset="0"/>
                <a:cs typeface="Aptos Serif" panose="02020604070405020304" pitchFamily="18" charset="0"/>
              </a:rPr>
            </a:br>
            <a:r>
              <a:rPr lang="en-US" sz="1400" i="1" dirty="0">
                <a:latin typeface="Aptos Serif" panose="02020604070405020304" pitchFamily="18" charset="0"/>
                <a:cs typeface="Aptos Serif" panose="02020604070405020304" pitchFamily="18" charset="0"/>
              </a:rPr>
              <a:t>• Better suitability for high-frequency EMI suppression.</a:t>
            </a:r>
            <a:br>
              <a:rPr lang="en-US" sz="1400" i="1" dirty="0">
                <a:latin typeface="Aptos Serif" panose="02020604070405020304" pitchFamily="18" charset="0"/>
                <a:cs typeface="Aptos Serif" panose="02020604070405020304" pitchFamily="18" charset="0"/>
              </a:rPr>
            </a:br>
            <a:r>
              <a:rPr lang="en-US" sz="1400" i="1" dirty="0">
                <a:latin typeface="Aptos Serif" panose="02020604070405020304" pitchFamily="18" charset="0"/>
                <a:cs typeface="Aptos Serif" panose="02020604070405020304" pitchFamily="18" charset="0"/>
              </a:rPr>
              <a:t>• Easier integration with existing X-capacitor-based differential-mode filters.</a:t>
            </a:r>
          </a:p>
          <a:p>
            <a:endParaRPr lang="en-US" dirty="0"/>
          </a:p>
        </p:txBody>
      </p:sp>
      <p:sp>
        <p:nvSpPr>
          <p:cNvPr id="11" name="Title 1">
            <a:extLst>
              <a:ext uri="{FF2B5EF4-FFF2-40B4-BE49-F238E27FC236}">
                <a16:creationId xmlns:a16="http://schemas.microsoft.com/office/drawing/2014/main" id="{739B2509-B0EB-31B8-CCB1-3ACAA95DFF43}"/>
              </a:ext>
            </a:extLst>
          </p:cNvPr>
          <p:cNvSpPr txBox="1">
            <a:spLocks/>
          </p:cNvSpPr>
          <p:nvPr/>
        </p:nvSpPr>
        <p:spPr bwMode="auto">
          <a:xfrm>
            <a:off x="5500573" y="881744"/>
            <a:ext cx="2417819" cy="468303"/>
          </a:xfrm>
          <a:prstGeom prst="rect">
            <a:avLst/>
          </a:prstGeom>
          <a:noFill/>
          <a:ln w="9525">
            <a:noFill/>
            <a:miter lim="800000"/>
            <a:headEnd/>
            <a:tailEnd/>
          </a:ln>
        </p:spPr>
        <p:txBody>
          <a:bodyPr vert="horz" wrap="square" lIns="76179" tIns="38088" rIns="76179" bIns="38088" numCol="1" anchor="b" anchorCtr="0" compatLnSpc="1">
            <a:prstTxWarp prst="textNoShape">
              <a:avLst/>
            </a:prstTxWarp>
            <a:noAutofit/>
          </a:bodyPr>
          <a:lstStyle>
            <a:lvl1pPr algn="l" rtl="0" eaLnBrk="0" fontAlgn="base" hangingPunct="0">
              <a:lnSpc>
                <a:spcPct val="85000"/>
              </a:lnSpc>
              <a:spcBef>
                <a:spcPct val="0"/>
              </a:spcBef>
              <a:spcAft>
                <a:spcPct val="0"/>
              </a:spcAft>
              <a:defRPr sz="2700" b="1">
                <a:solidFill>
                  <a:schemeClr val="tx2"/>
                </a:solidFill>
                <a:latin typeface="+mj-lt"/>
                <a:ea typeface="+mj-ea"/>
                <a:cs typeface="+mj-cs"/>
              </a:defRPr>
            </a:lvl1pPr>
            <a:lvl2pPr algn="l" rtl="0" eaLnBrk="0" fontAlgn="base" hangingPunct="0">
              <a:lnSpc>
                <a:spcPct val="85000"/>
              </a:lnSpc>
              <a:spcBef>
                <a:spcPct val="0"/>
              </a:spcBef>
              <a:spcAft>
                <a:spcPct val="0"/>
              </a:spcAft>
              <a:defRPr sz="2700" b="1">
                <a:solidFill>
                  <a:schemeClr val="tx2"/>
                </a:solidFill>
                <a:latin typeface="Arial" charset="0"/>
              </a:defRPr>
            </a:lvl2pPr>
            <a:lvl3pPr algn="l" rtl="0" eaLnBrk="0" fontAlgn="base" hangingPunct="0">
              <a:lnSpc>
                <a:spcPct val="85000"/>
              </a:lnSpc>
              <a:spcBef>
                <a:spcPct val="0"/>
              </a:spcBef>
              <a:spcAft>
                <a:spcPct val="0"/>
              </a:spcAft>
              <a:defRPr sz="2700" b="1">
                <a:solidFill>
                  <a:schemeClr val="tx2"/>
                </a:solidFill>
                <a:latin typeface="Arial" charset="0"/>
              </a:defRPr>
            </a:lvl3pPr>
            <a:lvl4pPr algn="l" rtl="0" eaLnBrk="0" fontAlgn="base" hangingPunct="0">
              <a:lnSpc>
                <a:spcPct val="85000"/>
              </a:lnSpc>
              <a:spcBef>
                <a:spcPct val="0"/>
              </a:spcBef>
              <a:spcAft>
                <a:spcPct val="0"/>
              </a:spcAft>
              <a:defRPr sz="2700" b="1">
                <a:solidFill>
                  <a:schemeClr val="tx2"/>
                </a:solidFill>
                <a:latin typeface="Arial" charset="0"/>
              </a:defRPr>
            </a:lvl4pPr>
            <a:lvl5pPr algn="l" rtl="0" eaLnBrk="0" fontAlgn="base" hangingPunct="0">
              <a:lnSpc>
                <a:spcPct val="85000"/>
              </a:lnSpc>
              <a:spcBef>
                <a:spcPct val="0"/>
              </a:spcBef>
              <a:spcAft>
                <a:spcPct val="0"/>
              </a:spcAft>
              <a:defRPr sz="2700" b="1">
                <a:solidFill>
                  <a:schemeClr val="tx2"/>
                </a:solidFill>
                <a:latin typeface="Arial" charset="0"/>
              </a:defRPr>
            </a:lvl5pPr>
            <a:lvl6pPr marL="380895" algn="l" rtl="0" fontAlgn="base">
              <a:lnSpc>
                <a:spcPct val="85000"/>
              </a:lnSpc>
              <a:spcBef>
                <a:spcPct val="0"/>
              </a:spcBef>
              <a:spcAft>
                <a:spcPct val="0"/>
              </a:spcAft>
              <a:defRPr sz="2700" b="1">
                <a:solidFill>
                  <a:srgbClr val="FF0000"/>
                </a:solidFill>
                <a:latin typeface="Arial" charset="0"/>
              </a:defRPr>
            </a:lvl6pPr>
            <a:lvl7pPr marL="761790" algn="l" rtl="0" fontAlgn="base">
              <a:lnSpc>
                <a:spcPct val="85000"/>
              </a:lnSpc>
              <a:spcBef>
                <a:spcPct val="0"/>
              </a:spcBef>
              <a:spcAft>
                <a:spcPct val="0"/>
              </a:spcAft>
              <a:defRPr sz="2700" b="1">
                <a:solidFill>
                  <a:srgbClr val="FF0000"/>
                </a:solidFill>
                <a:latin typeface="Arial" charset="0"/>
              </a:defRPr>
            </a:lvl7pPr>
            <a:lvl8pPr marL="1142683" algn="l" rtl="0" fontAlgn="base">
              <a:lnSpc>
                <a:spcPct val="85000"/>
              </a:lnSpc>
              <a:spcBef>
                <a:spcPct val="0"/>
              </a:spcBef>
              <a:spcAft>
                <a:spcPct val="0"/>
              </a:spcAft>
              <a:defRPr sz="2700" b="1">
                <a:solidFill>
                  <a:srgbClr val="FF0000"/>
                </a:solidFill>
                <a:latin typeface="Arial" charset="0"/>
              </a:defRPr>
            </a:lvl8pPr>
            <a:lvl9pPr marL="1523573" algn="l" rtl="0" fontAlgn="base">
              <a:lnSpc>
                <a:spcPct val="85000"/>
              </a:lnSpc>
              <a:spcBef>
                <a:spcPct val="0"/>
              </a:spcBef>
              <a:spcAft>
                <a:spcPct val="0"/>
              </a:spcAft>
              <a:defRPr sz="2700" b="1">
                <a:solidFill>
                  <a:srgbClr val="FF0000"/>
                </a:solidFill>
                <a:latin typeface="Arial" charset="0"/>
              </a:defRPr>
            </a:lvl9pPr>
          </a:lstStyle>
          <a:p>
            <a:r>
              <a:rPr lang="en-US" sz="2800" kern="0" dirty="0">
                <a:latin typeface="Aldhabi" panose="01000000000000000000" pitchFamily="2" charset="-78"/>
                <a:cs typeface="Aldhabi" panose="01000000000000000000" pitchFamily="2" charset="-78"/>
              </a:rPr>
              <a:t>Thus, our choice :</a:t>
            </a:r>
          </a:p>
        </p:txBody>
      </p:sp>
    </p:spTree>
    <p:extLst>
      <p:ext uri="{BB962C8B-B14F-4D97-AF65-F5344CB8AC3E}">
        <p14:creationId xmlns:p14="http://schemas.microsoft.com/office/powerpoint/2010/main" val="3275035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 name="Content Placeholder 13">
            <a:extLst>
              <a:ext uri="{FF2B5EF4-FFF2-40B4-BE49-F238E27FC236}">
                <a16:creationId xmlns:a16="http://schemas.microsoft.com/office/drawing/2014/main" id="{676824AD-1CD5-A443-B04B-2A53E8088EB1}"/>
              </a:ext>
            </a:extLst>
          </p:cNvPr>
          <p:cNvPicPr>
            <a:picLocks noGrp="1" noChangeAspect="1"/>
          </p:cNvPicPr>
          <p:nvPr>
            <p:ph idx="1"/>
          </p:nvPr>
        </p:nvPicPr>
        <p:blipFill>
          <a:blip r:embed="rId2"/>
          <a:stretch>
            <a:fillRect/>
          </a:stretch>
        </p:blipFill>
        <p:spPr bwMode="auto">
          <a:xfrm>
            <a:off x="798614" y="65589"/>
            <a:ext cx="7687438" cy="2145963"/>
          </a:xfrm>
          <a:prstGeom prst="rect">
            <a:avLst/>
          </a:prstGeom>
          <a:noFill/>
          <a:ln w="9525" algn="ctr">
            <a:noFill/>
            <a:miter lim="800000"/>
            <a:headEnd/>
            <a:tailEnd/>
          </a:ln>
        </p:spPr>
      </p:pic>
      <p:sp>
        <p:nvSpPr>
          <p:cNvPr id="5" name="Slide Number Placeholder 4">
            <a:extLst>
              <a:ext uri="{FF2B5EF4-FFF2-40B4-BE49-F238E27FC236}">
                <a16:creationId xmlns:a16="http://schemas.microsoft.com/office/drawing/2014/main" id="{8CADFAD8-8422-517E-06F6-FE5CF8B0499C}"/>
              </a:ext>
            </a:extLst>
          </p:cNvPr>
          <p:cNvSpPr>
            <a:spLocks noGrp="1"/>
          </p:cNvSpPr>
          <p:nvPr>
            <p:ph type="sldNum" sz="quarter" idx="10"/>
          </p:nvPr>
        </p:nvSpPr>
        <p:spPr/>
        <p:txBody>
          <a:bodyPr/>
          <a:lstStyle/>
          <a:p>
            <a:pPr>
              <a:defRPr/>
            </a:pPr>
            <a:r>
              <a:rPr lang="en-US" dirty="0"/>
              <a:t>36</a:t>
            </a:r>
          </a:p>
        </p:txBody>
      </p:sp>
      <p:pic>
        <p:nvPicPr>
          <p:cNvPr id="16" name="Picture 15">
            <a:extLst>
              <a:ext uri="{FF2B5EF4-FFF2-40B4-BE49-F238E27FC236}">
                <a16:creationId xmlns:a16="http://schemas.microsoft.com/office/drawing/2014/main" id="{5B12C46D-B4D9-99AE-FBC9-8D865A70A43A}"/>
              </a:ext>
            </a:extLst>
          </p:cNvPr>
          <p:cNvPicPr>
            <a:picLocks noChangeAspect="1"/>
          </p:cNvPicPr>
          <p:nvPr/>
        </p:nvPicPr>
        <p:blipFill>
          <a:blip r:embed="rId3"/>
          <a:stretch>
            <a:fillRect/>
          </a:stretch>
        </p:blipFill>
        <p:spPr>
          <a:xfrm>
            <a:off x="2790336" y="2363492"/>
            <a:ext cx="3924125" cy="2251371"/>
          </a:xfrm>
          <a:prstGeom prst="rect">
            <a:avLst/>
          </a:prstGeom>
        </p:spPr>
      </p:pic>
    </p:spTree>
    <p:extLst>
      <p:ext uri="{BB962C8B-B14F-4D97-AF65-F5344CB8AC3E}">
        <p14:creationId xmlns:p14="http://schemas.microsoft.com/office/powerpoint/2010/main" val="3375371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031E4-5A29-F1BF-6EE5-E0ACE7838A43}"/>
              </a:ext>
            </a:extLst>
          </p:cNvPr>
          <p:cNvSpPr>
            <a:spLocks noGrp="1"/>
          </p:cNvSpPr>
          <p:nvPr>
            <p:ph type="title"/>
          </p:nvPr>
        </p:nvSpPr>
        <p:spPr/>
        <p:txBody>
          <a:bodyPr/>
          <a:lstStyle/>
          <a:p>
            <a:r>
              <a:rPr lang="en-US" dirty="0"/>
              <a:t>Capacitive Amplification</a:t>
            </a:r>
          </a:p>
        </p:txBody>
      </p:sp>
      <p:sp>
        <p:nvSpPr>
          <p:cNvPr id="9" name="Content Placeholder 8">
            <a:extLst>
              <a:ext uri="{FF2B5EF4-FFF2-40B4-BE49-F238E27FC236}">
                <a16:creationId xmlns:a16="http://schemas.microsoft.com/office/drawing/2014/main" id="{7E5869B0-0899-1328-BB1F-D831AA70094B}"/>
              </a:ext>
            </a:extLst>
          </p:cNvPr>
          <p:cNvSpPr>
            <a:spLocks noGrp="1"/>
          </p:cNvSpPr>
          <p:nvPr>
            <p:ph idx="1"/>
          </p:nvPr>
        </p:nvSpPr>
        <p:spPr/>
        <p:txBody>
          <a:bodyPr/>
          <a:lstStyle/>
          <a:p>
            <a:endParaRPr lang="en-US" sz="1200" dirty="0"/>
          </a:p>
          <a:p>
            <a:r>
              <a:rPr lang="en-US" sz="1400" dirty="0">
                <a:latin typeface="Aptos Serif" panose="02020604070405020304" pitchFamily="18" charset="0"/>
                <a:cs typeface="Aptos Serif" panose="02020604070405020304" pitchFamily="18" charset="0"/>
              </a:rPr>
              <a:t>The basic principle of the topology is to increase the equivalent capacitance for high frequencies by using a feedback loop. For the lower frequency end, the original capacitance of Co is effective, but for higher frequencies, an increase in the capacitance is possible as the feedback-gain increases, as per the following equation:</a:t>
            </a:r>
          </a:p>
          <a:p>
            <a:endParaRPr lang="en-US" sz="1200" dirty="0"/>
          </a:p>
          <a:p>
            <a:endParaRPr lang="en-US" sz="1200" dirty="0"/>
          </a:p>
          <a:p>
            <a:endParaRPr lang="en-US" sz="1200" dirty="0"/>
          </a:p>
          <a:p>
            <a:r>
              <a:rPr lang="en-US" sz="1100" dirty="0"/>
              <a:t> </a:t>
            </a:r>
            <a:r>
              <a:rPr lang="en-US" sz="1400" dirty="0">
                <a:latin typeface="Aptos Serif" panose="02020604070405020304" pitchFamily="18" charset="0"/>
                <a:cs typeface="Aptos Serif" panose="02020604070405020304" pitchFamily="18" charset="0"/>
              </a:rPr>
              <a:t>The capacitive impedance decreases according to the above equation, making the X capacitor appear larger than it physically is. This solves the problem of constraint on the size of the X capacitor , and thus the DM inductor size can be decreased.</a:t>
            </a:r>
            <a:endParaRPr lang="en-US" sz="1100" dirty="0">
              <a:latin typeface="Aptos Serif" panose="02020604070405020304" pitchFamily="18" charset="0"/>
              <a:cs typeface="Aptos Serif" panose="02020604070405020304" pitchFamily="18" charset="0"/>
            </a:endParaRPr>
          </a:p>
        </p:txBody>
      </p:sp>
      <p:sp>
        <p:nvSpPr>
          <p:cNvPr id="10" name="Text Placeholder 9">
            <a:extLst>
              <a:ext uri="{FF2B5EF4-FFF2-40B4-BE49-F238E27FC236}">
                <a16:creationId xmlns:a16="http://schemas.microsoft.com/office/drawing/2014/main" id="{CB6650B3-2806-32A6-F199-20C465AC7A3E}"/>
              </a:ext>
            </a:extLst>
          </p:cNvPr>
          <p:cNvSpPr>
            <a:spLocks noGrp="1"/>
          </p:cNvSpPr>
          <p:nvPr>
            <p:ph type="body" sz="half" idx="2"/>
          </p:nvPr>
        </p:nvSpPr>
        <p:spPr/>
        <p:txBody>
          <a:bodyPr/>
          <a:lstStyle/>
          <a:p>
            <a:endParaRPr lang="en-US" dirty="0"/>
          </a:p>
        </p:txBody>
      </p:sp>
      <p:sp>
        <p:nvSpPr>
          <p:cNvPr id="5" name="Slide Number Placeholder 4">
            <a:extLst>
              <a:ext uri="{FF2B5EF4-FFF2-40B4-BE49-F238E27FC236}">
                <a16:creationId xmlns:a16="http://schemas.microsoft.com/office/drawing/2014/main" id="{B085DA56-6BEE-9C1D-4F3A-8E98B49B937E}"/>
              </a:ext>
            </a:extLst>
          </p:cNvPr>
          <p:cNvSpPr>
            <a:spLocks noGrp="1"/>
          </p:cNvSpPr>
          <p:nvPr>
            <p:ph type="sldNum" sz="quarter" idx="10"/>
          </p:nvPr>
        </p:nvSpPr>
        <p:spPr/>
        <p:txBody>
          <a:bodyPr/>
          <a:lstStyle/>
          <a:p>
            <a:pPr>
              <a:defRPr/>
            </a:pPr>
            <a:r>
              <a:rPr lang="en-US" dirty="0"/>
              <a:t>37</a:t>
            </a:r>
          </a:p>
        </p:txBody>
      </p:sp>
      <p:pic>
        <p:nvPicPr>
          <p:cNvPr id="15" name="Picture 14" descr="A graph with a line">
            <a:extLst>
              <a:ext uri="{FF2B5EF4-FFF2-40B4-BE49-F238E27FC236}">
                <a16:creationId xmlns:a16="http://schemas.microsoft.com/office/drawing/2014/main" id="{504247A9-54F2-CAD9-B66B-53DD2A9900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076324"/>
            <a:ext cx="3028950" cy="2105319"/>
          </a:xfrm>
          <a:prstGeom prst="rect">
            <a:avLst/>
          </a:prstGeom>
        </p:spPr>
      </p:pic>
      <p:pic>
        <p:nvPicPr>
          <p:cNvPr id="3" name="Picture 2">
            <a:extLst>
              <a:ext uri="{FF2B5EF4-FFF2-40B4-BE49-F238E27FC236}">
                <a16:creationId xmlns:a16="http://schemas.microsoft.com/office/drawing/2014/main" id="{366E93E9-DE68-7192-0393-903E201A03B2}"/>
              </a:ext>
            </a:extLst>
          </p:cNvPr>
          <p:cNvPicPr>
            <a:picLocks noChangeAspect="1"/>
          </p:cNvPicPr>
          <p:nvPr/>
        </p:nvPicPr>
        <p:blipFill>
          <a:blip r:embed="rId3"/>
          <a:stretch>
            <a:fillRect/>
          </a:stretch>
        </p:blipFill>
        <p:spPr>
          <a:xfrm>
            <a:off x="4568779" y="1969953"/>
            <a:ext cx="2753109" cy="514422"/>
          </a:xfrm>
          <a:prstGeom prst="rect">
            <a:avLst/>
          </a:prstGeom>
        </p:spPr>
      </p:pic>
    </p:spTree>
    <p:extLst>
      <p:ext uri="{BB962C8B-B14F-4D97-AF65-F5344CB8AC3E}">
        <p14:creationId xmlns:p14="http://schemas.microsoft.com/office/powerpoint/2010/main" val="4258058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A1A5D-37CD-023D-1403-6E58AA4D6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DE47D9-D75C-1443-E90A-8E56FA7E9C33}"/>
              </a:ext>
            </a:extLst>
          </p:cNvPr>
          <p:cNvSpPr>
            <a:spLocks noGrp="1"/>
          </p:cNvSpPr>
          <p:nvPr>
            <p:ph type="title"/>
          </p:nvPr>
        </p:nvSpPr>
        <p:spPr/>
        <p:txBody>
          <a:bodyPr/>
          <a:lstStyle/>
          <a:p>
            <a:r>
              <a:rPr lang="en-US" dirty="0"/>
              <a:t>Capacitive Amplification</a:t>
            </a:r>
          </a:p>
        </p:txBody>
      </p:sp>
      <p:sp>
        <p:nvSpPr>
          <p:cNvPr id="4" name="Content Placeholder 3">
            <a:extLst>
              <a:ext uri="{FF2B5EF4-FFF2-40B4-BE49-F238E27FC236}">
                <a16:creationId xmlns:a16="http://schemas.microsoft.com/office/drawing/2014/main" id="{E97BE6B4-E1C5-5B11-FBCB-2CF19A07B5CD}"/>
              </a:ext>
            </a:extLst>
          </p:cNvPr>
          <p:cNvSpPr>
            <a:spLocks noGrp="1"/>
          </p:cNvSpPr>
          <p:nvPr>
            <p:ph idx="1"/>
          </p:nvPr>
        </p:nvSpPr>
        <p:spPr>
          <a:xfrm>
            <a:off x="307975" y="566077"/>
            <a:ext cx="8467725" cy="3971395"/>
          </a:xfrm>
          <a:noFill/>
        </p:spPr>
        <p:txBody>
          <a:bodyPr/>
          <a:lstStyle/>
          <a:p>
            <a:r>
              <a:rPr lang="en-US" sz="1400" dirty="0">
                <a:latin typeface="Aptos Serif" panose="02020604070405020304" pitchFamily="18" charset="0"/>
                <a:cs typeface="Aptos Serif" panose="02020604070405020304" pitchFamily="18" charset="0"/>
              </a:rPr>
              <a:t>The basic principle of the topology is to increase the equivalent capacitance of the x-capacitor for high frequencies by using a feedback loop. This is done using the </a:t>
            </a:r>
            <a:r>
              <a:rPr lang="en-US" sz="1400" b="1" dirty="0">
                <a:latin typeface="Aptos Serif" panose="02020604070405020304" pitchFamily="18" charset="0"/>
                <a:cs typeface="Aptos Serif" panose="02020604070405020304" pitchFamily="18" charset="0"/>
              </a:rPr>
              <a:t>Miller effect</a:t>
            </a:r>
            <a:r>
              <a:rPr lang="en-US" sz="1400" dirty="0">
                <a:latin typeface="Aptos Serif" panose="02020604070405020304" pitchFamily="18" charset="0"/>
                <a:cs typeface="Aptos Serif" panose="02020604070405020304" pitchFamily="18" charset="0"/>
              </a:rPr>
              <a:t>.</a:t>
            </a:r>
          </a:p>
          <a:p>
            <a:pPr marL="0" indent="0">
              <a:buNone/>
            </a:pPr>
            <a:endParaRPr lang="en-US" sz="1400" dirty="0"/>
          </a:p>
        </p:txBody>
      </p:sp>
      <p:sp>
        <p:nvSpPr>
          <p:cNvPr id="5" name="Slide Number Placeholder 4">
            <a:extLst>
              <a:ext uri="{FF2B5EF4-FFF2-40B4-BE49-F238E27FC236}">
                <a16:creationId xmlns:a16="http://schemas.microsoft.com/office/drawing/2014/main" id="{6F123798-2B3F-CEF3-8BD0-3D3A90C97564}"/>
              </a:ext>
            </a:extLst>
          </p:cNvPr>
          <p:cNvSpPr>
            <a:spLocks noGrp="1"/>
          </p:cNvSpPr>
          <p:nvPr>
            <p:ph type="sldNum" sz="quarter" idx="10"/>
          </p:nvPr>
        </p:nvSpPr>
        <p:spPr/>
        <p:txBody>
          <a:bodyPr/>
          <a:lstStyle/>
          <a:p>
            <a:pPr>
              <a:defRPr/>
            </a:pPr>
            <a:r>
              <a:rPr lang="en-US" dirty="0"/>
              <a:t>37</a:t>
            </a:r>
          </a:p>
        </p:txBody>
      </p:sp>
      <p:pic>
        <p:nvPicPr>
          <p:cNvPr id="12" name="Picture 11" descr="A diagram of a circuit&#10;&#10;AI-generated content may be incorrect.">
            <a:extLst>
              <a:ext uri="{FF2B5EF4-FFF2-40B4-BE49-F238E27FC236}">
                <a16:creationId xmlns:a16="http://schemas.microsoft.com/office/drawing/2014/main" id="{C81DA9A1-D566-4416-C1CB-4546F15513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1203" y="1222694"/>
            <a:ext cx="2316617" cy="1235529"/>
          </a:xfrm>
          <a:prstGeom prst="rect">
            <a:avLst/>
          </a:prstGeom>
        </p:spPr>
      </p:pic>
      <p:pic>
        <p:nvPicPr>
          <p:cNvPr id="14" name="Picture 13" descr="A diagram of a circuit&#10;&#10;AI-generated content may be incorrect.">
            <a:extLst>
              <a:ext uri="{FF2B5EF4-FFF2-40B4-BE49-F238E27FC236}">
                <a16:creationId xmlns:a16="http://schemas.microsoft.com/office/drawing/2014/main" id="{9188F530-C4D6-01A2-E93E-559C85B906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5730" y="3773710"/>
            <a:ext cx="1039244" cy="639535"/>
          </a:xfrm>
          <a:prstGeom prst="rect">
            <a:avLst/>
          </a:prstGeom>
        </p:spPr>
      </p:pic>
      <p:cxnSp>
        <p:nvCxnSpPr>
          <p:cNvPr id="18" name="Straight Connector 17">
            <a:extLst>
              <a:ext uri="{FF2B5EF4-FFF2-40B4-BE49-F238E27FC236}">
                <a16:creationId xmlns:a16="http://schemas.microsoft.com/office/drawing/2014/main" id="{EECBF425-7B53-DF7E-61AE-14CD1A65FD95}"/>
              </a:ext>
            </a:extLst>
          </p:cNvPr>
          <p:cNvCxnSpPr/>
          <p:nvPr/>
        </p:nvCxnSpPr>
        <p:spPr>
          <a:xfrm>
            <a:off x="3397529" y="4216359"/>
            <a:ext cx="342900" cy="0"/>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A9C0A6B0-1D32-9271-5B54-CEA5E07F24ED}"/>
              </a:ext>
            </a:extLst>
          </p:cNvPr>
          <p:cNvCxnSpPr/>
          <p:nvPr/>
        </p:nvCxnSpPr>
        <p:spPr>
          <a:xfrm>
            <a:off x="3397529" y="4137664"/>
            <a:ext cx="342900" cy="0"/>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00790FC7-5AD3-B30C-C2E3-EA25FA0C0C0C}"/>
              </a:ext>
            </a:extLst>
          </p:cNvPr>
          <p:cNvCxnSpPr>
            <a:cxnSpLocks/>
          </p:cNvCxnSpPr>
          <p:nvPr/>
        </p:nvCxnSpPr>
        <p:spPr>
          <a:xfrm>
            <a:off x="4580302" y="4170597"/>
            <a:ext cx="246690" cy="0"/>
          </a:xfrm>
          <a:prstGeom prst="line">
            <a:avLst/>
          </a:prstGeom>
          <a:ln>
            <a:tailEnd type="none"/>
          </a:ln>
        </p:spPr>
        <p:style>
          <a:lnRef idx="1">
            <a:schemeClr val="dk1"/>
          </a:lnRef>
          <a:fillRef idx="0">
            <a:schemeClr val="dk1"/>
          </a:fillRef>
          <a:effectRef idx="0">
            <a:schemeClr val="dk1"/>
          </a:effectRef>
          <a:fontRef idx="minor">
            <a:schemeClr val="tx1"/>
          </a:fontRef>
        </p:style>
      </p:cxnSp>
      <p:sp>
        <p:nvSpPr>
          <p:cNvPr id="21" name="Rectangle 20">
            <a:extLst>
              <a:ext uri="{FF2B5EF4-FFF2-40B4-BE49-F238E27FC236}">
                <a16:creationId xmlns:a16="http://schemas.microsoft.com/office/drawing/2014/main" id="{FCBA16EB-6299-7F0D-C672-34040D03DA4F}"/>
              </a:ext>
            </a:extLst>
          </p:cNvPr>
          <p:cNvSpPr/>
          <p:nvPr/>
        </p:nvSpPr>
        <p:spPr>
          <a:xfrm>
            <a:off x="3971441" y="3566302"/>
            <a:ext cx="601997" cy="144235"/>
          </a:xfrm>
          <a:prstGeom prst="rect">
            <a:avLst/>
          </a:prstGeom>
          <a:ln w="190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F34B2864-9754-8D77-B073-A9EA82E53372}"/>
              </a:ext>
            </a:extLst>
          </p:cNvPr>
          <p:cNvCxnSpPr>
            <a:cxnSpLocks/>
          </p:cNvCxnSpPr>
          <p:nvPr/>
        </p:nvCxnSpPr>
        <p:spPr>
          <a:xfrm>
            <a:off x="3748883" y="3634565"/>
            <a:ext cx="223211" cy="0"/>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DD00A166-AB92-DD83-D86F-87F8F3E16EDC}"/>
              </a:ext>
            </a:extLst>
          </p:cNvPr>
          <p:cNvCxnSpPr>
            <a:cxnSpLocks/>
          </p:cNvCxnSpPr>
          <p:nvPr/>
        </p:nvCxnSpPr>
        <p:spPr>
          <a:xfrm>
            <a:off x="4568443" y="3634565"/>
            <a:ext cx="277857" cy="0"/>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7CA7BE8E-085D-0D36-FF63-D623A6FE5E23}"/>
              </a:ext>
            </a:extLst>
          </p:cNvPr>
          <p:cNvCxnSpPr>
            <a:cxnSpLocks/>
          </p:cNvCxnSpPr>
          <p:nvPr/>
        </p:nvCxnSpPr>
        <p:spPr>
          <a:xfrm>
            <a:off x="3748883" y="3619840"/>
            <a:ext cx="0" cy="517824"/>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A9F9CA36-55E9-68F2-94BC-5A885C8C4676}"/>
              </a:ext>
            </a:extLst>
          </p:cNvPr>
          <p:cNvCxnSpPr>
            <a:cxnSpLocks/>
          </p:cNvCxnSpPr>
          <p:nvPr/>
        </p:nvCxnSpPr>
        <p:spPr>
          <a:xfrm>
            <a:off x="4837998" y="3634565"/>
            <a:ext cx="0" cy="536032"/>
          </a:xfrm>
          <a:prstGeom prst="line">
            <a:avLst/>
          </a:prstGeom>
          <a:ln>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0D15F41-32E3-1A15-47EA-9042D5AB9687}"/>
                  </a:ext>
                </a:extLst>
              </p:cNvPr>
              <p:cNvSpPr txBox="1"/>
              <p:nvPr/>
            </p:nvSpPr>
            <p:spPr>
              <a:xfrm>
                <a:off x="6880663" y="1700212"/>
                <a:ext cx="905761" cy="376513"/>
              </a:xfrm>
              <a:prstGeom prst="rect">
                <a:avLst/>
              </a:prstGeom>
              <a:noFill/>
            </p:spPr>
            <p:txBody>
              <a:bodyPr wrap="none" rtlCol="0">
                <a:spAutoFit/>
              </a:bodyPr>
              <a:lstStyle/>
              <a:p>
                <a:r>
                  <a:rPr lang="en-US" sz="1200" b="0" dirty="0"/>
                  <a:t>G(s)</a:t>
                </a:r>
                <a14:m>
                  <m:oMath xmlns:m="http://schemas.openxmlformats.org/officeDocument/2006/math">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2</m:t>
                            </m:r>
                          </m:sub>
                        </m:sSub>
                      </m:num>
                      <m:den>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1</m:t>
                            </m:r>
                          </m:sub>
                        </m:sSub>
                      </m:den>
                    </m:f>
                  </m:oMath>
                </a14:m>
                <a:endParaRPr lang="en-US" dirty="0"/>
              </a:p>
            </p:txBody>
          </p:sp>
        </mc:Choice>
        <mc:Fallback xmlns="">
          <p:sp>
            <p:nvSpPr>
              <p:cNvPr id="34" name="TextBox 33">
                <a:extLst>
                  <a:ext uri="{FF2B5EF4-FFF2-40B4-BE49-F238E27FC236}">
                    <a16:creationId xmlns:a16="http://schemas.microsoft.com/office/drawing/2014/main" id="{80D15F41-32E3-1A15-47EA-9042D5AB9687}"/>
                  </a:ext>
                </a:extLst>
              </p:cNvPr>
              <p:cNvSpPr txBox="1">
                <a:spLocks noRot="1" noChangeAspect="1" noMove="1" noResize="1" noEditPoints="1" noAdjustHandles="1" noChangeArrowheads="1" noChangeShapeType="1" noTextEdit="1"/>
              </p:cNvSpPr>
              <p:nvPr/>
            </p:nvSpPr>
            <p:spPr>
              <a:xfrm>
                <a:off x="6880663" y="1700212"/>
                <a:ext cx="905761" cy="376513"/>
              </a:xfrm>
              <a:prstGeom prst="rect">
                <a:avLst/>
              </a:prstGeom>
              <a:blipFill>
                <a:blip r:embed="rId4"/>
                <a:stretch>
                  <a:fillRect l="-6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C5D9663-E80E-BF52-754D-2E6FEE4CCCB8}"/>
                  </a:ext>
                </a:extLst>
              </p:cNvPr>
              <p:cNvSpPr txBox="1"/>
              <p:nvPr/>
            </p:nvSpPr>
            <p:spPr>
              <a:xfrm>
                <a:off x="1817872" y="1126085"/>
                <a:ext cx="727516" cy="3250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i="1">
                              <a:latin typeface="Cambria Math" panose="02040503050406030204" pitchFamily="18" charset="0"/>
                            </a:rPr>
                            <m:t>𝑍</m:t>
                          </m:r>
                        </m:e>
                        <m:sub>
                          <m:r>
                            <a:rPr lang="en-US" sz="1400" b="0" i="1" smtClean="0">
                              <a:latin typeface="Cambria Math" panose="02040503050406030204" pitchFamily="18" charset="0"/>
                            </a:rPr>
                            <m:t>𝑓</m:t>
                          </m:r>
                        </m:sub>
                      </m:sSub>
                    </m:oMath>
                  </m:oMathPara>
                </a14:m>
                <a:endParaRPr lang="en-US" dirty="0"/>
              </a:p>
            </p:txBody>
          </p:sp>
        </mc:Choice>
        <mc:Fallback xmlns="">
          <p:sp>
            <p:nvSpPr>
              <p:cNvPr id="36" name="TextBox 35">
                <a:extLst>
                  <a:ext uri="{FF2B5EF4-FFF2-40B4-BE49-F238E27FC236}">
                    <a16:creationId xmlns:a16="http://schemas.microsoft.com/office/drawing/2014/main" id="{5C5D9663-E80E-BF52-754D-2E6FEE4CCCB8}"/>
                  </a:ext>
                </a:extLst>
              </p:cNvPr>
              <p:cNvSpPr txBox="1">
                <a:spLocks noRot="1" noChangeAspect="1" noMove="1" noResize="1" noEditPoints="1" noAdjustHandles="1" noChangeArrowheads="1" noChangeShapeType="1" noTextEdit="1"/>
              </p:cNvSpPr>
              <p:nvPr/>
            </p:nvSpPr>
            <p:spPr>
              <a:xfrm>
                <a:off x="1817872" y="1126085"/>
                <a:ext cx="727516" cy="325025"/>
              </a:xfrm>
              <a:prstGeom prst="rect">
                <a:avLst/>
              </a:prstGeom>
              <a:blipFill>
                <a:blip r:embed="rId5"/>
                <a:stretch>
                  <a:fillRect b="-37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D2EB021F-BCA1-8B26-8ABD-0C601FF75269}"/>
                  </a:ext>
                </a:extLst>
              </p:cNvPr>
              <p:cNvSpPr txBox="1"/>
              <p:nvPr/>
            </p:nvSpPr>
            <p:spPr>
              <a:xfrm>
                <a:off x="3908681" y="3339266"/>
                <a:ext cx="727516" cy="27514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100" i="1" smtClean="0">
                              <a:latin typeface="Cambria Math" panose="02040503050406030204" pitchFamily="18" charset="0"/>
                            </a:rPr>
                          </m:ctrlPr>
                        </m:sSubPr>
                        <m:e>
                          <m:r>
                            <a:rPr lang="en-US" sz="1100" i="1">
                              <a:latin typeface="Cambria Math" panose="02040503050406030204" pitchFamily="18" charset="0"/>
                            </a:rPr>
                            <m:t>𝑍</m:t>
                          </m:r>
                        </m:e>
                        <m:sub>
                          <m:r>
                            <a:rPr lang="en-US" sz="1100" b="0" i="1" smtClean="0">
                              <a:latin typeface="Cambria Math" panose="02040503050406030204" pitchFamily="18" charset="0"/>
                            </a:rPr>
                            <m:t>𝑓</m:t>
                          </m:r>
                        </m:sub>
                      </m:sSub>
                    </m:oMath>
                  </m:oMathPara>
                </a14:m>
                <a:endParaRPr lang="en-US" dirty="0"/>
              </a:p>
            </p:txBody>
          </p:sp>
        </mc:Choice>
        <mc:Fallback xmlns="">
          <p:sp>
            <p:nvSpPr>
              <p:cNvPr id="37" name="TextBox 36">
                <a:extLst>
                  <a:ext uri="{FF2B5EF4-FFF2-40B4-BE49-F238E27FC236}">
                    <a16:creationId xmlns:a16="http://schemas.microsoft.com/office/drawing/2014/main" id="{D2EB021F-BCA1-8B26-8ABD-0C601FF75269}"/>
                  </a:ext>
                </a:extLst>
              </p:cNvPr>
              <p:cNvSpPr txBox="1">
                <a:spLocks noRot="1" noChangeAspect="1" noMove="1" noResize="1" noEditPoints="1" noAdjustHandles="1" noChangeArrowheads="1" noChangeShapeType="1" noTextEdit="1"/>
              </p:cNvSpPr>
              <p:nvPr/>
            </p:nvSpPr>
            <p:spPr>
              <a:xfrm>
                <a:off x="3908681" y="3339266"/>
                <a:ext cx="727516" cy="275140"/>
              </a:xfrm>
              <a:prstGeom prst="rect">
                <a:avLst/>
              </a:prstGeom>
              <a:blipFill>
                <a:blip r:embed="rId6"/>
                <a:stretch>
                  <a:fillRect b="-2222"/>
                </a:stretch>
              </a:blipFill>
            </p:spPr>
            <p:txBody>
              <a:bodyPr/>
              <a:lstStyle/>
              <a:p>
                <a:r>
                  <a:rPr lang="en-US">
                    <a:noFill/>
                  </a:rPr>
                  <a:t> </a:t>
                </a:r>
              </a:p>
            </p:txBody>
          </p:sp>
        </mc:Fallback>
      </mc:AlternateContent>
      <p:sp>
        <p:nvSpPr>
          <p:cNvPr id="38" name="Rectangle 37">
            <a:extLst>
              <a:ext uri="{FF2B5EF4-FFF2-40B4-BE49-F238E27FC236}">
                <a16:creationId xmlns:a16="http://schemas.microsoft.com/office/drawing/2014/main" id="{339795CA-5BEB-9CCA-29E1-29CE4C273052}"/>
              </a:ext>
            </a:extLst>
          </p:cNvPr>
          <p:cNvSpPr/>
          <p:nvPr/>
        </p:nvSpPr>
        <p:spPr>
          <a:xfrm>
            <a:off x="6946832" y="1676513"/>
            <a:ext cx="762068" cy="49196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F8696627-D7B9-DD01-1562-C0D7558852ED}"/>
                  </a:ext>
                </a:extLst>
              </p:cNvPr>
              <p:cNvSpPr txBox="1"/>
              <p:nvPr/>
            </p:nvSpPr>
            <p:spPr>
              <a:xfrm>
                <a:off x="704361" y="1986373"/>
                <a:ext cx="72751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i="1">
                              <a:latin typeface="Cambria Math" panose="02040503050406030204" pitchFamily="18" charset="0"/>
                            </a:rPr>
                            <m:t>𝑍</m:t>
                          </m:r>
                        </m:e>
                        <m:sub>
                          <m:r>
                            <a:rPr lang="en-US" sz="1400" b="0" i="1" smtClean="0">
                              <a:latin typeface="Cambria Math" panose="02040503050406030204" pitchFamily="18" charset="0"/>
                            </a:rPr>
                            <m:t>𝑚</m:t>
                          </m:r>
                        </m:sub>
                      </m:sSub>
                    </m:oMath>
                  </m:oMathPara>
                </a14:m>
                <a:endParaRPr lang="en-US" dirty="0"/>
              </a:p>
            </p:txBody>
          </p:sp>
        </mc:Choice>
        <mc:Fallback xmlns="">
          <p:sp>
            <p:nvSpPr>
              <p:cNvPr id="39" name="TextBox 38">
                <a:extLst>
                  <a:ext uri="{FF2B5EF4-FFF2-40B4-BE49-F238E27FC236}">
                    <a16:creationId xmlns:a16="http://schemas.microsoft.com/office/drawing/2014/main" id="{F8696627-D7B9-DD01-1562-C0D7558852ED}"/>
                  </a:ext>
                </a:extLst>
              </p:cNvPr>
              <p:cNvSpPr txBox="1">
                <a:spLocks noRot="1" noChangeAspect="1" noMove="1" noResize="1" noEditPoints="1" noAdjustHandles="1" noChangeArrowheads="1" noChangeShapeType="1" noTextEdit="1"/>
              </p:cNvSpPr>
              <p:nvPr/>
            </p:nvSpPr>
            <p:spPr>
              <a:xfrm>
                <a:off x="704361" y="1986373"/>
                <a:ext cx="727516" cy="307777"/>
              </a:xfrm>
              <a:prstGeom prst="rect">
                <a:avLst/>
              </a:prstGeom>
              <a:blipFill>
                <a:blip r:embed="rId7"/>
                <a:stretch>
                  <a:fillRect/>
                </a:stretch>
              </a:blipFill>
            </p:spPr>
            <p:txBody>
              <a:bodyPr/>
              <a:lstStyle/>
              <a:p>
                <a:r>
                  <a:rPr lang="en-US">
                    <a:noFill/>
                  </a:rPr>
                  <a:t> </a:t>
                </a:r>
              </a:p>
            </p:txBody>
          </p:sp>
        </mc:Fallback>
      </mc:AlternateContent>
      <p:cxnSp>
        <p:nvCxnSpPr>
          <p:cNvPr id="41" name="Connector: Elbow 40">
            <a:extLst>
              <a:ext uri="{FF2B5EF4-FFF2-40B4-BE49-F238E27FC236}">
                <a16:creationId xmlns:a16="http://schemas.microsoft.com/office/drawing/2014/main" id="{D614B3C5-162E-5C2A-0338-8EC28ED84B9B}"/>
              </a:ext>
            </a:extLst>
          </p:cNvPr>
          <p:cNvCxnSpPr>
            <a:cxnSpLocks/>
          </p:cNvCxnSpPr>
          <p:nvPr/>
        </p:nvCxnSpPr>
        <p:spPr>
          <a:xfrm flipV="1">
            <a:off x="1101201" y="1922497"/>
            <a:ext cx="254649" cy="162522"/>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8D025642-8412-C41C-6BC0-87D9BFC3B315}"/>
                  </a:ext>
                </a:extLst>
              </p:cNvPr>
              <p:cNvSpPr txBox="1"/>
              <p:nvPr/>
            </p:nvSpPr>
            <p:spPr>
              <a:xfrm>
                <a:off x="677601" y="1746746"/>
                <a:ext cx="72751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𝑉</m:t>
                          </m:r>
                        </m:e>
                        <m:sub>
                          <m:r>
                            <a:rPr lang="en-US" sz="1400" b="0" i="1" smtClean="0">
                              <a:latin typeface="Cambria Math" panose="02040503050406030204" pitchFamily="18" charset="0"/>
                            </a:rPr>
                            <m:t>𝑖𝑛</m:t>
                          </m:r>
                        </m:sub>
                      </m:sSub>
                    </m:oMath>
                  </m:oMathPara>
                </a14:m>
                <a:endParaRPr lang="en-US" dirty="0"/>
              </a:p>
            </p:txBody>
          </p:sp>
        </mc:Choice>
        <mc:Fallback xmlns="">
          <p:sp>
            <p:nvSpPr>
              <p:cNvPr id="43" name="TextBox 42">
                <a:extLst>
                  <a:ext uri="{FF2B5EF4-FFF2-40B4-BE49-F238E27FC236}">
                    <a16:creationId xmlns:a16="http://schemas.microsoft.com/office/drawing/2014/main" id="{8D025642-8412-C41C-6BC0-87D9BFC3B315}"/>
                  </a:ext>
                </a:extLst>
              </p:cNvPr>
              <p:cNvSpPr txBox="1">
                <a:spLocks noRot="1" noChangeAspect="1" noMove="1" noResize="1" noEditPoints="1" noAdjustHandles="1" noChangeArrowheads="1" noChangeShapeType="1" noTextEdit="1"/>
              </p:cNvSpPr>
              <p:nvPr/>
            </p:nvSpPr>
            <p:spPr>
              <a:xfrm>
                <a:off x="677601" y="1746746"/>
                <a:ext cx="727516"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8BC1FA6-7207-DB58-C8A0-C39C034BFED0}"/>
                  </a:ext>
                </a:extLst>
              </p:cNvPr>
              <p:cNvSpPr txBox="1"/>
              <p:nvPr/>
            </p:nvSpPr>
            <p:spPr>
              <a:xfrm>
                <a:off x="3069483" y="1695981"/>
                <a:ext cx="72751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m:t>
                          </m:r>
                          <m:r>
                            <a:rPr lang="en-US" sz="1400" b="0" i="1" smtClean="0">
                              <a:latin typeface="Cambria Math" panose="02040503050406030204" pitchFamily="18" charset="0"/>
                            </a:rPr>
                            <m:t>𝐺</m:t>
                          </m:r>
                          <m:r>
                            <a:rPr lang="en-US" sz="1400" b="0" i="1" smtClean="0">
                              <a:latin typeface="Cambria Math" panose="02040503050406030204" pitchFamily="18" charset="0"/>
                            </a:rPr>
                            <m:t>(</m:t>
                          </m:r>
                          <m:r>
                            <a:rPr lang="en-US" sz="1400" b="0" i="1" smtClean="0">
                              <a:latin typeface="Cambria Math" panose="02040503050406030204" pitchFamily="18" charset="0"/>
                            </a:rPr>
                            <m:t>𝑠</m:t>
                          </m:r>
                          <m:r>
                            <a:rPr lang="en-US" sz="1400" b="0" i="1" smtClean="0">
                              <a:latin typeface="Cambria Math" panose="02040503050406030204" pitchFamily="18" charset="0"/>
                            </a:rPr>
                            <m:t>)</m:t>
                          </m:r>
                          <m:r>
                            <a:rPr lang="en-US" sz="1400" b="0" i="1" smtClean="0">
                              <a:latin typeface="Cambria Math" panose="02040503050406030204" pitchFamily="18" charset="0"/>
                            </a:rPr>
                            <m:t>𝑉</m:t>
                          </m:r>
                        </m:e>
                        <m:sub>
                          <m:r>
                            <a:rPr lang="en-US" sz="1400" b="0" i="1" smtClean="0">
                              <a:latin typeface="Cambria Math" panose="02040503050406030204" pitchFamily="18" charset="0"/>
                            </a:rPr>
                            <m:t>𝑖𝑛</m:t>
                          </m:r>
                        </m:sub>
                      </m:sSub>
                    </m:oMath>
                  </m:oMathPara>
                </a14:m>
                <a:endParaRPr lang="en-US" dirty="0"/>
              </a:p>
            </p:txBody>
          </p:sp>
        </mc:Choice>
        <mc:Fallback xmlns="">
          <p:sp>
            <p:nvSpPr>
              <p:cNvPr id="44" name="TextBox 43">
                <a:extLst>
                  <a:ext uri="{FF2B5EF4-FFF2-40B4-BE49-F238E27FC236}">
                    <a16:creationId xmlns:a16="http://schemas.microsoft.com/office/drawing/2014/main" id="{18BC1FA6-7207-DB58-C8A0-C39C034BFED0}"/>
                  </a:ext>
                </a:extLst>
              </p:cNvPr>
              <p:cNvSpPr txBox="1">
                <a:spLocks noRot="1" noChangeAspect="1" noMove="1" noResize="1" noEditPoints="1" noAdjustHandles="1" noChangeArrowheads="1" noChangeShapeType="1" noTextEdit="1"/>
              </p:cNvSpPr>
              <p:nvPr/>
            </p:nvSpPr>
            <p:spPr>
              <a:xfrm>
                <a:off x="3069483" y="1695981"/>
                <a:ext cx="727516" cy="307777"/>
              </a:xfrm>
              <a:prstGeom prst="rect">
                <a:avLst/>
              </a:prstGeom>
              <a:blipFill>
                <a:blip r:embed="rId9"/>
                <a:stretch>
                  <a:fillRect r="-15126" b="-78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4DC74FA1-B208-682E-F8AD-A8BB646D98A4}"/>
                  </a:ext>
                </a:extLst>
              </p:cNvPr>
              <p:cNvSpPr txBox="1"/>
              <p:nvPr/>
            </p:nvSpPr>
            <p:spPr>
              <a:xfrm>
                <a:off x="1037153" y="1222694"/>
                <a:ext cx="72751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𝐼</m:t>
                          </m:r>
                        </m:e>
                        <m:sub>
                          <m:r>
                            <a:rPr lang="en-US" sz="1400" b="0" i="1" smtClean="0">
                              <a:latin typeface="Cambria Math" panose="02040503050406030204" pitchFamily="18" charset="0"/>
                            </a:rPr>
                            <m:t>𝑖𝑛</m:t>
                          </m:r>
                        </m:sub>
                      </m:sSub>
                    </m:oMath>
                  </m:oMathPara>
                </a14:m>
                <a:endParaRPr lang="en-US" dirty="0"/>
              </a:p>
            </p:txBody>
          </p:sp>
        </mc:Choice>
        <mc:Fallback xmlns="">
          <p:sp>
            <p:nvSpPr>
              <p:cNvPr id="45" name="TextBox 44">
                <a:extLst>
                  <a:ext uri="{FF2B5EF4-FFF2-40B4-BE49-F238E27FC236}">
                    <a16:creationId xmlns:a16="http://schemas.microsoft.com/office/drawing/2014/main" id="{4DC74FA1-B208-682E-F8AD-A8BB646D98A4}"/>
                  </a:ext>
                </a:extLst>
              </p:cNvPr>
              <p:cNvSpPr txBox="1">
                <a:spLocks noRot="1" noChangeAspect="1" noMove="1" noResize="1" noEditPoints="1" noAdjustHandles="1" noChangeArrowheads="1" noChangeShapeType="1" noTextEdit="1"/>
              </p:cNvSpPr>
              <p:nvPr/>
            </p:nvSpPr>
            <p:spPr>
              <a:xfrm>
                <a:off x="1037153" y="1222694"/>
                <a:ext cx="727516" cy="307777"/>
              </a:xfrm>
              <a:prstGeom prst="rect">
                <a:avLst/>
              </a:prstGeom>
              <a:blipFill>
                <a:blip r:embed="rId10"/>
                <a:stretch>
                  <a:fillRect/>
                </a:stretch>
              </a:blipFill>
            </p:spPr>
            <p:txBody>
              <a:bodyPr/>
              <a:lstStyle/>
              <a:p>
                <a:r>
                  <a:rPr lang="en-US">
                    <a:noFill/>
                  </a:rPr>
                  <a:t> </a:t>
                </a:r>
              </a:p>
            </p:txBody>
          </p:sp>
        </mc:Fallback>
      </mc:AlternateContent>
      <p:cxnSp>
        <p:nvCxnSpPr>
          <p:cNvPr id="47" name="Connector: Elbow 46">
            <a:extLst>
              <a:ext uri="{FF2B5EF4-FFF2-40B4-BE49-F238E27FC236}">
                <a16:creationId xmlns:a16="http://schemas.microsoft.com/office/drawing/2014/main" id="{0485A230-6359-57C9-1467-5D0529B2B439}"/>
              </a:ext>
            </a:extLst>
          </p:cNvPr>
          <p:cNvCxnSpPr>
            <a:cxnSpLocks/>
          </p:cNvCxnSpPr>
          <p:nvPr/>
        </p:nvCxnSpPr>
        <p:spPr>
          <a:xfrm rot="5400000" flipH="1" flipV="1">
            <a:off x="1686799" y="1242012"/>
            <a:ext cx="90360" cy="397148"/>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95D7F3D0-6D66-867B-1095-AC25664D80A7}"/>
                  </a:ext>
                </a:extLst>
              </p:cNvPr>
              <p:cNvSpPr txBox="1"/>
              <p:nvPr/>
            </p:nvSpPr>
            <p:spPr>
              <a:xfrm>
                <a:off x="3825084" y="3719966"/>
                <a:ext cx="727516" cy="20005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700" i="1" smtClean="0">
                              <a:latin typeface="Cambria Math" panose="02040503050406030204" pitchFamily="18" charset="0"/>
                            </a:rPr>
                          </m:ctrlPr>
                        </m:sSubPr>
                        <m:e>
                          <m:r>
                            <a:rPr lang="en-US" sz="700" i="1">
                              <a:latin typeface="Cambria Math" panose="02040503050406030204" pitchFamily="18" charset="0"/>
                            </a:rPr>
                            <m:t>𝑍</m:t>
                          </m:r>
                        </m:e>
                        <m:sub>
                          <m:r>
                            <a:rPr lang="en-US" sz="700" b="0" i="1" smtClean="0">
                              <a:latin typeface="Cambria Math" panose="02040503050406030204" pitchFamily="18" charset="0"/>
                            </a:rPr>
                            <m:t>2</m:t>
                          </m:r>
                        </m:sub>
                      </m:sSub>
                    </m:oMath>
                  </m:oMathPara>
                </a14:m>
                <a:endParaRPr lang="en-US" dirty="0"/>
              </a:p>
            </p:txBody>
          </p:sp>
        </mc:Choice>
        <mc:Fallback xmlns="">
          <p:sp>
            <p:nvSpPr>
              <p:cNvPr id="53" name="TextBox 52">
                <a:extLst>
                  <a:ext uri="{FF2B5EF4-FFF2-40B4-BE49-F238E27FC236}">
                    <a16:creationId xmlns:a16="http://schemas.microsoft.com/office/drawing/2014/main" id="{95D7F3D0-6D66-867B-1095-AC25664D80A7}"/>
                  </a:ext>
                </a:extLst>
              </p:cNvPr>
              <p:cNvSpPr txBox="1">
                <a:spLocks noRot="1" noChangeAspect="1" noMove="1" noResize="1" noEditPoints="1" noAdjustHandles="1" noChangeArrowheads="1" noChangeShapeType="1" noTextEdit="1"/>
              </p:cNvSpPr>
              <p:nvPr/>
            </p:nvSpPr>
            <p:spPr>
              <a:xfrm>
                <a:off x="3825084" y="3719966"/>
                <a:ext cx="727516" cy="20005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76C2ADD3-5B1D-2D3F-A659-45A71648B941}"/>
                  </a:ext>
                </a:extLst>
              </p:cNvPr>
              <p:cNvSpPr txBox="1"/>
              <p:nvPr/>
            </p:nvSpPr>
            <p:spPr>
              <a:xfrm>
                <a:off x="3576501" y="3926009"/>
                <a:ext cx="727516" cy="20005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700" i="1" smtClean="0">
                              <a:latin typeface="Cambria Math" panose="02040503050406030204" pitchFamily="18" charset="0"/>
                            </a:rPr>
                          </m:ctrlPr>
                        </m:sSubPr>
                        <m:e>
                          <m:r>
                            <a:rPr lang="en-US" sz="700" i="1">
                              <a:latin typeface="Cambria Math" panose="02040503050406030204" pitchFamily="18" charset="0"/>
                            </a:rPr>
                            <m:t>𝑍</m:t>
                          </m:r>
                        </m:e>
                        <m:sub>
                          <m:r>
                            <a:rPr lang="en-US" sz="700" b="0" i="1" smtClean="0">
                              <a:latin typeface="Cambria Math" panose="02040503050406030204" pitchFamily="18" charset="0"/>
                            </a:rPr>
                            <m:t>1</m:t>
                          </m:r>
                        </m:sub>
                      </m:sSub>
                    </m:oMath>
                  </m:oMathPara>
                </a14:m>
                <a:endParaRPr lang="en-US" dirty="0"/>
              </a:p>
            </p:txBody>
          </p:sp>
        </mc:Choice>
        <mc:Fallback xmlns="">
          <p:sp>
            <p:nvSpPr>
              <p:cNvPr id="54" name="TextBox 53">
                <a:extLst>
                  <a:ext uri="{FF2B5EF4-FFF2-40B4-BE49-F238E27FC236}">
                    <a16:creationId xmlns:a16="http://schemas.microsoft.com/office/drawing/2014/main" id="{76C2ADD3-5B1D-2D3F-A659-45A71648B941}"/>
                  </a:ext>
                </a:extLst>
              </p:cNvPr>
              <p:cNvSpPr txBox="1">
                <a:spLocks noRot="1" noChangeAspect="1" noMove="1" noResize="1" noEditPoints="1" noAdjustHandles="1" noChangeArrowheads="1" noChangeShapeType="1" noTextEdit="1"/>
              </p:cNvSpPr>
              <p:nvPr/>
            </p:nvSpPr>
            <p:spPr>
              <a:xfrm>
                <a:off x="3576501" y="3926009"/>
                <a:ext cx="727516" cy="200055"/>
              </a:xfrm>
              <a:prstGeom prst="rect">
                <a:avLst/>
              </a:prstGeom>
              <a:blipFill>
                <a:blip r:embed="rId12"/>
                <a:stretch>
                  <a:fillRect/>
                </a:stretch>
              </a:blipFill>
            </p:spPr>
            <p:txBody>
              <a:bodyPr/>
              <a:lstStyle/>
              <a:p>
                <a:r>
                  <a:rPr lang="en-US">
                    <a:noFill/>
                  </a:rPr>
                  <a:t> </a:t>
                </a:r>
              </a:p>
            </p:txBody>
          </p:sp>
        </mc:Fallback>
      </mc:AlternateContent>
      <p:sp>
        <p:nvSpPr>
          <p:cNvPr id="55" name="Arrow: Right 54">
            <a:extLst>
              <a:ext uri="{FF2B5EF4-FFF2-40B4-BE49-F238E27FC236}">
                <a16:creationId xmlns:a16="http://schemas.microsoft.com/office/drawing/2014/main" id="{576F4C7F-7479-E0E0-72FA-48703D832064}"/>
              </a:ext>
            </a:extLst>
          </p:cNvPr>
          <p:cNvSpPr/>
          <p:nvPr/>
        </p:nvSpPr>
        <p:spPr>
          <a:xfrm>
            <a:off x="4040347" y="1676513"/>
            <a:ext cx="1058100" cy="105598"/>
          </a:xfrm>
          <a:prstGeom prst="rightArrow">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E3B7AD2D-BD33-DF59-2DD1-96CD7ADE4396}"/>
                  </a:ext>
                </a:extLst>
              </p:cNvPr>
              <p:cNvSpPr txBox="1"/>
              <p:nvPr/>
            </p:nvSpPr>
            <p:spPr>
              <a:xfrm>
                <a:off x="1737723" y="1762380"/>
                <a:ext cx="914400" cy="2539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𝐺</m:t>
                      </m:r>
                    </m:oMath>
                  </m:oMathPara>
                </a14:m>
                <a:endParaRPr lang="en-US" sz="1050" dirty="0"/>
              </a:p>
            </p:txBody>
          </p:sp>
        </mc:Choice>
        <mc:Fallback xmlns="">
          <p:sp>
            <p:nvSpPr>
              <p:cNvPr id="56" name="TextBox 55">
                <a:extLst>
                  <a:ext uri="{FF2B5EF4-FFF2-40B4-BE49-F238E27FC236}">
                    <a16:creationId xmlns:a16="http://schemas.microsoft.com/office/drawing/2014/main" id="{E3B7AD2D-BD33-DF59-2DD1-96CD7ADE4396}"/>
                  </a:ext>
                </a:extLst>
              </p:cNvPr>
              <p:cNvSpPr txBox="1">
                <a:spLocks noRot="1" noChangeAspect="1" noMove="1" noResize="1" noEditPoints="1" noAdjustHandles="1" noChangeArrowheads="1" noChangeShapeType="1" noTextEdit="1"/>
              </p:cNvSpPr>
              <p:nvPr/>
            </p:nvSpPr>
            <p:spPr>
              <a:xfrm>
                <a:off x="1737723" y="1762380"/>
                <a:ext cx="914400"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18E39A97-7998-CEBB-42D7-73C10FE28E95}"/>
                  </a:ext>
                </a:extLst>
              </p:cNvPr>
              <p:cNvSpPr txBox="1"/>
              <p:nvPr/>
            </p:nvSpPr>
            <p:spPr>
              <a:xfrm>
                <a:off x="704361" y="2401046"/>
                <a:ext cx="5251053" cy="457369"/>
              </a:xfrm>
              <a:prstGeom prst="rect">
                <a:avLst/>
              </a:prstGeom>
              <a:noFill/>
            </p:spPr>
            <p:txBody>
              <a:bodyPr wrap="none" rtlCol="0">
                <a:spAutoFit/>
              </a:bodyPr>
              <a:lstStyle/>
              <a:p>
                <a14:m>
                  <m:oMath xmlns:m="http://schemas.openxmlformats.org/officeDocument/2006/math">
                    <m:sSub>
                      <m:sSubPr>
                        <m:ctrlPr>
                          <a:rPr lang="en-US" sz="1400" i="1" smtClean="0">
                            <a:latin typeface="Cambria Math" panose="02040503050406030204" pitchFamily="18" charset="0"/>
                          </a:rPr>
                        </m:ctrlPr>
                      </m:sSubPr>
                      <m:e>
                        <m:r>
                          <a:rPr lang="en-US" sz="1400" i="1">
                            <a:latin typeface="Cambria Math" panose="02040503050406030204" pitchFamily="18" charset="0"/>
                          </a:rPr>
                          <m:t>𝐼</m:t>
                        </m:r>
                      </m:e>
                      <m:sub>
                        <m:r>
                          <a:rPr lang="en-US" sz="1400" i="1">
                            <a:latin typeface="Cambria Math" panose="02040503050406030204" pitchFamily="18" charset="0"/>
                          </a:rPr>
                          <m:t>𝑖𝑛</m:t>
                        </m:r>
                      </m:sub>
                    </m:sSub>
                    <m:r>
                      <a:rPr lang="en-US" sz="1400" b="0" i="1" smtClean="0">
                        <a:latin typeface="Cambria Math" panose="02040503050406030204" pitchFamily="18" charset="0"/>
                      </a:rPr>
                      <m:t>= </m:t>
                    </m:r>
                    <m:f>
                      <m:fPr>
                        <m:ctrlPr>
                          <a:rPr lang="en-US" sz="1400" b="0" i="1" smtClean="0">
                            <a:latin typeface="Cambria Math" panose="02040503050406030204" pitchFamily="18" charset="0"/>
                          </a:rPr>
                        </m:ctrlPr>
                      </m:fPr>
                      <m:num>
                        <m:sSub>
                          <m:sSubPr>
                            <m:ctrlPr>
                              <a:rPr lang="en-US" sz="1400" i="1">
                                <a:latin typeface="Cambria Math" panose="02040503050406030204" pitchFamily="18" charset="0"/>
                              </a:rPr>
                            </m:ctrlPr>
                          </m:sSubPr>
                          <m:e>
                            <m:r>
                              <a:rPr lang="en-US" sz="1400" i="1">
                                <a:latin typeface="Cambria Math" panose="02040503050406030204" pitchFamily="18" charset="0"/>
                              </a:rPr>
                              <m:t>𝑉</m:t>
                            </m:r>
                          </m:e>
                          <m:sub>
                            <m:r>
                              <a:rPr lang="en-US" sz="1400" i="1">
                                <a:latin typeface="Cambria Math" panose="02040503050406030204" pitchFamily="18" charset="0"/>
                              </a:rPr>
                              <m:t>𝑖𝑛</m:t>
                            </m:r>
                          </m:sub>
                        </m:sSub>
                        <m:r>
                          <a:rPr lang="en-US" sz="1400" b="0" i="1" smtClean="0">
                            <a:latin typeface="Cambria Math" panose="02040503050406030204" pitchFamily="18" charset="0"/>
                          </a:rPr>
                          <m:t>(1+</m:t>
                        </m:r>
                        <m:r>
                          <a:rPr lang="en-US" sz="1400" b="0" i="1" smtClean="0">
                            <a:latin typeface="Cambria Math" panose="02040503050406030204" pitchFamily="18" charset="0"/>
                          </a:rPr>
                          <m:t>𝐺</m:t>
                        </m:r>
                        <m:r>
                          <a:rPr lang="en-US" sz="1400" b="0" i="1" smtClean="0">
                            <a:latin typeface="Cambria Math" panose="02040503050406030204" pitchFamily="18" charset="0"/>
                          </a:rPr>
                          <m:t>(</m:t>
                        </m:r>
                        <m:r>
                          <a:rPr lang="en-US" sz="1400" b="0" i="1" smtClean="0">
                            <a:latin typeface="Cambria Math" panose="02040503050406030204" pitchFamily="18" charset="0"/>
                          </a:rPr>
                          <m:t>𝑠</m:t>
                        </m:r>
                        <m:r>
                          <a:rPr lang="en-US" sz="1400" b="0" i="1" smtClean="0">
                            <a:latin typeface="Cambria Math" panose="02040503050406030204" pitchFamily="18" charset="0"/>
                          </a:rPr>
                          <m:t>))</m:t>
                        </m:r>
                      </m:num>
                      <m:den>
                        <m:sSub>
                          <m:sSubPr>
                            <m:ctrlPr>
                              <a:rPr lang="en-US" sz="1400" i="1">
                                <a:latin typeface="Cambria Math" panose="02040503050406030204" pitchFamily="18" charset="0"/>
                              </a:rPr>
                            </m:ctrlPr>
                          </m:sSubPr>
                          <m:e>
                            <m:r>
                              <a:rPr lang="en-US" sz="1400" i="1">
                                <a:latin typeface="Cambria Math" panose="02040503050406030204" pitchFamily="18" charset="0"/>
                              </a:rPr>
                              <m:t>𝑍</m:t>
                            </m:r>
                          </m:e>
                          <m:sub>
                            <m:r>
                              <a:rPr lang="en-US" sz="1400" i="1">
                                <a:latin typeface="Cambria Math" panose="02040503050406030204" pitchFamily="18" charset="0"/>
                              </a:rPr>
                              <m:t>𝑓</m:t>
                            </m:r>
                          </m:sub>
                        </m:sSub>
                      </m:den>
                    </m:f>
                  </m:oMath>
                </a14:m>
                <a:r>
                  <a:rPr lang="en-US" sz="1400" dirty="0"/>
                  <a:t>   </a:t>
                </a:r>
                <a14:m>
                  <m:oMath xmlns:m="http://schemas.openxmlformats.org/officeDocument/2006/math">
                    <m:r>
                      <a:rPr lang="en-US" sz="1400" i="1" dirty="0" smtClean="0">
                        <a:latin typeface="Cambria Math" panose="02040503050406030204" pitchFamily="18" charset="0"/>
                        <a:ea typeface="Cambria Math" panose="02040503050406030204" pitchFamily="18" charset="0"/>
                      </a:rPr>
                      <m:t>=&gt;</m:t>
                    </m:r>
                    <m:r>
                      <a:rPr lang="en-US" sz="1400" b="0" i="1" dirty="0" smtClean="0">
                        <a:latin typeface="Cambria Math" panose="02040503050406030204" pitchFamily="18" charset="0"/>
                        <a:ea typeface="Cambria Math" panose="02040503050406030204" pitchFamily="18" charset="0"/>
                      </a:rPr>
                      <m:t> </m:t>
                    </m:r>
                    <m:f>
                      <m:fPr>
                        <m:ctrlPr>
                          <a:rPr lang="en-US" sz="1400" b="0" i="1" dirty="0" smtClean="0">
                            <a:latin typeface="Cambria Math" panose="02040503050406030204" pitchFamily="18" charset="0"/>
                            <a:ea typeface="Cambria Math" panose="02040503050406030204" pitchFamily="18" charset="0"/>
                          </a:rPr>
                        </m:ctrlPr>
                      </m:fPr>
                      <m:num>
                        <m:sSub>
                          <m:sSubPr>
                            <m:ctrlPr>
                              <a:rPr lang="en-US" sz="1400" i="1">
                                <a:latin typeface="Cambria Math" panose="02040503050406030204" pitchFamily="18" charset="0"/>
                              </a:rPr>
                            </m:ctrlPr>
                          </m:sSubPr>
                          <m:e>
                            <m:r>
                              <a:rPr lang="en-US" sz="1400" i="1">
                                <a:latin typeface="Cambria Math" panose="02040503050406030204" pitchFamily="18" charset="0"/>
                              </a:rPr>
                              <m:t>𝑉</m:t>
                            </m:r>
                          </m:e>
                          <m:sub>
                            <m:r>
                              <a:rPr lang="en-US" sz="1400" i="1">
                                <a:latin typeface="Cambria Math" panose="02040503050406030204" pitchFamily="18" charset="0"/>
                              </a:rPr>
                              <m:t>𝑖𝑛</m:t>
                            </m:r>
                          </m:sub>
                        </m:sSub>
                      </m:num>
                      <m:den>
                        <m:sSub>
                          <m:sSubPr>
                            <m:ctrlPr>
                              <a:rPr lang="en-US" sz="1400" i="1">
                                <a:latin typeface="Cambria Math" panose="02040503050406030204" pitchFamily="18" charset="0"/>
                              </a:rPr>
                            </m:ctrlPr>
                          </m:sSubPr>
                          <m:e>
                            <m:r>
                              <a:rPr lang="en-US" sz="1400" i="1">
                                <a:latin typeface="Cambria Math" panose="02040503050406030204" pitchFamily="18" charset="0"/>
                              </a:rPr>
                              <m:t>𝐼</m:t>
                            </m:r>
                          </m:e>
                          <m:sub>
                            <m:r>
                              <a:rPr lang="en-US" sz="1400" i="1">
                                <a:latin typeface="Cambria Math" panose="02040503050406030204" pitchFamily="18" charset="0"/>
                              </a:rPr>
                              <m:t>𝑖𝑛</m:t>
                            </m:r>
                          </m:sub>
                        </m:sSub>
                      </m:den>
                    </m:f>
                    <m:r>
                      <a:rPr lang="en-US" sz="1400" b="0" i="1" dirty="0" smtClean="0">
                        <a:latin typeface="Cambria Math" panose="02040503050406030204" pitchFamily="18" charset="0"/>
                        <a:ea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𝑍</m:t>
                        </m:r>
                      </m:e>
                      <m:sub>
                        <m:r>
                          <a:rPr lang="en-US" sz="1400" b="0" i="1" smtClean="0">
                            <a:latin typeface="Cambria Math" panose="02040503050406030204" pitchFamily="18" charset="0"/>
                          </a:rPr>
                          <m:t>𝑚</m:t>
                        </m:r>
                      </m:sub>
                    </m:sSub>
                    <m:r>
                      <a:rPr lang="en-US" sz="1400" b="0" i="1" smtClean="0">
                        <a:latin typeface="Cambria Math" panose="02040503050406030204" pitchFamily="18" charset="0"/>
                      </a:rPr>
                      <m:t>=</m:t>
                    </m:r>
                    <m:f>
                      <m:fPr>
                        <m:ctrlPr>
                          <a:rPr lang="en-US" sz="1400" b="0" i="1" dirty="0" smtClean="0">
                            <a:latin typeface="Cambria Math" panose="02040503050406030204" pitchFamily="18" charset="0"/>
                            <a:ea typeface="Cambria Math" panose="02040503050406030204" pitchFamily="18" charset="0"/>
                          </a:rPr>
                        </m:ctrlPr>
                      </m:fPr>
                      <m:num>
                        <m:sSub>
                          <m:sSubPr>
                            <m:ctrlPr>
                              <a:rPr lang="en-US" sz="1400" i="1">
                                <a:latin typeface="Cambria Math" panose="02040503050406030204" pitchFamily="18" charset="0"/>
                              </a:rPr>
                            </m:ctrlPr>
                          </m:sSubPr>
                          <m:e>
                            <m:r>
                              <a:rPr lang="en-US" sz="1400" i="1">
                                <a:latin typeface="Cambria Math" panose="02040503050406030204" pitchFamily="18" charset="0"/>
                              </a:rPr>
                              <m:t>𝑍</m:t>
                            </m:r>
                          </m:e>
                          <m:sub>
                            <m:r>
                              <a:rPr lang="en-US" sz="1400" i="1">
                                <a:latin typeface="Cambria Math" panose="02040503050406030204" pitchFamily="18" charset="0"/>
                              </a:rPr>
                              <m:t>𝑓</m:t>
                            </m:r>
                          </m:sub>
                        </m:sSub>
                      </m:num>
                      <m:den>
                        <m:r>
                          <a:rPr lang="en-US" sz="1400" b="0" i="1" dirty="0" smtClean="0">
                            <a:latin typeface="Cambria Math" panose="02040503050406030204" pitchFamily="18" charset="0"/>
                            <a:ea typeface="Cambria Math" panose="02040503050406030204" pitchFamily="18" charset="0"/>
                          </a:rPr>
                          <m:t>(1+</m:t>
                        </m:r>
                        <m:r>
                          <a:rPr lang="en-US" sz="1400" b="0" i="1" dirty="0" smtClean="0">
                            <a:latin typeface="Cambria Math" panose="02040503050406030204" pitchFamily="18" charset="0"/>
                            <a:ea typeface="Cambria Math" panose="02040503050406030204" pitchFamily="18" charset="0"/>
                          </a:rPr>
                          <m:t>𝐺</m:t>
                        </m:r>
                        <m:r>
                          <a:rPr lang="en-US" sz="1400" b="0" i="1" dirty="0" smtClean="0">
                            <a:latin typeface="Cambria Math" panose="02040503050406030204" pitchFamily="18" charset="0"/>
                            <a:ea typeface="Cambria Math" panose="02040503050406030204" pitchFamily="18" charset="0"/>
                          </a:rPr>
                          <m:t>(</m:t>
                        </m:r>
                        <m:r>
                          <a:rPr lang="en-US" sz="1400" b="0" i="1" dirty="0" smtClean="0">
                            <a:latin typeface="Cambria Math" panose="02040503050406030204" pitchFamily="18" charset="0"/>
                            <a:ea typeface="Cambria Math" panose="02040503050406030204" pitchFamily="18" charset="0"/>
                          </a:rPr>
                          <m:t>𝑠</m:t>
                        </m:r>
                        <m:r>
                          <a:rPr lang="en-US" sz="1400" b="0" i="1" dirty="0" smtClean="0">
                            <a:latin typeface="Cambria Math" panose="02040503050406030204" pitchFamily="18" charset="0"/>
                            <a:ea typeface="Cambria Math" panose="02040503050406030204" pitchFamily="18" charset="0"/>
                          </a:rPr>
                          <m:t>))</m:t>
                        </m:r>
                      </m:den>
                    </m:f>
                    <m:r>
                      <a:rPr lang="en-US" sz="1400" b="0" i="0" dirty="0" smtClean="0">
                        <a:latin typeface="Cambria Math" panose="02040503050406030204" pitchFamily="18" charset="0"/>
                        <a:ea typeface="Cambria Math" panose="02040503050406030204" pitchFamily="18" charset="0"/>
                      </a:rPr>
                      <m:t> </m:t>
                    </m:r>
                    <m:r>
                      <a:rPr lang="en-US" sz="1400" i="1" dirty="0">
                        <a:latin typeface="Cambria Math" panose="02040503050406030204" pitchFamily="18" charset="0"/>
                        <a:ea typeface="Cambria Math" panose="02040503050406030204" pitchFamily="18" charset="0"/>
                      </a:rPr>
                      <m:t>=&gt;</m:t>
                    </m:r>
                  </m:oMath>
                </a14:m>
                <a:r>
                  <a:rPr lang="en-US" sz="1400" dirty="0"/>
                  <a:t> </a:t>
                </a:r>
                <a14:m>
                  <m:oMath xmlns:m="http://schemas.openxmlformats.org/officeDocument/2006/math">
                    <m:sSub>
                      <m:sSubPr>
                        <m:ctrlPr>
                          <a:rPr lang="en-US" sz="1400" i="1">
                            <a:latin typeface="Cambria Math" panose="02040503050406030204" pitchFamily="18" charset="0"/>
                          </a:rPr>
                        </m:ctrlPr>
                      </m:sSubPr>
                      <m:e>
                        <m:r>
                          <a:rPr lang="en-US" sz="1400" b="0" i="1" smtClean="0">
                            <a:latin typeface="Cambria Math" panose="02040503050406030204" pitchFamily="18" charset="0"/>
                          </a:rPr>
                          <m:t>𝐶</m:t>
                        </m:r>
                      </m:e>
                      <m:sub>
                        <m:r>
                          <a:rPr lang="en-US" sz="1400" i="1">
                            <a:latin typeface="Cambria Math" panose="02040503050406030204" pitchFamily="18" charset="0"/>
                          </a:rPr>
                          <m:t>𝑚</m:t>
                        </m:r>
                      </m:sub>
                    </m:sSub>
                    <m:r>
                      <a:rPr lang="en-US" sz="1400" b="0" i="1" smtClean="0">
                        <a:latin typeface="Cambria Math" panose="02040503050406030204" pitchFamily="18" charset="0"/>
                      </a:rPr>
                      <m:t>= </m:t>
                    </m:r>
                    <m:sSub>
                      <m:sSubPr>
                        <m:ctrlPr>
                          <a:rPr lang="en-US" sz="1400" i="1">
                            <a:latin typeface="Cambria Math" panose="02040503050406030204" pitchFamily="18" charset="0"/>
                          </a:rPr>
                        </m:ctrlPr>
                      </m:sSubPr>
                      <m:e>
                        <m:r>
                          <a:rPr lang="en-US" sz="1400" b="0" i="1" smtClean="0">
                            <a:latin typeface="Cambria Math" panose="02040503050406030204" pitchFamily="18" charset="0"/>
                          </a:rPr>
                          <m:t>𝐶</m:t>
                        </m:r>
                      </m:e>
                      <m:sub>
                        <m:r>
                          <a:rPr lang="en-US" sz="1400" i="1">
                            <a:latin typeface="Cambria Math" panose="02040503050406030204" pitchFamily="18" charset="0"/>
                          </a:rPr>
                          <m:t>𝑓</m:t>
                        </m:r>
                      </m:sub>
                    </m:sSub>
                    <m:r>
                      <a:rPr lang="en-US" sz="1400" b="0" i="0" smtClean="0">
                        <a:latin typeface="Cambria Math" panose="02040503050406030204" pitchFamily="18" charset="0"/>
                      </a:rPr>
                      <m:t>(1+</m:t>
                    </m:r>
                    <m:r>
                      <m:rPr>
                        <m:sty m:val="p"/>
                      </m:rPr>
                      <a:rPr lang="en-US" sz="1400" b="0" i="0" smtClean="0">
                        <a:latin typeface="Cambria Math" panose="02040503050406030204" pitchFamily="18" charset="0"/>
                      </a:rPr>
                      <m:t>G</m:t>
                    </m:r>
                    <m:r>
                      <a:rPr lang="en-US" sz="1400" b="0" i="0" smtClean="0">
                        <a:latin typeface="Cambria Math" panose="02040503050406030204" pitchFamily="18" charset="0"/>
                      </a:rPr>
                      <m:t>(</m:t>
                    </m:r>
                    <m:r>
                      <m:rPr>
                        <m:sty m:val="p"/>
                      </m:rPr>
                      <a:rPr lang="en-US" sz="1400" b="0" i="0" smtClean="0">
                        <a:latin typeface="Cambria Math" panose="02040503050406030204" pitchFamily="18" charset="0"/>
                      </a:rPr>
                      <m:t>s</m:t>
                    </m:r>
                    <m:r>
                      <a:rPr lang="en-US" sz="1400" b="0" i="0" smtClean="0">
                        <a:latin typeface="Cambria Math" panose="02040503050406030204" pitchFamily="18" charset="0"/>
                      </a:rPr>
                      <m:t>))</m:t>
                    </m:r>
                  </m:oMath>
                </a14:m>
                <a:endParaRPr lang="en-US" sz="1400" dirty="0"/>
              </a:p>
            </p:txBody>
          </p:sp>
        </mc:Choice>
        <mc:Fallback xmlns="">
          <p:sp>
            <p:nvSpPr>
              <p:cNvPr id="58" name="TextBox 57">
                <a:extLst>
                  <a:ext uri="{FF2B5EF4-FFF2-40B4-BE49-F238E27FC236}">
                    <a16:creationId xmlns:a16="http://schemas.microsoft.com/office/drawing/2014/main" id="{18E39A97-7998-CEBB-42D7-73C10FE28E95}"/>
                  </a:ext>
                </a:extLst>
              </p:cNvPr>
              <p:cNvSpPr txBox="1">
                <a:spLocks noRot="1" noChangeAspect="1" noMove="1" noResize="1" noEditPoints="1" noAdjustHandles="1" noChangeArrowheads="1" noChangeShapeType="1" noTextEdit="1"/>
              </p:cNvSpPr>
              <p:nvPr/>
            </p:nvSpPr>
            <p:spPr>
              <a:xfrm>
                <a:off x="704361" y="2401046"/>
                <a:ext cx="5251053" cy="457369"/>
              </a:xfrm>
              <a:prstGeom prst="rect">
                <a:avLst/>
              </a:prstGeom>
              <a:blipFill>
                <a:blip r:embed="rId14"/>
                <a:stretch>
                  <a:fillRect b="-1333"/>
                </a:stretch>
              </a:blipFill>
            </p:spPr>
            <p:txBody>
              <a:bodyPr/>
              <a:lstStyle/>
              <a:p>
                <a:r>
                  <a:rPr lang="en-US">
                    <a:noFill/>
                  </a:rPr>
                  <a:t> </a:t>
                </a:r>
              </a:p>
            </p:txBody>
          </p:sp>
        </mc:Fallback>
      </mc:AlternateContent>
      <p:cxnSp>
        <p:nvCxnSpPr>
          <p:cNvPr id="60" name="Straight Arrow Connector 59">
            <a:extLst>
              <a:ext uri="{FF2B5EF4-FFF2-40B4-BE49-F238E27FC236}">
                <a16:creationId xmlns:a16="http://schemas.microsoft.com/office/drawing/2014/main" id="{40104E22-5F92-C257-4A18-CF54AB7E93CD}"/>
              </a:ext>
            </a:extLst>
          </p:cNvPr>
          <p:cNvCxnSpPr>
            <a:cxnSpLocks/>
          </p:cNvCxnSpPr>
          <p:nvPr/>
        </p:nvCxnSpPr>
        <p:spPr>
          <a:xfrm flipV="1">
            <a:off x="6045465" y="2480059"/>
            <a:ext cx="0" cy="1877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5044ED19-FC03-C588-16FF-4B1EEE814C4F}"/>
              </a:ext>
            </a:extLst>
          </p:cNvPr>
          <p:cNvSpPr/>
          <p:nvPr/>
        </p:nvSpPr>
        <p:spPr>
          <a:xfrm>
            <a:off x="4304016" y="2480060"/>
            <a:ext cx="1606429" cy="300672"/>
          </a:xfrm>
          <a:prstGeom prst="rect">
            <a:avLst/>
          </a:prstGeom>
          <a:no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31BBC837-5B2B-3501-E08C-AB93E6F4391D}"/>
              </a:ext>
            </a:extLst>
          </p:cNvPr>
          <p:cNvSpPr txBox="1"/>
          <p:nvPr/>
        </p:nvSpPr>
        <p:spPr>
          <a:xfrm>
            <a:off x="440871" y="3371850"/>
            <a:ext cx="2228495" cy="430887"/>
          </a:xfrm>
          <a:prstGeom prst="rect">
            <a:avLst/>
          </a:prstGeom>
          <a:noFill/>
        </p:spPr>
        <p:txBody>
          <a:bodyPr wrap="none" rtlCol="0">
            <a:spAutoFit/>
          </a:bodyPr>
          <a:lstStyle/>
          <a:p>
            <a:r>
              <a:rPr lang="en-US" sz="1100" dirty="0"/>
              <a:t>Thus the overall setup</a:t>
            </a:r>
          </a:p>
          <a:p>
            <a:r>
              <a:rPr lang="en-US" sz="1100" dirty="0"/>
              <a:t> of an AEF is something like this:</a:t>
            </a:r>
          </a:p>
        </p:txBody>
      </p:sp>
      <p:sp>
        <p:nvSpPr>
          <p:cNvPr id="68" name="Isosceles Triangle 67">
            <a:extLst>
              <a:ext uri="{FF2B5EF4-FFF2-40B4-BE49-F238E27FC236}">
                <a16:creationId xmlns:a16="http://schemas.microsoft.com/office/drawing/2014/main" id="{C9A1071C-483F-0F8D-D770-9C1B505FA8B2}"/>
              </a:ext>
            </a:extLst>
          </p:cNvPr>
          <p:cNvSpPr/>
          <p:nvPr/>
        </p:nvSpPr>
        <p:spPr>
          <a:xfrm flipV="1">
            <a:off x="3348170" y="4588362"/>
            <a:ext cx="98717" cy="45719"/>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a:extLst>
              <a:ext uri="{FF2B5EF4-FFF2-40B4-BE49-F238E27FC236}">
                <a16:creationId xmlns:a16="http://schemas.microsoft.com/office/drawing/2014/main" id="{B59BD92A-4CB4-589A-6A2C-05299B4A5310}"/>
              </a:ext>
            </a:extLst>
          </p:cNvPr>
          <p:cNvCxnSpPr>
            <a:cxnSpLocks/>
          </p:cNvCxnSpPr>
          <p:nvPr/>
        </p:nvCxnSpPr>
        <p:spPr>
          <a:xfrm>
            <a:off x="3397528" y="4216359"/>
            <a:ext cx="0" cy="373942"/>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F2CFEC43-8CAD-00E5-8BFC-25C3C1323646}"/>
              </a:ext>
            </a:extLst>
          </p:cNvPr>
          <p:cNvCxnSpPr>
            <a:cxnSpLocks/>
          </p:cNvCxnSpPr>
          <p:nvPr/>
        </p:nvCxnSpPr>
        <p:spPr>
          <a:xfrm>
            <a:off x="3397528" y="3371850"/>
            <a:ext cx="0" cy="765814"/>
          </a:xfrm>
          <a:prstGeom prst="line">
            <a:avLst/>
          </a:prstGeom>
          <a:ln>
            <a:tailEnd type="none"/>
          </a:ln>
        </p:spPr>
        <p:style>
          <a:lnRef idx="1">
            <a:schemeClr val="dk1"/>
          </a:lnRef>
          <a:fillRef idx="0">
            <a:schemeClr val="dk1"/>
          </a:fillRef>
          <a:effectRef idx="0">
            <a:schemeClr val="dk1"/>
          </a:effectRef>
          <a:fontRef idx="minor">
            <a:schemeClr val="tx1"/>
          </a:fontRef>
        </p:style>
      </p:cxnSp>
      <p:sp>
        <p:nvSpPr>
          <p:cNvPr id="73" name="Rectangle 72">
            <a:extLst>
              <a:ext uri="{FF2B5EF4-FFF2-40B4-BE49-F238E27FC236}">
                <a16:creationId xmlns:a16="http://schemas.microsoft.com/office/drawing/2014/main" id="{501797B0-6BA8-B021-CCC7-E355E45E5222}"/>
              </a:ext>
            </a:extLst>
          </p:cNvPr>
          <p:cNvSpPr/>
          <p:nvPr/>
        </p:nvSpPr>
        <p:spPr>
          <a:xfrm>
            <a:off x="3038589" y="3317327"/>
            <a:ext cx="271455" cy="103237"/>
          </a:xfrm>
          <a:prstGeom prst="rect">
            <a:avLst/>
          </a:prstGeom>
          <a:ln w="190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4" name="Rectangle 73">
            <a:extLst>
              <a:ext uri="{FF2B5EF4-FFF2-40B4-BE49-F238E27FC236}">
                <a16:creationId xmlns:a16="http://schemas.microsoft.com/office/drawing/2014/main" id="{2F1645A5-2BE1-1D5A-44A3-691192B273BB}"/>
              </a:ext>
            </a:extLst>
          </p:cNvPr>
          <p:cNvSpPr/>
          <p:nvPr/>
        </p:nvSpPr>
        <p:spPr>
          <a:xfrm>
            <a:off x="4826992" y="3316763"/>
            <a:ext cx="271455" cy="95614"/>
          </a:xfrm>
          <a:prstGeom prst="rect">
            <a:avLst/>
          </a:prstGeom>
          <a:ln w="190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22E8D3F2-9194-7421-1342-05600C882136}"/>
              </a:ext>
            </a:extLst>
          </p:cNvPr>
          <p:cNvCxnSpPr>
            <a:cxnSpLocks/>
            <a:endCxn id="74" idx="1"/>
          </p:cNvCxnSpPr>
          <p:nvPr/>
        </p:nvCxnSpPr>
        <p:spPr>
          <a:xfrm>
            <a:off x="3297880" y="3364570"/>
            <a:ext cx="1529112" cy="0"/>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77" name="Straight Connector 76">
            <a:extLst>
              <a:ext uri="{FF2B5EF4-FFF2-40B4-BE49-F238E27FC236}">
                <a16:creationId xmlns:a16="http://schemas.microsoft.com/office/drawing/2014/main" id="{5A956B2B-D6B3-2E6A-73C0-4473942D64AA}"/>
              </a:ext>
            </a:extLst>
          </p:cNvPr>
          <p:cNvCxnSpPr>
            <a:cxnSpLocks/>
          </p:cNvCxnSpPr>
          <p:nvPr/>
        </p:nvCxnSpPr>
        <p:spPr>
          <a:xfrm>
            <a:off x="2730500" y="3819399"/>
            <a:ext cx="212839" cy="0"/>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79" name="Straight Connector 78">
            <a:extLst>
              <a:ext uri="{FF2B5EF4-FFF2-40B4-BE49-F238E27FC236}">
                <a16:creationId xmlns:a16="http://schemas.microsoft.com/office/drawing/2014/main" id="{64356E70-3776-EA44-10BB-B06377C17A25}"/>
              </a:ext>
            </a:extLst>
          </p:cNvPr>
          <p:cNvCxnSpPr>
            <a:cxnSpLocks/>
          </p:cNvCxnSpPr>
          <p:nvPr/>
        </p:nvCxnSpPr>
        <p:spPr>
          <a:xfrm flipH="1">
            <a:off x="2787650" y="3900976"/>
            <a:ext cx="98726" cy="0"/>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85" name="Straight Connector 84">
            <a:extLst>
              <a:ext uri="{FF2B5EF4-FFF2-40B4-BE49-F238E27FC236}">
                <a16:creationId xmlns:a16="http://schemas.microsoft.com/office/drawing/2014/main" id="{C18332E5-E148-C52F-50BC-FFBA27DF4594}"/>
              </a:ext>
            </a:extLst>
          </p:cNvPr>
          <p:cNvCxnSpPr>
            <a:cxnSpLocks/>
          </p:cNvCxnSpPr>
          <p:nvPr/>
        </p:nvCxnSpPr>
        <p:spPr>
          <a:xfrm>
            <a:off x="2836919" y="3371956"/>
            <a:ext cx="201670" cy="0"/>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88" name="Straight Connector 87">
            <a:extLst>
              <a:ext uri="{FF2B5EF4-FFF2-40B4-BE49-F238E27FC236}">
                <a16:creationId xmlns:a16="http://schemas.microsoft.com/office/drawing/2014/main" id="{97A1C43D-F6E4-C041-D2DE-9A18F6C97D69}"/>
              </a:ext>
            </a:extLst>
          </p:cNvPr>
          <p:cNvCxnSpPr>
            <a:cxnSpLocks/>
          </p:cNvCxnSpPr>
          <p:nvPr/>
        </p:nvCxnSpPr>
        <p:spPr>
          <a:xfrm>
            <a:off x="5098447" y="3373150"/>
            <a:ext cx="201670" cy="0"/>
          </a:xfrm>
          <a:prstGeom prst="line">
            <a:avLst/>
          </a:prstGeom>
          <a:ln>
            <a:tailEnd type="none"/>
          </a:ln>
        </p:spPr>
        <p:style>
          <a:lnRef idx="1">
            <a:schemeClr val="dk1"/>
          </a:lnRef>
          <a:fillRef idx="0">
            <a:schemeClr val="dk1"/>
          </a:fillRef>
          <a:effectRef idx="0">
            <a:schemeClr val="dk1"/>
          </a:effectRef>
          <a:fontRef idx="minor">
            <a:schemeClr val="tx1"/>
          </a:fontRef>
        </p:style>
      </p:cxnSp>
      <p:sp>
        <p:nvSpPr>
          <p:cNvPr id="89" name="Rectangle 88">
            <a:extLst>
              <a:ext uri="{FF2B5EF4-FFF2-40B4-BE49-F238E27FC236}">
                <a16:creationId xmlns:a16="http://schemas.microsoft.com/office/drawing/2014/main" id="{0AD81EDF-B67E-A40F-5B8C-FA3F40D419C7}"/>
              </a:ext>
            </a:extLst>
          </p:cNvPr>
          <p:cNvSpPr/>
          <p:nvPr/>
        </p:nvSpPr>
        <p:spPr>
          <a:xfrm rot="16200000">
            <a:off x="4985771" y="3785532"/>
            <a:ext cx="601997" cy="144235"/>
          </a:xfrm>
          <a:prstGeom prst="rect">
            <a:avLst/>
          </a:prstGeom>
          <a:ln w="190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B7F5A6AE-4897-997C-BE4F-E2223E6CF2BB}"/>
              </a:ext>
            </a:extLst>
          </p:cNvPr>
          <p:cNvCxnSpPr>
            <a:cxnSpLocks/>
          </p:cNvCxnSpPr>
          <p:nvPr/>
        </p:nvCxnSpPr>
        <p:spPr>
          <a:xfrm>
            <a:off x="2836919" y="3360250"/>
            <a:ext cx="0" cy="442487"/>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92" name="Straight Connector 91">
            <a:extLst>
              <a:ext uri="{FF2B5EF4-FFF2-40B4-BE49-F238E27FC236}">
                <a16:creationId xmlns:a16="http://schemas.microsoft.com/office/drawing/2014/main" id="{1B11F8ED-6CAC-DC73-F928-4EF8C0E558CC}"/>
              </a:ext>
            </a:extLst>
          </p:cNvPr>
          <p:cNvCxnSpPr>
            <a:cxnSpLocks/>
          </p:cNvCxnSpPr>
          <p:nvPr/>
        </p:nvCxnSpPr>
        <p:spPr>
          <a:xfrm>
            <a:off x="2836919" y="3900976"/>
            <a:ext cx="0" cy="588474"/>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94" name="Straight Connector 93">
            <a:extLst>
              <a:ext uri="{FF2B5EF4-FFF2-40B4-BE49-F238E27FC236}">
                <a16:creationId xmlns:a16="http://schemas.microsoft.com/office/drawing/2014/main" id="{B27156DD-5C4E-D2A8-F35F-69F2E7A4C4B3}"/>
              </a:ext>
            </a:extLst>
          </p:cNvPr>
          <p:cNvCxnSpPr>
            <a:cxnSpLocks/>
            <a:endCxn id="89" idx="3"/>
          </p:cNvCxnSpPr>
          <p:nvPr/>
        </p:nvCxnSpPr>
        <p:spPr>
          <a:xfrm>
            <a:off x="5284751" y="3368945"/>
            <a:ext cx="2019" cy="187706"/>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96" name="Straight Connector 95">
            <a:extLst>
              <a:ext uri="{FF2B5EF4-FFF2-40B4-BE49-F238E27FC236}">
                <a16:creationId xmlns:a16="http://schemas.microsoft.com/office/drawing/2014/main" id="{CA5E9588-5F55-AE1D-A302-79B7F37713E6}"/>
              </a:ext>
            </a:extLst>
          </p:cNvPr>
          <p:cNvCxnSpPr>
            <a:cxnSpLocks/>
          </p:cNvCxnSpPr>
          <p:nvPr/>
        </p:nvCxnSpPr>
        <p:spPr>
          <a:xfrm>
            <a:off x="5298098" y="4158648"/>
            <a:ext cx="0" cy="330802"/>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B432B0F0-44ED-10D7-FB17-C4738A290060}"/>
              </a:ext>
            </a:extLst>
          </p:cNvPr>
          <p:cNvCxnSpPr>
            <a:cxnSpLocks/>
          </p:cNvCxnSpPr>
          <p:nvPr/>
        </p:nvCxnSpPr>
        <p:spPr>
          <a:xfrm>
            <a:off x="2817713" y="4482170"/>
            <a:ext cx="2480385" cy="7280"/>
          </a:xfrm>
          <a:prstGeom prst="line">
            <a:avLst/>
          </a:prstGeom>
          <a:ln>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5443A52D-1392-6CD2-D2D2-D69D76109FF0}"/>
                  </a:ext>
                </a:extLst>
              </p:cNvPr>
              <p:cNvSpPr txBox="1"/>
              <p:nvPr/>
            </p:nvSpPr>
            <p:spPr>
              <a:xfrm>
                <a:off x="2836919" y="3047437"/>
                <a:ext cx="727516"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100" i="1" smtClean="0">
                              <a:latin typeface="Cambria Math" panose="02040503050406030204" pitchFamily="18" charset="0"/>
                            </a:rPr>
                          </m:ctrlPr>
                        </m:sSubPr>
                        <m:e>
                          <m:r>
                            <a:rPr lang="en-US" sz="1100" i="1">
                              <a:latin typeface="Cambria Math" panose="02040503050406030204" pitchFamily="18" charset="0"/>
                            </a:rPr>
                            <m:t>𝑍</m:t>
                          </m:r>
                        </m:e>
                        <m:sub>
                          <m:r>
                            <a:rPr lang="en-US" sz="1100" b="0" i="1" smtClean="0">
                              <a:latin typeface="Cambria Math" panose="02040503050406030204" pitchFamily="18" charset="0"/>
                            </a:rPr>
                            <m:t>𝑜</m:t>
                          </m:r>
                        </m:sub>
                      </m:sSub>
                    </m:oMath>
                  </m:oMathPara>
                </a14:m>
                <a:endParaRPr lang="en-US" dirty="0"/>
              </a:p>
            </p:txBody>
          </p:sp>
        </mc:Choice>
        <mc:Fallback xmlns="">
          <p:sp>
            <p:nvSpPr>
              <p:cNvPr id="104" name="TextBox 103">
                <a:extLst>
                  <a:ext uri="{FF2B5EF4-FFF2-40B4-BE49-F238E27FC236}">
                    <a16:creationId xmlns:a16="http://schemas.microsoft.com/office/drawing/2014/main" id="{5443A52D-1392-6CD2-D2D2-D69D76109FF0}"/>
                  </a:ext>
                </a:extLst>
              </p:cNvPr>
              <p:cNvSpPr txBox="1">
                <a:spLocks noRot="1" noChangeAspect="1" noMove="1" noResize="1" noEditPoints="1" noAdjustHandles="1" noChangeArrowheads="1" noChangeShapeType="1" noTextEdit="1"/>
              </p:cNvSpPr>
              <p:nvPr/>
            </p:nvSpPr>
            <p:spPr>
              <a:xfrm>
                <a:off x="2836919" y="3047437"/>
                <a:ext cx="727516" cy="261610"/>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D728D478-6817-FD91-D80D-96A31C582112}"/>
                  </a:ext>
                </a:extLst>
              </p:cNvPr>
              <p:cNvSpPr txBox="1"/>
              <p:nvPr/>
            </p:nvSpPr>
            <p:spPr>
              <a:xfrm>
                <a:off x="4611768" y="3027982"/>
                <a:ext cx="727516"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100" i="1" smtClean="0">
                              <a:latin typeface="Cambria Math" panose="02040503050406030204" pitchFamily="18" charset="0"/>
                            </a:rPr>
                          </m:ctrlPr>
                        </m:sSubPr>
                        <m:e>
                          <m:r>
                            <a:rPr lang="en-US" sz="1100" i="1">
                              <a:latin typeface="Cambria Math" panose="02040503050406030204" pitchFamily="18" charset="0"/>
                            </a:rPr>
                            <m:t>𝑍</m:t>
                          </m:r>
                        </m:e>
                        <m:sub>
                          <m:r>
                            <a:rPr lang="en-US" sz="1100" b="0" i="1" smtClean="0">
                              <a:latin typeface="Cambria Math" panose="02040503050406030204" pitchFamily="18" charset="0"/>
                            </a:rPr>
                            <m:t>𝑖</m:t>
                          </m:r>
                        </m:sub>
                      </m:sSub>
                    </m:oMath>
                  </m:oMathPara>
                </a14:m>
                <a:endParaRPr lang="en-US" dirty="0"/>
              </a:p>
            </p:txBody>
          </p:sp>
        </mc:Choice>
        <mc:Fallback xmlns="">
          <p:sp>
            <p:nvSpPr>
              <p:cNvPr id="105" name="TextBox 104">
                <a:extLst>
                  <a:ext uri="{FF2B5EF4-FFF2-40B4-BE49-F238E27FC236}">
                    <a16:creationId xmlns:a16="http://schemas.microsoft.com/office/drawing/2014/main" id="{D728D478-6817-FD91-D80D-96A31C582112}"/>
                  </a:ext>
                </a:extLst>
              </p:cNvPr>
              <p:cNvSpPr txBox="1">
                <a:spLocks noRot="1" noChangeAspect="1" noMove="1" noResize="1" noEditPoints="1" noAdjustHandles="1" noChangeArrowheads="1" noChangeShapeType="1" noTextEdit="1"/>
              </p:cNvSpPr>
              <p:nvPr/>
            </p:nvSpPr>
            <p:spPr>
              <a:xfrm>
                <a:off x="4611768" y="3027982"/>
                <a:ext cx="727516" cy="261610"/>
              </a:xfrm>
              <a:prstGeom prst="rect">
                <a:avLst/>
              </a:prstGeom>
              <a:blipFill>
                <a:blip r:embed="rId16"/>
                <a:stretch>
                  <a:fillRect/>
                </a:stretch>
              </a:blipFill>
            </p:spPr>
            <p:txBody>
              <a:bodyPr/>
              <a:lstStyle/>
              <a:p>
                <a:r>
                  <a:rPr lang="en-US">
                    <a:noFill/>
                  </a:rPr>
                  <a:t> </a:t>
                </a:r>
              </a:p>
            </p:txBody>
          </p:sp>
        </mc:Fallback>
      </mc:AlternateContent>
      <p:sp>
        <p:nvSpPr>
          <p:cNvPr id="106" name="TextBox 105">
            <a:extLst>
              <a:ext uri="{FF2B5EF4-FFF2-40B4-BE49-F238E27FC236}">
                <a16:creationId xmlns:a16="http://schemas.microsoft.com/office/drawing/2014/main" id="{71349974-022D-0027-6285-1708FAFD4584}"/>
              </a:ext>
            </a:extLst>
          </p:cNvPr>
          <p:cNvSpPr txBox="1"/>
          <p:nvPr/>
        </p:nvSpPr>
        <p:spPr>
          <a:xfrm rot="16200000">
            <a:off x="4752054" y="3760846"/>
            <a:ext cx="691215" cy="230832"/>
          </a:xfrm>
          <a:prstGeom prst="rect">
            <a:avLst/>
          </a:prstGeom>
          <a:noFill/>
        </p:spPr>
        <p:txBody>
          <a:bodyPr wrap="none" rtlCol="0">
            <a:spAutoFit/>
          </a:bodyPr>
          <a:lstStyle/>
          <a:p>
            <a:r>
              <a:rPr lang="en-US" sz="900" dirty="0"/>
              <a:t>Converter</a:t>
            </a:r>
          </a:p>
        </p:txBody>
      </p:sp>
      <p:cxnSp>
        <p:nvCxnSpPr>
          <p:cNvPr id="108" name="Straight Connector 107">
            <a:extLst>
              <a:ext uri="{FF2B5EF4-FFF2-40B4-BE49-F238E27FC236}">
                <a16:creationId xmlns:a16="http://schemas.microsoft.com/office/drawing/2014/main" id="{3088E7C6-9D12-5E63-4CCB-FA52B9300C7B}"/>
              </a:ext>
            </a:extLst>
          </p:cNvPr>
          <p:cNvCxnSpPr/>
          <p:nvPr/>
        </p:nvCxnSpPr>
        <p:spPr>
          <a:xfrm>
            <a:off x="6661408" y="4238862"/>
            <a:ext cx="342900" cy="0"/>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110" name="Straight Connector 109">
            <a:extLst>
              <a:ext uri="{FF2B5EF4-FFF2-40B4-BE49-F238E27FC236}">
                <a16:creationId xmlns:a16="http://schemas.microsoft.com/office/drawing/2014/main" id="{65D9B391-5F8C-5EEC-C647-73D521AC951F}"/>
              </a:ext>
            </a:extLst>
          </p:cNvPr>
          <p:cNvCxnSpPr>
            <a:cxnSpLocks/>
          </p:cNvCxnSpPr>
          <p:nvPr/>
        </p:nvCxnSpPr>
        <p:spPr>
          <a:xfrm>
            <a:off x="7844181" y="4193100"/>
            <a:ext cx="246690" cy="0"/>
          </a:xfrm>
          <a:prstGeom prst="line">
            <a:avLst/>
          </a:prstGeom>
          <a:ln>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7C51AC39-E2BC-7578-54CD-D4AB0BA0F804}"/>
                  </a:ext>
                </a:extLst>
              </p:cNvPr>
              <p:cNvSpPr txBox="1"/>
              <p:nvPr/>
            </p:nvSpPr>
            <p:spPr>
              <a:xfrm>
                <a:off x="7444228" y="3561160"/>
                <a:ext cx="727516" cy="2585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000" i="1" smtClean="0">
                              <a:latin typeface="Cambria Math" panose="02040503050406030204" pitchFamily="18" charset="0"/>
                            </a:rPr>
                          </m:ctrlPr>
                        </m:sSubPr>
                        <m:e>
                          <m:r>
                            <a:rPr lang="en-US" sz="1000" i="1">
                              <a:latin typeface="Cambria Math" panose="02040503050406030204" pitchFamily="18" charset="0"/>
                            </a:rPr>
                            <m:t>𝑍</m:t>
                          </m:r>
                        </m:e>
                        <m:sub>
                          <m:r>
                            <a:rPr lang="en-US" sz="1000" b="0" i="1" smtClean="0">
                              <a:latin typeface="Cambria Math" panose="02040503050406030204" pitchFamily="18" charset="0"/>
                            </a:rPr>
                            <m:t>𝑓</m:t>
                          </m:r>
                        </m:sub>
                      </m:sSub>
                    </m:oMath>
                  </m:oMathPara>
                </a14:m>
                <a:endParaRPr lang="en-US" dirty="0"/>
              </a:p>
            </p:txBody>
          </p:sp>
        </mc:Choice>
        <mc:Fallback xmlns="">
          <p:sp>
            <p:nvSpPr>
              <p:cNvPr id="116" name="TextBox 115">
                <a:extLst>
                  <a:ext uri="{FF2B5EF4-FFF2-40B4-BE49-F238E27FC236}">
                    <a16:creationId xmlns:a16="http://schemas.microsoft.com/office/drawing/2014/main" id="{7C51AC39-E2BC-7578-54CD-D4AB0BA0F804}"/>
                  </a:ext>
                </a:extLst>
              </p:cNvPr>
              <p:cNvSpPr txBox="1">
                <a:spLocks noRot="1" noChangeAspect="1" noMove="1" noResize="1" noEditPoints="1" noAdjustHandles="1" noChangeArrowheads="1" noChangeShapeType="1" noTextEdit="1"/>
              </p:cNvSpPr>
              <p:nvPr/>
            </p:nvSpPr>
            <p:spPr>
              <a:xfrm>
                <a:off x="7444228" y="3561160"/>
                <a:ext cx="727516" cy="2585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C6D48007-FB2C-DB45-7954-68BB6AE151CC}"/>
                  </a:ext>
                </a:extLst>
              </p:cNvPr>
              <p:cNvSpPr txBox="1"/>
              <p:nvPr/>
            </p:nvSpPr>
            <p:spPr>
              <a:xfrm>
                <a:off x="7133577" y="3723424"/>
                <a:ext cx="727516" cy="20005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700" i="1" smtClean="0">
                              <a:latin typeface="Cambria Math" panose="02040503050406030204" pitchFamily="18" charset="0"/>
                            </a:rPr>
                          </m:ctrlPr>
                        </m:sSubPr>
                        <m:e>
                          <m:r>
                            <a:rPr lang="en-US" sz="700" i="1">
                              <a:latin typeface="Cambria Math" panose="02040503050406030204" pitchFamily="18" charset="0"/>
                            </a:rPr>
                            <m:t>𝑍</m:t>
                          </m:r>
                        </m:e>
                        <m:sub>
                          <m:r>
                            <a:rPr lang="en-US" sz="700" b="0" i="1" smtClean="0">
                              <a:latin typeface="Cambria Math" panose="02040503050406030204" pitchFamily="18" charset="0"/>
                            </a:rPr>
                            <m:t>2</m:t>
                          </m:r>
                        </m:sub>
                      </m:sSub>
                    </m:oMath>
                  </m:oMathPara>
                </a14:m>
                <a:endParaRPr lang="en-US" dirty="0"/>
              </a:p>
            </p:txBody>
          </p:sp>
        </mc:Choice>
        <mc:Fallback xmlns="">
          <p:sp>
            <p:nvSpPr>
              <p:cNvPr id="117" name="TextBox 116">
                <a:extLst>
                  <a:ext uri="{FF2B5EF4-FFF2-40B4-BE49-F238E27FC236}">
                    <a16:creationId xmlns:a16="http://schemas.microsoft.com/office/drawing/2014/main" id="{C6D48007-FB2C-DB45-7954-68BB6AE151CC}"/>
                  </a:ext>
                </a:extLst>
              </p:cNvPr>
              <p:cNvSpPr txBox="1">
                <a:spLocks noRot="1" noChangeAspect="1" noMove="1" noResize="1" noEditPoints="1" noAdjustHandles="1" noChangeArrowheads="1" noChangeShapeType="1" noTextEdit="1"/>
              </p:cNvSpPr>
              <p:nvPr/>
            </p:nvSpPr>
            <p:spPr>
              <a:xfrm>
                <a:off x="7133577" y="3723424"/>
                <a:ext cx="727516" cy="200055"/>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318055EA-628F-6290-79A4-4BF24DAB6563}"/>
                  </a:ext>
                </a:extLst>
              </p:cNvPr>
              <p:cNvSpPr txBox="1"/>
              <p:nvPr/>
            </p:nvSpPr>
            <p:spPr>
              <a:xfrm>
                <a:off x="6784235" y="3602365"/>
                <a:ext cx="727516" cy="20005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700" i="1" smtClean="0">
                              <a:latin typeface="Cambria Math" panose="02040503050406030204" pitchFamily="18" charset="0"/>
                            </a:rPr>
                          </m:ctrlPr>
                        </m:sSubPr>
                        <m:e>
                          <m:r>
                            <a:rPr lang="en-US" sz="700" i="1">
                              <a:latin typeface="Cambria Math" panose="02040503050406030204" pitchFamily="18" charset="0"/>
                            </a:rPr>
                            <m:t>𝑍</m:t>
                          </m:r>
                        </m:e>
                        <m:sub>
                          <m:r>
                            <a:rPr lang="en-US" sz="700" b="0" i="1" smtClean="0">
                              <a:latin typeface="Cambria Math" panose="02040503050406030204" pitchFamily="18" charset="0"/>
                            </a:rPr>
                            <m:t>1</m:t>
                          </m:r>
                        </m:sub>
                      </m:sSub>
                    </m:oMath>
                  </m:oMathPara>
                </a14:m>
                <a:endParaRPr lang="en-US" dirty="0"/>
              </a:p>
            </p:txBody>
          </p:sp>
        </mc:Choice>
        <mc:Fallback xmlns="">
          <p:sp>
            <p:nvSpPr>
              <p:cNvPr id="118" name="TextBox 117">
                <a:extLst>
                  <a:ext uri="{FF2B5EF4-FFF2-40B4-BE49-F238E27FC236}">
                    <a16:creationId xmlns:a16="http://schemas.microsoft.com/office/drawing/2014/main" id="{318055EA-628F-6290-79A4-4BF24DAB6563}"/>
                  </a:ext>
                </a:extLst>
              </p:cNvPr>
              <p:cNvSpPr txBox="1">
                <a:spLocks noRot="1" noChangeAspect="1" noMove="1" noResize="1" noEditPoints="1" noAdjustHandles="1" noChangeArrowheads="1" noChangeShapeType="1" noTextEdit="1"/>
              </p:cNvSpPr>
              <p:nvPr/>
            </p:nvSpPr>
            <p:spPr>
              <a:xfrm>
                <a:off x="6784235" y="3602365"/>
                <a:ext cx="727516" cy="200055"/>
              </a:xfrm>
              <a:prstGeom prst="rect">
                <a:avLst/>
              </a:prstGeom>
              <a:blipFill>
                <a:blip r:embed="rId19"/>
                <a:stretch>
                  <a:fillRect/>
                </a:stretch>
              </a:blipFill>
            </p:spPr>
            <p:txBody>
              <a:bodyPr/>
              <a:lstStyle/>
              <a:p>
                <a:r>
                  <a:rPr lang="en-US">
                    <a:noFill/>
                  </a:rPr>
                  <a:t> </a:t>
                </a:r>
              </a:p>
            </p:txBody>
          </p:sp>
        </mc:Fallback>
      </mc:AlternateContent>
      <p:sp>
        <p:nvSpPr>
          <p:cNvPr id="119" name="Isosceles Triangle 118">
            <a:extLst>
              <a:ext uri="{FF2B5EF4-FFF2-40B4-BE49-F238E27FC236}">
                <a16:creationId xmlns:a16="http://schemas.microsoft.com/office/drawing/2014/main" id="{5D81EC5D-53FB-7C94-97F1-70566AACB19C}"/>
              </a:ext>
            </a:extLst>
          </p:cNvPr>
          <p:cNvSpPr/>
          <p:nvPr/>
        </p:nvSpPr>
        <p:spPr>
          <a:xfrm flipV="1">
            <a:off x="6612049" y="4610865"/>
            <a:ext cx="98717" cy="45719"/>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0" name="Straight Connector 119">
            <a:extLst>
              <a:ext uri="{FF2B5EF4-FFF2-40B4-BE49-F238E27FC236}">
                <a16:creationId xmlns:a16="http://schemas.microsoft.com/office/drawing/2014/main" id="{4617BD4C-CBA3-FEBF-74BE-6429350F86FF}"/>
              </a:ext>
            </a:extLst>
          </p:cNvPr>
          <p:cNvCxnSpPr>
            <a:cxnSpLocks/>
          </p:cNvCxnSpPr>
          <p:nvPr/>
        </p:nvCxnSpPr>
        <p:spPr>
          <a:xfrm>
            <a:off x="6661407" y="4238862"/>
            <a:ext cx="0" cy="373942"/>
          </a:xfrm>
          <a:prstGeom prst="line">
            <a:avLst/>
          </a:prstGeom>
          <a:ln>
            <a:tailEnd type="none"/>
          </a:ln>
        </p:spPr>
        <p:style>
          <a:lnRef idx="1">
            <a:schemeClr val="dk1"/>
          </a:lnRef>
          <a:fillRef idx="0">
            <a:schemeClr val="dk1"/>
          </a:fillRef>
          <a:effectRef idx="0">
            <a:schemeClr val="dk1"/>
          </a:effectRef>
          <a:fontRef idx="minor">
            <a:schemeClr val="tx1"/>
          </a:fontRef>
        </p:style>
      </p:cxnSp>
      <p:sp>
        <p:nvSpPr>
          <p:cNvPr id="122" name="Rectangle 121">
            <a:extLst>
              <a:ext uri="{FF2B5EF4-FFF2-40B4-BE49-F238E27FC236}">
                <a16:creationId xmlns:a16="http://schemas.microsoft.com/office/drawing/2014/main" id="{36FCEFE8-C6E7-9B8C-AF3C-2422C4C23169}"/>
              </a:ext>
            </a:extLst>
          </p:cNvPr>
          <p:cNvSpPr/>
          <p:nvPr/>
        </p:nvSpPr>
        <p:spPr>
          <a:xfrm>
            <a:off x="6302468" y="3339830"/>
            <a:ext cx="271455" cy="103237"/>
          </a:xfrm>
          <a:prstGeom prst="rect">
            <a:avLst/>
          </a:prstGeom>
          <a:ln w="190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3" name="Rectangle 122">
            <a:extLst>
              <a:ext uri="{FF2B5EF4-FFF2-40B4-BE49-F238E27FC236}">
                <a16:creationId xmlns:a16="http://schemas.microsoft.com/office/drawing/2014/main" id="{DB20B7F8-A8E8-F414-A874-B4318AF3E6D3}"/>
              </a:ext>
            </a:extLst>
          </p:cNvPr>
          <p:cNvSpPr/>
          <p:nvPr/>
        </p:nvSpPr>
        <p:spPr>
          <a:xfrm>
            <a:off x="8090871" y="3339266"/>
            <a:ext cx="271455" cy="95614"/>
          </a:xfrm>
          <a:prstGeom prst="rect">
            <a:avLst/>
          </a:prstGeom>
          <a:ln w="190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24" name="Straight Connector 123">
            <a:extLst>
              <a:ext uri="{FF2B5EF4-FFF2-40B4-BE49-F238E27FC236}">
                <a16:creationId xmlns:a16="http://schemas.microsoft.com/office/drawing/2014/main" id="{8464E440-3B2D-117C-65F8-5BF7E6937D9C}"/>
              </a:ext>
            </a:extLst>
          </p:cNvPr>
          <p:cNvCxnSpPr>
            <a:cxnSpLocks/>
            <a:endCxn id="123" idx="1"/>
          </p:cNvCxnSpPr>
          <p:nvPr/>
        </p:nvCxnSpPr>
        <p:spPr>
          <a:xfrm>
            <a:off x="6561759" y="3387073"/>
            <a:ext cx="1529112" cy="0"/>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125" name="Straight Connector 124">
            <a:extLst>
              <a:ext uri="{FF2B5EF4-FFF2-40B4-BE49-F238E27FC236}">
                <a16:creationId xmlns:a16="http://schemas.microsoft.com/office/drawing/2014/main" id="{9BEA6A2E-4DEF-A1E7-C0BE-838F22693823}"/>
              </a:ext>
            </a:extLst>
          </p:cNvPr>
          <p:cNvCxnSpPr>
            <a:cxnSpLocks/>
          </p:cNvCxnSpPr>
          <p:nvPr/>
        </p:nvCxnSpPr>
        <p:spPr>
          <a:xfrm>
            <a:off x="5994379" y="3841902"/>
            <a:ext cx="212839" cy="0"/>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126" name="Straight Connector 125">
            <a:extLst>
              <a:ext uri="{FF2B5EF4-FFF2-40B4-BE49-F238E27FC236}">
                <a16:creationId xmlns:a16="http://schemas.microsoft.com/office/drawing/2014/main" id="{0DFF962F-8EE7-2811-47DB-3D88869FFD03}"/>
              </a:ext>
            </a:extLst>
          </p:cNvPr>
          <p:cNvCxnSpPr>
            <a:cxnSpLocks/>
          </p:cNvCxnSpPr>
          <p:nvPr/>
        </p:nvCxnSpPr>
        <p:spPr>
          <a:xfrm flipH="1">
            <a:off x="6051529" y="3923479"/>
            <a:ext cx="98726" cy="0"/>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127" name="Straight Connector 126">
            <a:extLst>
              <a:ext uri="{FF2B5EF4-FFF2-40B4-BE49-F238E27FC236}">
                <a16:creationId xmlns:a16="http://schemas.microsoft.com/office/drawing/2014/main" id="{FA6305D7-334B-0EF7-A60F-C98AF75F60DA}"/>
              </a:ext>
            </a:extLst>
          </p:cNvPr>
          <p:cNvCxnSpPr>
            <a:cxnSpLocks/>
          </p:cNvCxnSpPr>
          <p:nvPr/>
        </p:nvCxnSpPr>
        <p:spPr>
          <a:xfrm>
            <a:off x="6100798" y="3394459"/>
            <a:ext cx="201670" cy="0"/>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128" name="Straight Connector 127">
            <a:extLst>
              <a:ext uri="{FF2B5EF4-FFF2-40B4-BE49-F238E27FC236}">
                <a16:creationId xmlns:a16="http://schemas.microsoft.com/office/drawing/2014/main" id="{2772EDA7-B66E-703B-776F-06C65C0488B6}"/>
              </a:ext>
            </a:extLst>
          </p:cNvPr>
          <p:cNvCxnSpPr>
            <a:cxnSpLocks/>
          </p:cNvCxnSpPr>
          <p:nvPr/>
        </p:nvCxnSpPr>
        <p:spPr>
          <a:xfrm>
            <a:off x="8362326" y="3395653"/>
            <a:ext cx="201670" cy="0"/>
          </a:xfrm>
          <a:prstGeom prst="line">
            <a:avLst/>
          </a:prstGeom>
          <a:ln>
            <a:tailEnd type="none"/>
          </a:ln>
        </p:spPr>
        <p:style>
          <a:lnRef idx="1">
            <a:schemeClr val="dk1"/>
          </a:lnRef>
          <a:fillRef idx="0">
            <a:schemeClr val="dk1"/>
          </a:fillRef>
          <a:effectRef idx="0">
            <a:schemeClr val="dk1"/>
          </a:effectRef>
          <a:fontRef idx="minor">
            <a:schemeClr val="tx1"/>
          </a:fontRef>
        </p:style>
      </p:cxnSp>
      <p:sp>
        <p:nvSpPr>
          <p:cNvPr id="129" name="Rectangle 128">
            <a:extLst>
              <a:ext uri="{FF2B5EF4-FFF2-40B4-BE49-F238E27FC236}">
                <a16:creationId xmlns:a16="http://schemas.microsoft.com/office/drawing/2014/main" id="{C6FFED94-C2AF-D894-FDD6-1B2083DB4C33}"/>
              </a:ext>
            </a:extLst>
          </p:cNvPr>
          <p:cNvSpPr/>
          <p:nvPr/>
        </p:nvSpPr>
        <p:spPr>
          <a:xfrm rot="16200000">
            <a:off x="8249650" y="3808035"/>
            <a:ext cx="601997" cy="144235"/>
          </a:xfrm>
          <a:prstGeom prst="rect">
            <a:avLst/>
          </a:prstGeom>
          <a:ln w="190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30" name="Straight Connector 129">
            <a:extLst>
              <a:ext uri="{FF2B5EF4-FFF2-40B4-BE49-F238E27FC236}">
                <a16:creationId xmlns:a16="http://schemas.microsoft.com/office/drawing/2014/main" id="{878AC18E-2257-0468-A75E-4708861CCF9B}"/>
              </a:ext>
            </a:extLst>
          </p:cNvPr>
          <p:cNvCxnSpPr>
            <a:cxnSpLocks/>
          </p:cNvCxnSpPr>
          <p:nvPr/>
        </p:nvCxnSpPr>
        <p:spPr>
          <a:xfrm>
            <a:off x="6100798" y="3382753"/>
            <a:ext cx="0" cy="442487"/>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131" name="Straight Connector 130">
            <a:extLst>
              <a:ext uri="{FF2B5EF4-FFF2-40B4-BE49-F238E27FC236}">
                <a16:creationId xmlns:a16="http://schemas.microsoft.com/office/drawing/2014/main" id="{3F775CBA-ABF5-136D-6912-40B14D257FB5}"/>
              </a:ext>
            </a:extLst>
          </p:cNvPr>
          <p:cNvCxnSpPr>
            <a:cxnSpLocks/>
          </p:cNvCxnSpPr>
          <p:nvPr/>
        </p:nvCxnSpPr>
        <p:spPr>
          <a:xfrm>
            <a:off x="6100798" y="3923479"/>
            <a:ext cx="0" cy="588474"/>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132" name="Straight Connector 131">
            <a:extLst>
              <a:ext uri="{FF2B5EF4-FFF2-40B4-BE49-F238E27FC236}">
                <a16:creationId xmlns:a16="http://schemas.microsoft.com/office/drawing/2014/main" id="{26372F62-2600-3AEC-189E-C2A141548E4C}"/>
              </a:ext>
            </a:extLst>
          </p:cNvPr>
          <p:cNvCxnSpPr>
            <a:cxnSpLocks/>
            <a:endCxn id="129" idx="3"/>
          </p:cNvCxnSpPr>
          <p:nvPr/>
        </p:nvCxnSpPr>
        <p:spPr>
          <a:xfrm>
            <a:off x="8548630" y="3391448"/>
            <a:ext cx="2019" cy="187706"/>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133" name="Straight Connector 132">
            <a:extLst>
              <a:ext uri="{FF2B5EF4-FFF2-40B4-BE49-F238E27FC236}">
                <a16:creationId xmlns:a16="http://schemas.microsoft.com/office/drawing/2014/main" id="{66AEC6AF-4E31-9C16-5C9A-E4049C95D88A}"/>
              </a:ext>
            </a:extLst>
          </p:cNvPr>
          <p:cNvCxnSpPr>
            <a:cxnSpLocks/>
          </p:cNvCxnSpPr>
          <p:nvPr/>
        </p:nvCxnSpPr>
        <p:spPr>
          <a:xfrm>
            <a:off x="8561977" y="4181151"/>
            <a:ext cx="0" cy="330802"/>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134" name="Straight Connector 133">
            <a:extLst>
              <a:ext uri="{FF2B5EF4-FFF2-40B4-BE49-F238E27FC236}">
                <a16:creationId xmlns:a16="http://schemas.microsoft.com/office/drawing/2014/main" id="{9C57EF03-D3C2-C636-89F5-715783B92075}"/>
              </a:ext>
            </a:extLst>
          </p:cNvPr>
          <p:cNvCxnSpPr>
            <a:cxnSpLocks/>
          </p:cNvCxnSpPr>
          <p:nvPr/>
        </p:nvCxnSpPr>
        <p:spPr>
          <a:xfrm>
            <a:off x="6081592" y="4504673"/>
            <a:ext cx="2480385" cy="7280"/>
          </a:xfrm>
          <a:prstGeom prst="line">
            <a:avLst/>
          </a:prstGeom>
          <a:ln>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DDC99D28-824D-C9BB-E900-7C564B25B47A}"/>
                  </a:ext>
                </a:extLst>
              </p:cNvPr>
              <p:cNvSpPr txBox="1"/>
              <p:nvPr/>
            </p:nvSpPr>
            <p:spPr>
              <a:xfrm>
                <a:off x="6100798" y="3069940"/>
                <a:ext cx="727516"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100" i="1" smtClean="0">
                              <a:latin typeface="Cambria Math" panose="02040503050406030204" pitchFamily="18" charset="0"/>
                            </a:rPr>
                          </m:ctrlPr>
                        </m:sSubPr>
                        <m:e>
                          <m:r>
                            <a:rPr lang="en-US" sz="1100" i="1">
                              <a:latin typeface="Cambria Math" panose="02040503050406030204" pitchFamily="18" charset="0"/>
                            </a:rPr>
                            <m:t>𝑍</m:t>
                          </m:r>
                        </m:e>
                        <m:sub>
                          <m:r>
                            <a:rPr lang="en-US" sz="1100" b="0" i="1" smtClean="0">
                              <a:latin typeface="Cambria Math" panose="02040503050406030204" pitchFamily="18" charset="0"/>
                            </a:rPr>
                            <m:t>𝑜</m:t>
                          </m:r>
                        </m:sub>
                      </m:sSub>
                    </m:oMath>
                  </m:oMathPara>
                </a14:m>
                <a:endParaRPr lang="en-US" dirty="0"/>
              </a:p>
            </p:txBody>
          </p:sp>
        </mc:Choice>
        <mc:Fallback xmlns="">
          <p:sp>
            <p:nvSpPr>
              <p:cNvPr id="135" name="TextBox 134">
                <a:extLst>
                  <a:ext uri="{FF2B5EF4-FFF2-40B4-BE49-F238E27FC236}">
                    <a16:creationId xmlns:a16="http://schemas.microsoft.com/office/drawing/2014/main" id="{DDC99D28-824D-C9BB-E900-7C564B25B47A}"/>
                  </a:ext>
                </a:extLst>
              </p:cNvPr>
              <p:cNvSpPr txBox="1">
                <a:spLocks noRot="1" noChangeAspect="1" noMove="1" noResize="1" noEditPoints="1" noAdjustHandles="1" noChangeArrowheads="1" noChangeShapeType="1" noTextEdit="1"/>
              </p:cNvSpPr>
              <p:nvPr/>
            </p:nvSpPr>
            <p:spPr>
              <a:xfrm>
                <a:off x="6100798" y="3069940"/>
                <a:ext cx="727516" cy="261610"/>
              </a:xfrm>
              <a:prstGeom prst="rect">
                <a:avLst/>
              </a:prstGeom>
              <a:blipFill>
                <a:blip r:embed="rId20"/>
                <a:stretch>
                  <a:fillRect/>
                </a:stretch>
              </a:blipFill>
            </p:spPr>
            <p:txBody>
              <a:bodyPr/>
              <a:lstStyle/>
              <a:p>
                <a:r>
                  <a:rPr lang="en-US">
                    <a:noFill/>
                  </a:rPr>
                  <a:t> </a:t>
                </a:r>
              </a:p>
            </p:txBody>
          </p:sp>
        </mc:Fallback>
      </mc:AlternateContent>
      <p:sp>
        <p:nvSpPr>
          <p:cNvPr id="136" name="TextBox 135">
            <a:extLst>
              <a:ext uri="{FF2B5EF4-FFF2-40B4-BE49-F238E27FC236}">
                <a16:creationId xmlns:a16="http://schemas.microsoft.com/office/drawing/2014/main" id="{14F38DAE-B660-F5E6-3C4A-F5B988D2D7AA}"/>
              </a:ext>
            </a:extLst>
          </p:cNvPr>
          <p:cNvSpPr txBox="1"/>
          <p:nvPr/>
        </p:nvSpPr>
        <p:spPr>
          <a:xfrm rot="16200000">
            <a:off x="8015933" y="3783349"/>
            <a:ext cx="691215" cy="230832"/>
          </a:xfrm>
          <a:prstGeom prst="rect">
            <a:avLst/>
          </a:prstGeom>
          <a:noFill/>
        </p:spPr>
        <p:txBody>
          <a:bodyPr wrap="none" rtlCol="0">
            <a:spAutoFit/>
          </a:bodyPr>
          <a:lstStyle/>
          <a:p>
            <a:r>
              <a:rPr lang="en-US" sz="900" dirty="0"/>
              <a:t>Converter</a:t>
            </a:r>
          </a:p>
        </p:txBody>
      </p:sp>
      <p:pic>
        <p:nvPicPr>
          <p:cNvPr id="137" name="Picture 136" descr="A diagram of a circuit&#10;&#10;AI-generated content may be incorrect.">
            <a:extLst>
              <a:ext uri="{FF2B5EF4-FFF2-40B4-BE49-F238E27FC236}">
                <a16:creationId xmlns:a16="http://schemas.microsoft.com/office/drawing/2014/main" id="{81A5D7C6-41F3-4A0A-3C42-CAC8024CAA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12762" y="3875196"/>
            <a:ext cx="1110655" cy="592350"/>
          </a:xfrm>
          <a:prstGeom prst="rect">
            <a:avLst/>
          </a:prstGeom>
        </p:spPr>
      </p:pic>
      <p:cxnSp>
        <p:nvCxnSpPr>
          <p:cNvPr id="138" name="Straight Connector 137">
            <a:extLst>
              <a:ext uri="{FF2B5EF4-FFF2-40B4-BE49-F238E27FC236}">
                <a16:creationId xmlns:a16="http://schemas.microsoft.com/office/drawing/2014/main" id="{B9DDE806-BFC6-6A5A-7127-ED77504F7F9D}"/>
              </a:ext>
            </a:extLst>
          </p:cNvPr>
          <p:cNvCxnSpPr>
            <a:cxnSpLocks/>
          </p:cNvCxnSpPr>
          <p:nvPr/>
        </p:nvCxnSpPr>
        <p:spPr>
          <a:xfrm>
            <a:off x="7631977" y="3382753"/>
            <a:ext cx="0" cy="606861"/>
          </a:xfrm>
          <a:prstGeom prst="line">
            <a:avLst/>
          </a:prstGeom>
          <a:ln>
            <a:tailEnd type="none"/>
          </a:ln>
        </p:spPr>
        <p:style>
          <a:lnRef idx="1">
            <a:schemeClr val="dk1"/>
          </a:lnRef>
          <a:fillRef idx="0">
            <a:schemeClr val="dk1"/>
          </a:fillRef>
          <a:effectRef idx="0">
            <a:schemeClr val="dk1"/>
          </a:effectRef>
          <a:fontRef idx="minor">
            <a:schemeClr val="tx1"/>
          </a:fontRef>
        </p:style>
      </p:cxnSp>
      <p:sp>
        <p:nvSpPr>
          <p:cNvPr id="141" name="Rectangle 140">
            <a:extLst>
              <a:ext uri="{FF2B5EF4-FFF2-40B4-BE49-F238E27FC236}">
                <a16:creationId xmlns:a16="http://schemas.microsoft.com/office/drawing/2014/main" id="{AC59FA6D-D776-866B-502A-6C88B9E8ED96}"/>
              </a:ext>
            </a:extLst>
          </p:cNvPr>
          <p:cNvSpPr/>
          <p:nvPr/>
        </p:nvSpPr>
        <p:spPr>
          <a:xfrm rot="5400000">
            <a:off x="7555151" y="3666143"/>
            <a:ext cx="175972" cy="72501"/>
          </a:xfrm>
          <a:prstGeom prst="rect">
            <a:avLst/>
          </a:prstGeom>
          <a:ln w="190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44" name="Straight Connector 143">
            <a:extLst>
              <a:ext uri="{FF2B5EF4-FFF2-40B4-BE49-F238E27FC236}">
                <a16:creationId xmlns:a16="http://schemas.microsoft.com/office/drawing/2014/main" id="{A0C036D8-13BB-B1D3-2000-081B722ECA93}"/>
              </a:ext>
            </a:extLst>
          </p:cNvPr>
          <p:cNvCxnSpPr>
            <a:cxnSpLocks/>
          </p:cNvCxnSpPr>
          <p:nvPr/>
        </p:nvCxnSpPr>
        <p:spPr>
          <a:xfrm>
            <a:off x="6968227" y="4240447"/>
            <a:ext cx="223211" cy="0"/>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146" name="Straight Connector 145">
            <a:extLst>
              <a:ext uri="{FF2B5EF4-FFF2-40B4-BE49-F238E27FC236}">
                <a16:creationId xmlns:a16="http://schemas.microsoft.com/office/drawing/2014/main" id="{8D8C0ABD-3FDB-F692-3494-E7F8311AD007}"/>
              </a:ext>
            </a:extLst>
          </p:cNvPr>
          <p:cNvCxnSpPr>
            <a:cxnSpLocks/>
          </p:cNvCxnSpPr>
          <p:nvPr/>
        </p:nvCxnSpPr>
        <p:spPr>
          <a:xfrm>
            <a:off x="7279462" y="3391448"/>
            <a:ext cx="0" cy="603212"/>
          </a:xfrm>
          <a:prstGeom prst="line">
            <a:avLst/>
          </a:prstGeom>
          <a:ln>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14="http://schemas.microsoft.com/office/powerpoint/2010/main">
        <mc:Choice Requires="p14">
          <p:contentPart p14:bwMode="auto" r:id="rId21">
            <p14:nvContentPartPr>
              <p14:cNvPr id="149" name="Ink 148">
                <a:extLst>
                  <a:ext uri="{FF2B5EF4-FFF2-40B4-BE49-F238E27FC236}">
                    <a16:creationId xmlns:a16="http://schemas.microsoft.com/office/drawing/2014/main" id="{F870BDB3-FCF1-1084-5F47-C69C69D6525C}"/>
                  </a:ext>
                </a:extLst>
              </p14:cNvPr>
              <p14:cNvContentPartPr/>
              <p14:nvPr/>
            </p14:nvContentPartPr>
            <p14:xfrm>
              <a:off x="7796673" y="4195510"/>
              <a:ext cx="218520" cy="59760"/>
            </p14:xfrm>
          </p:contentPart>
        </mc:Choice>
        <mc:Fallback xmlns="">
          <p:pic>
            <p:nvPicPr>
              <p:cNvPr id="149" name="Ink 148">
                <a:extLst>
                  <a:ext uri="{FF2B5EF4-FFF2-40B4-BE49-F238E27FC236}">
                    <a16:creationId xmlns:a16="http://schemas.microsoft.com/office/drawing/2014/main" id="{F870BDB3-FCF1-1084-5F47-C69C69D6525C}"/>
                  </a:ext>
                </a:extLst>
              </p:cNvPr>
              <p:cNvPicPr/>
              <p:nvPr/>
            </p:nvPicPr>
            <p:blipFill>
              <a:blip r:embed="rId22"/>
              <a:stretch>
                <a:fillRect/>
              </a:stretch>
            </p:blipFill>
            <p:spPr>
              <a:xfrm>
                <a:off x="7779033" y="4177870"/>
                <a:ext cx="254160" cy="95400"/>
              </a:xfrm>
              <a:prstGeom prst="rect">
                <a:avLst/>
              </a:prstGeom>
            </p:spPr>
          </p:pic>
        </mc:Fallback>
      </mc:AlternateContent>
      <p:sp>
        <p:nvSpPr>
          <p:cNvPr id="150" name="Rectangle 149">
            <a:extLst>
              <a:ext uri="{FF2B5EF4-FFF2-40B4-BE49-F238E27FC236}">
                <a16:creationId xmlns:a16="http://schemas.microsoft.com/office/drawing/2014/main" id="{705F92C0-541A-C740-EF26-B49EE16C15DD}"/>
              </a:ext>
            </a:extLst>
          </p:cNvPr>
          <p:cNvSpPr/>
          <p:nvPr/>
        </p:nvSpPr>
        <p:spPr>
          <a:xfrm rot="5400000">
            <a:off x="7192039" y="3650839"/>
            <a:ext cx="175972" cy="72501"/>
          </a:xfrm>
          <a:prstGeom prst="rect">
            <a:avLst/>
          </a:prstGeom>
          <a:ln w="190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53" name="Picture 152" descr="A diagram of a circuit&#10;&#10;AI-generated content may be incorrect.">
            <a:extLst>
              <a:ext uri="{FF2B5EF4-FFF2-40B4-BE49-F238E27FC236}">
                <a16:creationId xmlns:a16="http://schemas.microsoft.com/office/drawing/2014/main" id="{71F4F7A8-5987-19D6-9641-80B6C78AA8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71522" y="1356745"/>
            <a:ext cx="1039244" cy="639535"/>
          </a:xfrm>
          <a:prstGeom prst="rect">
            <a:avLst/>
          </a:prstGeom>
        </p:spPr>
      </p:pic>
      <p:cxnSp>
        <p:nvCxnSpPr>
          <p:cNvPr id="154" name="Straight Connector 153">
            <a:extLst>
              <a:ext uri="{FF2B5EF4-FFF2-40B4-BE49-F238E27FC236}">
                <a16:creationId xmlns:a16="http://schemas.microsoft.com/office/drawing/2014/main" id="{B542E607-8FF0-BCF3-ED90-1A12F7352DC0}"/>
              </a:ext>
            </a:extLst>
          </p:cNvPr>
          <p:cNvCxnSpPr/>
          <p:nvPr/>
        </p:nvCxnSpPr>
        <p:spPr>
          <a:xfrm>
            <a:off x="5463395" y="1719390"/>
            <a:ext cx="342900" cy="0"/>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155" name="Straight Connector 154">
            <a:extLst>
              <a:ext uri="{FF2B5EF4-FFF2-40B4-BE49-F238E27FC236}">
                <a16:creationId xmlns:a16="http://schemas.microsoft.com/office/drawing/2014/main" id="{253C7622-20B5-5A70-9788-D40340F76914}"/>
              </a:ext>
            </a:extLst>
          </p:cNvPr>
          <p:cNvCxnSpPr/>
          <p:nvPr/>
        </p:nvCxnSpPr>
        <p:spPr>
          <a:xfrm>
            <a:off x="5480329" y="1797505"/>
            <a:ext cx="342900" cy="0"/>
          </a:xfrm>
          <a:prstGeom prst="line">
            <a:avLst/>
          </a:prstGeom>
          <a:ln>
            <a:tailEnd type="none"/>
          </a:ln>
        </p:spPr>
        <p:style>
          <a:lnRef idx="1">
            <a:schemeClr val="dk1"/>
          </a:lnRef>
          <a:fillRef idx="0">
            <a:schemeClr val="dk1"/>
          </a:fillRef>
          <a:effectRef idx="0">
            <a:schemeClr val="dk1"/>
          </a:effectRef>
          <a:fontRef idx="minor">
            <a:schemeClr val="tx1"/>
          </a:fontRef>
        </p:style>
      </p:cxnSp>
      <p:sp>
        <p:nvSpPr>
          <p:cNvPr id="156" name="Isosceles Triangle 155">
            <a:extLst>
              <a:ext uri="{FF2B5EF4-FFF2-40B4-BE49-F238E27FC236}">
                <a16:creationId xmlns:a16="http://schemas.microsoft.com/office/drawing/2014/main" id="{99B71814-84B6-1BFE-843E-1C6C1A4B43A1}"/>
              </a:ext>
            </a:extLst>
          </p:cNvPr>
          <p:cNvSpPr/>
          <p:nvPr/>
        </p:nvSpPr>
        <p:spPr>
          <a:xfrm rot="5400000">
            <a:off x="5769225" y="1289308"/>
            <a:ext cx="1078712" cy="940137"/>
          </a:xfrm>
          <a:prstGeom prst="triangle">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7" name="Straight Connector 156">
            <a:extLst>
              <a:ext uri="{FF2B5EF4-FFF2-40B4-BE49-F238E27FC236}">
                <a16:creationId xmlns:a16="http://schemas.microsoft.com/office/drawing/2014/main" id="{E17FC548-6C74-F134-288E-65A3FD3BC1C9}"/>
              </a:ext>
            </a:extLst>
          </p:cNvPr>
          <p:cNvCxnSpPr/>
          <p:nvPr/>
        </p:nvCxnSpPr>
        <p:spPr>
          <a:xfrm>
            <a:off x="6489957" y="1762380"/>
            <a:ext cx="342900" cy="0"/>
          </a:xfrm>
          <a:prstGeom prst="line">
            <a:avLst/>
          </a:prstGeom>
          <a:ln>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8" name="TextBox 157">
                <a:extLst>
                  <a:ext uri="{FF2B5EF4-FFF2-40B4-BE49-F238E27FC236}">
                    <a16:creationId xmlns:a16="http://schemas.microsoft.com/office/drawing/2014/main" id="{CA56B1B3-9A23-DF23-F224-1998D770025B}"/>
                  </a:ext>
                </a:extLst>
              </p:cNvPr>
              <p:cNvSpPr txBox="1"/>
              <p:nvPr/>
            </p:nvSpPr>
            <p:spPr>
              <a:xfrm>
                <a:off x="5630621" y="1495926"/>
                <a:ext cx="727516" cy="20005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700" i="1" smtClean="0">
                              <a:latin typeface="Cambria Math" panose="02040503050406030204" pitchFamily="18" charset="0"/>
                            </a:rPr>
                          </m:ctrlPr>
                        </m:sSubPr>
                        <m:e>
                          <m:r>
                            <a:rPr lang="en-US" sz="700" i="1">
                              <a:latin typeface="Cambria Math" panose="02040503050406030204" pitchFamily="18" charset="0"/>
                            </a:rPr>
                            <m:t>𝑍</m:t>
                          </m:r>
                        </m:e>
                        <m:sub>
                          <m:r>
                            <a:rPr lang="en-US" sz="700" b="0" i="1" smtClean="0">
                              <a:latin typeface="Cambria Math" panose="02040503050406030204" pitchFamily="18" charset="0"/>
                            </a:rPr>
                            <m:t>1</m:t>
                          </m:r>
                        </m:sub>
                      </m:sSub>
                    </m:oMath>
                  </m:oMathPara>
                </a14:m>
                <a:endParaRPr lang="en-US" dirty="0"/>
              </a:p>
            </p:txBody>
          </p:sp>
        </mc:Choice>
        <mc:Fallback xmlns="">
          <p:sp>
            <p:nvSpPr>
              <p:cNvPr id="158" name="TextBox 157">
                <a:extLst>
                  <a:ext uri="{FF2B5EF4-FFF2-40B4-BE49-F238E27FC236}">
                    <a16:creationId xmlns:a16="http://schemas.microsoft.com/office/drawing/2014/main" id="{CA56B1B3-9A23-DF23-F224-1998D770025B}"/>
                  </a:ext>
                </a:extLst>
              </p:cNvPr>
              <p:cNvSpPr txBox="1">
                <a:spLocks noRot="1" noChangeAspect="1" noMove="1" noResize="1" noEditPoints="1" noAdjustHandles="1" noChangeArrowheads="1" noChangeShapeType="1" noTextEdit="1"/>
              </p:cNvSpPr>
              <p:nvPr/>
            </p:nvSpPr>
            <p:spPr>
              <a:xfrm>
                <a:off x="5630621" y="1495926"/>
                <a:ext cx="727516" cy="20005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7305743F-6DC8-73AF-E74C-5FAE7EB7AC6D}"/>
                  </a:ext>
                </a:extLst>
              </p:cNvPr>
              <p:cNvSpPr txBox="1"/>
              <p:nvPr/>
            </p:nvSpPr>
            <p:spPr>
              <a:xfrm>
                <a:off x="5739475" y="1337099"/>
                <a:ext cx="727516" cy="20005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700" i="1" smtClean="0">
                              <a:latin typeface="Cambria Math" panose="02040503050406030204" pitchFamily="18" charset="0"/>
                            </a:rPr>
                          </m:ctrlPr>
                        </m:sSubPr>
                        <m:e>
                          <m:r>
                            <a:rPr lang="en-US" sz="700" i="1">
                              <a:latin typeface="Cambria Math" panose="02040503050406030204" pitchFamily="18" charset="0"/>
                            </a:rPr>
                            <m:t>𝑍</m:t>
                          </m:r>
                        </m:e>
                        <m:sub>
                          <m:r>
                            <a:rPr lang="en-US" sz="700" b="0" i="1" smtClean="0">
                              <a:latin typeface="Cambria Math" panose="02040503050406030204" pitchFamily="18" charset="0"/>
                            </a:rPr>
                            <m:t>2</m:t>
                          </m:r>
                        </m:sub>
                      </m:sSub>
                    </m:oMath>
                  </m:oMathPara>
                </a14:m>
                <a:endParaRPr lang="en-US" dirty="0"/>
              </a:p>
            </p:txBody>
          </p:sp>
        </mc:Choice>
        <mc:Fallback xmlns="">
          <p:sp>
            <p:nvSpPr>
              <p:cNvPr id="159" name="TextBox 158">
                <a:extLst>
                  <a:ext uri="{FF2B5EF4-FFF2-40B4-BE49-F238E27FC236}">
                    <a16:creationId xmlns:a16="http://schemas.microsoft.com/office/drawing/2014/main" id="{7305743F-6DC8-73AF-E74C-5FAE7EB7AC6D}"/>
                  </a:ext>
                </a:extLst>
              </p:cNvPr>
              <p:cNvSpPr txBox="1">
                <a:spLocks noRot="1" noChangeAspect="1" noMove="1" noResize="1" noEditPoints="1" noAdjustHandles="1" noChangeArrowheads="1" noChangeShapeType="1" noTextEdit="1"/>
              </p:cNvSpPr>
              <p:nvPr/>
            </p:nvSpPr>
            <p:spPr>
              <a:xfrm>
                <a:off x="5739475" y="1337099"/>
                <a:ext cx="727516" cy="200055"/>
              </a:xfrm>
              <a:prstGeom prst="rect">
                <a:avLst/>
              </a:prstGeom>
              <a:blipFill>
                <a:blip r:embed="rId23"/>
                <a:stretch>
                  <a:fillRect/>
                </a:stretch>
              </a:blipFill>
            </p:spPr>
            <p:txBody>
              <a:bodyPr/>
              <a:lstStyle/>
              <a:p>
                <a:r>
                  <a:rPr lang="en-US">
                    <a:noFill/>
                  </a:rPr>
                  <a:t> </a:t>
                </a:r>
              </a:p>
            </p:txBody>
          </p:sp>
        </mc:Fallback>
      </mc:AlternateContent>
      <p:sp>
        <p:nvSpPr>
          <p:cNvPr id="160" name="Rectangle 159">
            <a:extLst>
              <a:ext uri="{FF2B5EF4-FFF2-40B4-BE49-F238E27FC236}">
                <a16:creationId xmlns:a16="http://schemas.microsoft.com/office/drawing/2014/main" id="{854B636B-FBA4-0C40-BB15-87886683D8A8}"/>
              </a:ext>
            </a:extLst>
          </p:cNvPr>
          <p:cNvSpPr/>
          <p:nvPr/>
        </p:nvSpPr>
        <p:spPr>
          <a:xfrm>
            <a:off x="5959763" y="1071733"/>
            <a:ext cx="441038" cy="105136"/>
          </a:xfrm>
          <a:prstGeom prst="rect">
            <a:avLst/>
          </a:prstGeom>
          <a:ln w="190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61" name="Straight Connector 160">
            <a:extLst>
              <a:ext uri="{FF2B5EF4-FFF2-40B4-BE49-F238E27FC236}">
                <a16:creationId xmlns:a16="http://schemas.microsoft.com/office/drawing/2014/main" id="{BE26040E-0563-AE37-422E-C168CB2525DD}"/>
              </a:ext>
            </a:extLst>
          </p:cNvPr>
          <p:cNvCxnSpPr>
            <a:cxnSpLocks/>
          </p:cNvCxnSpPr>
          <p:nvPr/>
        </p:nvCxnSpPr>
        <p:spPr>
          <a:xfrm>
            <a:off x="6383550" y="1119983"/>
            <a:ext cx="400685" cy="0"/>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163" name="Straight Connector 162">
            <a:extLst>
              <a:ext uri="{FF2B5EF4-FFF2-40B4-BE49-F238E27FC236}">
                <a16:creationId xmlns:a16="http://schemas.microsoft.com/office/drawing/2014/main" id="{380BA923-17D0-10E6-CD55-4B7E7F2F53AE}"/>
              </a:ext>
            </a:extLst>
          </p:cNvPr>
          <p:cNvCxnSpPr>
            <a:cxnSpLocks/>
          </p:cNvCxnSpPr>
          <p:nvPr/>
        </p:nvCxnSpPr>
        <p:spPr>
          <a:xfrm>
            <a:off x="5635243" y="1126085"/>
            <a:ext cx="313120" cy="0"/>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165" name="Straight Connector 164">
            <a:extLst>
              <a:ext uri="{FF2B5EF4-FFF2-40B4-BE49-F238E27FC236}">
                <a16:creationId xmlns:a16="http://schemas.microsoft.com/office/drawing/2014/main" id="{D0F59A2B-BA7E-6B12-DCAD-103C69B31182}"/>
              </a:ext>
            </a:extLst>
          </p:cNvPr>
          <p:cNvCxnSpPr>
            <a:cxnSpLocks/>
          </p:cNvCxnSpPr>
          <p:nvPr/>
        </p:nvCxnSpPr>
        <p:spPr>
          <a:xfrm>
            <a:off x="5640275" y="1126085"/>
            <a:ext cx="0" cy="610791"/>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169" name="Straight Connector 168">
            <a:extLst>
              <a:ext uri="{FF2B5EF4-FFF2-40B4-BE49-F238E27FC236}">
                <a16:creationId xmlns:a16="http://schemas.microsoft.com/office/drawing/2014/main" id="{C3E4B06E-7CE4-7795-6039-A20F61CBCD6E}"/>
              </a:ext>
            </a:extLst>
          </p:cNvPr>
          <p:cNvCxnSpPr>
            <a:cxnSpLocks/>
            <a:endCxn id="156" idx="0"/>
          </p:cNvCxnSpPr>
          <p:nvPr/>
        </p:nvCxnSpPr>
        <p:spPr>
          <a:xfrm flipH="1">
            <a:off x="6778650" y="1121231"/>
            <a:ext cx="5585" cy="638146"/>
          </a:xfrm>
          <a:prstGeom prst="line">
            <a:avLst/>
          </a:prstGeom>
          <a:ln>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0" name="TextBox 169">
                <a:extLst>
                  <a:ext uri="{FF2B5EF4-FFF2-40B4-BE49-F238E27FC236}">
                    <a16:creationId xmlns:a16="http://schemas.microsoft.com/office/drawing/2014/main" id="{78E943EB-F209-C1CF-23C1-BE135F67CB1C}"/>
                  </a:ext>
                </a:extLst>
              </p:cNvPr>
              <p:cNvSpPr txBox="1"/>
              <p:nvPr/>
            </p:nvSpPr>
            <p:spPr>
              <a:xfrm>
                <a:off x="5879536" y="1120266"/>
                <a:ext cx="727516" cy="27514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100" i="1" smtClean="0">
                              <a:latin typeface="Cambria Math" panose="02040503050406030204" pitchFamily="18" charset="0"/>
                            </a:rPr>
                          </m:ctrlPr>
                        </m:sSubPr>
                        <m:e>
                          <m:r>
                            <a:rPr lang="en-US" sz="1100" i="1">
                              <a:latin typeface="Cambria Math" panose="02040503050406030204" pitchFamily="18" charset="0"/>
                            </a:rPr>
                            <m:t>𝑍</m:t>
                          </m:r>
                        </m:e>
                        <m:sub>
                          <m:r>
                            <a:rPr lang="en-US" sz="1100" b="0" i="1" smtClean="0">
                              <a:latin typeface="Cambria Math" panose="02040503050406030204" pitchFamily="18" charset="0"/>
                            </a:rPr>
                            <m:t>𝑓</m:t>
                          </m:r>
                        </m:sub>
                      </m:sSub>
                    </m:oMath>
                  </m:oMathPara>
                </a14:m>
                <a:endParaRPr lang="en-US" dirty="0"/>
              </a:p>
            </p:txBody>
          </p:sp>
        </mc:Choice>
        <mc:Fallback xmlns="">
          <p:sp>
            <p:nvSpPr>
              <p:cNvPr id="170" name="TextBox 169">
                <a:extLst>
                  <a:ext uri="{FF2B5EF4-FFF2-40B4-BE49-F238E27FC236}">
                    <a16:creationId xmlns:a16="http://schemas.microsoft.com/office/drawing/2014/main" id="{78E943EB-F209-C1CF-23C1-BE135F67CB1C}"/>
                  </a:ext>
                </a:extLst>
              </p:cNvPr>
              <p:cNvSpPr txBox="1">
                <a:spLocks noRot="1" noChangeAspect="1" noMove="1" noResize="1" noEditPoints="1" noAdjustHandles="1" noChangeArrowheads="1" noChangeShapeType="1" noTextEdit="1"/>
              </p:cNvSpPr>
              <p:nvPr/>
            </p:nvSpPr>
            <p:spPr>
              <a:xfrm>
                <a:off x="5879536" y="1120266"/>
                <a:ext cx="727516" cy="275140"/>
              </a:xfrm>
              <a:prstGeom prst="rect">
                <a:avLst/>
              </a:prstGeom>
              <a:blipFill>
                <a:blip r:embed="rId24"/>
                <a:stretch>
                  <a:fillRect b="-2222"/>
                </a:stretch>
              </a:blipFill>
            </p:spPr>
            <p:txBody>
              <a:bodyPr/>
              <a:lstStyle/>
              <a:p>
                <a:r>
                  <a:rPr lang="en-US">
                    <a:noFill/>
                  </a:rPr>
                  <a:t> </a:t>
                </a:r>
              </a:p>
            </p:txBody>
          </p:sp>
        </mc:Fallback>
      </mc:AlternateContent>
      <p:cxnSp>
        <p:nvCxnSpPr>
          <p:cNvPr id="172" name="Straight Arrow Connector 171">
            <a:extLst>
              <a:ext uri="{FF2B5EF4-FFF2-40B4-BE49-F238E27FC236}">
                <a16:creationId xmlns:a16="http://schemas.microsoft.com/office/drawing/2014/main" id="{4B9898DA-D1A2-3CE7-20B3-3083D578A605}"/>
              </a:ext>
            </a:extLst>
          </p:cNvPr>
          <p:cNvCxnSpPr/>
          <p:nvPr/>
        </p:nvCxnSpPr>
        <p:spPr>
          <a:xfrm>
            <a:off x="5486400" y="3754757"/>
            <a:ext cx="408214" cy="0"/>
          </a:xfrm>
          <a:prstGeom prst="straightConnector1">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039D3145-2868-D00D-192A-061D0636F566}"/>
              </a:ext>
            </a:extLst>
          </p:cNvPr>
          <p:cNvSpPr txBox="1"/>
          <p:nvPr/>
        </p:nvSpPr>
        <p:spPr>
          <a:xfrm>
            <a:off x="5339264" y="3473613"/>
            <a:ext cx="1261884" cy="261610"/>
          </a:xfrm>
          <a:prstGeom prst="rect">
            <a:avLst/>
          </a:prstGeom>
          <a:noFill/>
        </p:spPr>
        <p:txBody>
          <a:bodyPr wrap="square" rtlCol="0">
            <a:spAutoFit/>
          </a:bodyPr>
          <a:lstStyle/>
          <a:p>
            <a:r>
              <a:rPr lang="en-US" sz="1050" dirty="0"/>
              <a:t>Equivalen</a:t>
            </a:r>
            <a:r>
              <a:rPr lang="en-US" sz="1100" dirty="0"/>
              <a:t>t</a:t>
            </a:r>
          </a:p>
        </p:txBody>
      </p:sp>
      <mc:AlternateContent xmlns:mc="http://schemas.openxmlformats.org/markup-compatibility/2006" xmlns:p14="http://schemas.microsoft.com/office/powerpoint/2010/main">
        <mc:Choice Requires="p14">
          <p:contentPart p14:bwMode="auto" r:id="rId25">
            <p14:nvContentPartPr>
              <p14:cNvPr id="174" name="Ink 173">
                <a:extLst>
                  <a:ext uri="{FF2B5EF4-FFF2-40B4-BE49-F238E27FC236}">
                    <a16:creationId xmlns:a16="http://schemas.microsoft.com/office/drawing/2014/main" id="{FA38B9E0-F6ED-D067-5D10-B67BF03C84EC}"/>
                  </a:ext>
                </a:extLst>
              </p14:cNvPr>
              <p14:cNvContentPartPr/>
              <p14:nvPr/>
            </p14:nvContentPartPr>
            <p14:xfrm>
              <a:off x="7022379" y="3910500"/>
              <a:ext cx="187920" cy="270000"/>
            </p14:xfrm>
          </p:contentPart>
        </mc:Choice>
        <mc:Fallback xmlns="">
          <p:pic>
            <p:nvPicPr>
              <p:cNvPr id="174" name="Ink 173">
                <a:extLst>
                  <a:ext uri="{FF2B5EF4-FFF2-40B4-BE49-F238E27FC236}">
                    <a16:creationId xmlns:a16="http://schemas.microsoft.com/office/drawing/2014/main" id="{FA38B9E0-F6ED-D067-5D10-B67BF03C84EC}"/>
                  </a:ext>
                </a:extLst>
              </p:cNvPr>
              <p:cNvPicPr/>
              <p:nvPr/>
            </p:nvPicPr>
            <p:blipFill>
              <a:blip r:embed="rId26"/>
              <a:stretch>
                <a:fillRect/>
              </a:stretch>
            </p:blipFill>
            <p:spPr>
              <a:xfrm>
                <a:off x="7004739" y="3892500"/>
                <a:ext cx="22356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75" name="Ink 174">
                <a:extLst>
                  <a:ext uri="{FF2B5EF4-FFF2-40B4-BE49-F238E27FC236}">
                    <a16:creationId xmlns:a16="http://schemas.microsoft.com/office/drawing/2014/main" id="{1B00878C-B5DF-142A-B68D-5FF17507841E}"/>
                  </a:ext>
                </a:extLst>
              </p14:cNvPr>
              <p14:cNvContentPartPr/>
              <p14:nvPr/>
            </p14:nvContentPartPr>
            <p14:xfrm>
              <a:off x="7070979" y="4122900"/>
              <a:ext cx="151920" cy="42120"/>
            </p14:xfrm>
          </p:contentPart>
        </mc:Choice>
        <mc:Fallback xmlns="">
          <p:pic>
            <p:nvPicPr>
              <p:cNvPr id="175" name="Ink 174">
                <a:extLst>
                  <a:ext uri="{FF2B5EF4-FFF2-40B4-BE49-F238E27FC236}">
                    <a16:creationId xmlns:a16="http://schemas.microsoft.com/office/drawing/2014/main" id="{1B00878C-B5DF-142A-B68D-5FF17507841E}"/>
                  </a:ext>
                </a:extLst>
              </p:cNvPr>
              <p:cNvPicPr/>
              <p:nvPr/>
            </p:nvPicPr>
            <p:blipFill>
              <a:blip r:embed="rId28"/>
              <a:stretch>
                <a:fillRect/>
              </a:stretch>
            </p:blipFill>
            <p:spPr>
              <a:xfrm>
                <a:off x="7053339" y="4105260"/>
                <a:ext cx="187560" cy="77760"/>
              </a:xfrm>
              <a:prstGeom prst="rect">
                <a:avLst/>
              </a:prstGeom>
            </p:spPr>
          </p:pic>
        </mc:Fallback>
      </mc:AlternateContent>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CDB177C0-DC63-2D0E-0E80-6BD1762842CE}"/>
                  </a:ext>
                </a:extLst>
              </p:cNvPr>
              <p:cNvSpPr txBox="1"/>
              <p:nvPr/>
            </p:nvSpPr>
            <p:spPr>
              <a:xfrm>
                <a:off x="7875647" y="3090671"/>
                <a:ext cx="727516"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100" i="1" smtClean="0">
                              <a:latin typeface="Cambria Math" panose="02040503050406030204" pitchFamily="18" charset="0"/>
                            </a:rPr>
                          </m:ctrlPr>
                        </m:sSubPr>
                        <m:e>
                          <m:r>
                            <a:rPr lang="en-US" sz="1100" i="1">
                              <a:latin typeface="Cambria Math" panose="02040503050406030204" pitchFamily="18" charset="0"/>
                            </a:rPr>
                            <m:t>𝑍</m:t>
                          </m:r>
                        </m:e>
                        <m:sub>
                          <m:r>
                            <a:rPr lang="en-US" sz="1100" b="0" i="1" smtClean="0">
                              <a:latin typeface="Cambria Math" panose="02040503050406030204" pitchFamily="18" charset="0"/>
                            </a:rPr>
                            <m:t>𝑖</m:t>
                          </m:r>
                        </m:sub>
                      </m:sSub>
                    </m:oMath>
                  </m:oMathPara>
                </a14:m>
                <a:endParaRPr lang="en-US" dirty="0"/>
              </a:p>
            </p:txBody>
          </p:sp>
        </mc:Choice>
        <mc:Fallback xmlns="">
          <p:sp>
            <p:nvSpPr>
              <p:cNvPr id="176" name="TextBox 175">
                <a:extLst>
                  <a:ext uri="{FF2B5EF4-FFF2-40B4-BE49-F238E27FC236}">
                    <a16:creationId xmlns:a16="http://schemas.microsoft.com/office/drawing/2014/main" id="{CDB177C0-DC63-2D0E-0E80-6BD1762842CE}"/>
                  </a:ext>
                </a:extLst>
              </p:cNvPr>
              <p:cNvSpPr txBox="1">
                <a:spLocks noRot="1" noChangeAspect="1" noMove="1" noResize="1" noEditPoints="1" noAdjustHandles="1" noChangeArrowheads="1" noChangeShapeType="1" noTextEdit="1"/>
              </p:cNvSpPr>
              <p:nvPr/>
            </p:nvSpPr>
            <p:spPr>
              <a:xfrm>
                <a:off x="7875647" y="3090671"/>
                <a:ext cx="727516" cy="261610"/>
              </a:xfrm>
              <a:prstGeom prst="rect">
                <a:avLst/>
              </a:prstGeom>
              <a:blipFill>
                <a:blip r:embed="rId2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45579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6C110-71CA-22E4-DA0E-4FC2B30A389C}"/>
              </a:ext>
            </a:extLst>
          </p:cNvPr>
          <p:cNvSpPr>
            <a:spLocks noGrp="1"/>
          </p:cNvSpPr>
          <p:nvPr>
            <p:ph type="title"/>
          </p:nvPr>
        </p:nvSpPr>
        <p:spPr>
          <a:xfrm>
            <a:off x="113568" y="13167"/>
            <a:ext cx="8458200" cy="610791"/>
          </a:xfrm>
        </p:spPr>
        <p:txBody>
          <a:bodyPr/>
          <a:lstStyle/>
          <a:p>
            <a:r>
              <a:rPr lang="en-US" dirty="0"/>
              <a:t>Choice of Passives</a:t>
            </a:r>
          </a:p>
        </p:txBody>
      </p:sp>
      <p:pic>
        <p:nvPicPr>
          <p:cNvPr id="6" name="Content Placeholder 5">
            <a:extLst>
              <a:ext uri="{FF2B5EF4-FFF2-40B4-BE49-F238E27FC236}">
                <a16:creationId xmlns:a16="http://schemas.microsoft.com/office/drawing/2014/main" id="{3B4E206A-B9E6-E994-C0D2-CB381DF72532}"/>
              </a:ext>
            </a:extLst>
          </p:cNvPr>
          <p:cNvPicPr>
            <a:picLocks noGrp="1" noChangeAspect="1"/>
          </p:cNvPicPr>
          <p:nvPr>
            <p:ph idx="1"/>
          </p:nvPr>
        </p:nvPicPr>
        <p:blipFill>
          <a:blip r:embed="rId2"/>
          <a:stretch>
            <a:fillRect/>
          </a:stretch>
        </p:blipFill>
        <p:spPr bwMode="auto">
          <a:xfrm>
            <a:off x="1845838" y="996951"/>
            <a:ext cx="5425583" cy="1731918"/>
          </a:xfrm>
          <a:prstGeom prst="rect">
            <a:avLst/>
          </a:prstGeom>
          <a:noFill/>
          <a:ln w="9525" algn="ctr">
            <a:noFill/>
            <a:miter lim="800000"/>
            <a:headEnd/>
            <a:tailEnd/>
          </a:ln>
        </p:spPr>
      </p:pic>
      <p:sp>
        <p:nvSpPr>
          <p:cNvPr id="4" name="Slide Number Placeholder 3">
            <a:extLst>
              <a:ext uri="{FF2B5EF4-FFF2-40B4-BE49-F238E27FC236}">
                <a16:creationId xmlns:a16="http://schemas.microsoft.com/office/drawing/2014/main" id="{B60100C9-CE1B-D6F6-7F91-6668584B5481}"/>
              </a:ext>
            </a:extLst>
          </p:cNvPr>
          <p:cNvSpPr>
            <a:spLocks noGrp="1"/>
          </p:cNvSpPr>
          <p:nvPr>
            <p:ph type="sldNum" sz="quarter" idx="10"/>
          </p:nvPr>
        </p:nvSpPr>
        <p:spPr/>
        <p:txBody>
          <a:bodyPr/>
          <a:lstStyle/>
          <a:p>
            <a:pPr>
              <a:defRPr/>
            </a:pPr>
            <a:fld id="{2B97888F-6AF7-4263-B69D-592D8C33BAC7}" type="slidenum">
              <a:rPr lang="en-US" smtClean="0"/>
              <a:pPr>
                <a:defRPr/>
              </a:pPr>
              <a:t>12</a:t>
            </a:fld>
            <a:endParaRPr lang="en-US" dirty="0"/>
          </a:p>
        </p:txBody>
      </p:sp>
      <p:sp>
        <p:nvSpPr>
          <p:cNvPr id="7" name="Rectangle 6">
            <a:extLst>
              <a:ext uri="{FF2B5EF4-FFF2-40B4-BE49-F238E27FC236}">
                <a16:creationId xmlns:a16="http://schemas.microsoft.com/office/drawing/2014/main" id="{2B1F69A9-FD1A-A10C-2FD1-589F05EEC735}"/>
              </a:ext>
            </a:extLst>
          </p:cNvPr>
          <p:cNvSpPr/>
          <p:nvPr/>
        </p:nvSpPr>
        <p:spPr>
          <a:xfrm>
            <a:off x="678653" y="717922"/>
            <a:ext cx="1323703" cy="2508068"/>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EF57045-4AFB-5FBF-77FF-22973DAC1D83}"/>
              </a:ext>
            </a:extLst>
          </p:cNvPr>
          <p:cNvSpPr/>
          <p:nvPr/>
        </p:nvSpPr>
        <p:spPr>
          <a:xfrm>
            <a:off x="7114903" y="717922"/>
            <a:ext cx="1323703" cy="2508068"/>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9169E07-4A8D-B38E-8B23-62FB82AEE2AB}"/>
              </a:ext>
            </a:extLst>
          </p:cNvPr>
          <p:cNvSpPr txBox="1"/>
          <p:nvPr/>
        </p:nvSpPr>
        <p:spPr>
          <a:xfrm>
            <a:off x="1001486" y="1863634"/>
            <a:ext cx="697627" cy="369332"/>
          </a:xfrm>
          <a:prstGeom prst="rect">
            <a:avLst/>
          </a:prstGeom>
          <a:noFill/>
        </p:spPr>
        <p:txBody>
          <a:bodyPr wrap="none" rtlCol="0">
            <a:spAutoFit/>
          </a:bodyPr>
          <a:lstStyle/>
          <a:p>
            <a:r>
              <a:rPr lang="en-US" dirty="0"/>
              <a:t>LISN</a:t>
            </a:r>
          </a:p>
        </p:txBody>
      </p:sp>
      <p:sp>
        <p:nvSpPr>
          <p:cNvPr id="10" name="TextBox 9">
            <a:extLst>
              <a:ext uri="{FF2B5EF4-FFF2-40B4-BE49-F238E27FC236}">
                <a16:creationId xmlns:a16="http://schemas.microsoft.com/office/drawing/2014/main" id="{FD9DB5A0-0FCB-ED59-5608-0E9A944EDFDE}"/>
              </a:ext>
            </a:extLst>
          </p:cNvPr>
          <p:cNvSpPr txBox="1"/>
          <p:nvPr/>
        </p:nvSpPr>
        <p:spPr>
          <a:xfrm>
            <a:off x="7427940" y="1863634"/>
            <a:ext cx="646331" cy="369332"/>
          </a:xfrm>
          <a:prstGeom prst="rect">
            <a:avLst/>
          </a:prstGeom>
          <a:noFill/>
        </p:spPr>
        <p:txBody>
          <a:bodyPr wrap="none" rtlCol="0">
            <a:spAutoFit/>
          </a:bodyPr>
          <a:lstStyle/>
          <a:p>
            <a:r>
              <a:rPr lang="en-US" dirty="0"/>
              <a:t>EUT</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AFB927E-667F-9912-5625-622F5CBF4840}"/>
                  </a:ext>
                </a:extLst>
              </p:cNvPr>
              <p:cNvSpPr txBox="1"/>
              <p:nvPr/>
            </p:nvSpPr>
            <p:spPr>
              <a:xfrm>
                <a:off x="402819" y="3480627"/>
                <a:ext cx="8311620" cy="840615"/>
              </a:xfrm>
              <a:prstGeom prst="rect">
                <a:avLst/>
              </a:prstGeom>
              <a:noFill/>
            </p:spPr>
            <p:txBody>
              <a:bodyPr wrap="square" rtlCol="0">
                <a:spAutoFit/>
              </a:bodyPr>
              <a:lstStyle/>
              <a:p>
                <a:pPr marL="289639" lvl="1" indent="0">
                  <a:buNone/>
                </a:pPr>
                <a:r>
                  <a:rPr lang="en-US" sz="1400" dirty="0">
                    <a:latin typeface="Aptos Serif" panose="02020604070405020304" pitchFamily="18" charset="0"/>
                    <a:cs typeface="Aptos Serif" panose="02020604070405020304" pitchFamily="18" charset="0"/>
                  </a:rPr>
                  <a:t>The cut-off frequency is given by: </a:t>
                </a:r>
                <a14:m>
                  <m:oMath xmlns:m="http://schemas.openxmlformats.org/officeDocument/2006/math">
                    <m:sSub>
                      <m:sSubPr>
                        <m:ctrlPr>
                          <a:rPr lang="en-US" sz="1400" i="1">
                            <a:latin typeface="Cambria Math" panose="02040503050406030204" pitchFamily="18" charset="0"/>
                            <a:cs typeface="Aptos Serif" panose="02020604070405020304" pitchFamily="18" charset="0"/>
                          </a:rPr>
                        </m:ctrlPr>
                      </m:sSubPr>
                      <m:e>
                        <m:r>
                          <a:rPr lang="en-US" sz="1400" i="1">
                            <a:latin typeface="Cambria Math" panose="02040503050406030204" pitchFamily="18" charset="0"/>
                            <a:cs typeface="Aptos Serif" panose="02020604070405020304" pitchFamily="18" charset="0"/>
                          </a:rPr>
                          <m:t>𝑓</m:t>
                        </m:r>
                      </m:e>
                      <m:sub>
                        <m:r>
                          <a:rPr lang="en-US" sz="1400" i="1">
                            <a:latin typeface="Cambria Math" panose="02040503050406030204" pitchFamily="18" charset="0"/>
                            <a:cs typeface="Aptos Serif" panose="02020604070405020304" pitchFamily="18" charset="0"/>
                          </a:rPr>
                          <m:t>𝑐</m:t>
                        </m:r>
                      </m:sub>
                    </m:sSub>
                    <m:r>
                      <a:rPr lang="en-US" sz="1400" i="1">
                        <a:latin typeface="Cambria Math" panose="02040503050406030204" pitchFamily="18" charset="0"/>
                        <a:cs typeface="Aptos Serif" panose="02020604070405020304" pitchFamily="18" charset="0"/>
                      </a:rPr>
                      <m:t>= </m:t>
                    </m:r>
                    <m:f>
                      <m:fPr>
                        <m:ctrlPr>
                          <a:rPr lang="en-US" sz="1400" i="1">
                            <a:latin typeface="Cambria Math" panose="02040503050406030204" pitchFamily="18" charset="0"/>
                            <a:cs typeface="Aptos Serif" panose="02020604070405020304" pitchFamily="18" charset="0"/>
                          </a:rPr>
                        </m:ctrlPr>
                      </m:fPr>
                      <m:num>
                        <m:r>
                          <a:rPr lang="en-US" sz="1400" i="1">
                            <a:latin typeface="Cambria Math" panose="02040503050406030204" pitchFamily="18" charset="0"/>
                            <a:cs typeface="Aptos Serif" panose="02020604070405020304" pitchFamily="18" charset="0"/>
                          </a:rPr>
                          <m:t>1</m:t>
                        </m:r>
                      </m:num>
                      <m:den>
                        <m:r>
                          <a:rPr lang="en-US" sz="1400" i="1">
                            <a:latin typeface="Cambria Math" panose="02040503050406030204" pitchFamily="18" charset="0"/>
                            <a:cs typeface="Aptos Serif" panose="02020604070405020304" pitchFamily="18" charset="0"/>
                          </a:rPr>
                          <m:t>2</m:t>
                        </m:r>
                        <m:r>
                          <a:rPr lang="en-US" sz="1400" i="1">
                            <a:latin typeface="Cambria Math" panose="02040503050406030204" pitchFamily="18" charset="0"/>
                            <a:ea typeface="Cambria Math" panose="02040503050406030204" pitchFamily="18" charset="0"/>
                            <a:cs typeface="Aptos Serif" panose="02020604070405020304" pitchFamily="18" charset="0"/>
                          </a:rPr>
                          <m:t>𝜋</m:t>
                        </m:r>
                        <m:rad>
                          <m:radPr>
                            <m:degHide m:val="on"/>
                            <m:ctrlPr>
                              <a:rPr lang="en-US" sz="1400" i="1">
                                <a:latin typeface="Cambria Math" panose="02040503050406030204" pitchFamily="18" charset="0"/>
                                <a:ea typeface="Cambria Math" panose="02040503050406030204" pitchFamily="18" charset="0"/>
                                <a:cs typeface="Aptos Serif" panose="02020604070405020304" pitchFamily="18" charset="0"/>
                              </a:rPr>
                            </m:ctrlPr>
                          </m:radPr>
                          <m:deg/>
                          <m:e>
                            <m:r>
                              <a:rPr lang="en-US" sz="1400" i="1">
                                <a:latin typeface="Cambria Math" panose="02040503050406030204" pitchFamily="18" charset="0"/>
                                <a:ea typeface="Cambria Math" panose="02040503050406030204" pitchFamily="18" charset="0"/>
                                <a:cs typeface="Aptos Serif" panose="02020604070405020304" pitchFamily="18" charset="0"/>
                              </a:rPr>
                              <m:t>𝐿𝐶</m:t>
                            </m:r>
                          </m:e>
                        </m:rad>
                      </m:den>
                    </m:f>
                  </m:oMath>
                </a14:m>
                <a:r>
                  <a:rPr lang="en-US" sz="1400" dirty="0">
                    <a:latin typeface="Aptos Serif" panose="02020604070405020304" pitchFamily="18" charset="0"/>
                    <a:cs typeface="Aptos Serif" panose="02020604070405020304" pitchFamily="18" charset="0"/>
                  </a:rPr>
                  <a:t> = 118.63kHz </a:t>
                </a:r>
              </a:p>
              <a:p>
                <a:pPr marL="289639" lvl="1" indent="0">
                  <a:buNone/>
                </a:pPr>
                <a:r>
                  <a:rPr lang="en-US" sz="1400" dirty="0">
                    <a:latin typeface="Aptos Serif" panose="02020604070405020304" pitchFamily="18" charset="0"/>
                    <a:cs typeface="Aptos Serif" panose="02020604070405020304" pitchFamily="18" charset="0"/>
                  </a:rPr>
                  <a:t>where L is 2 x 1.8uH = 3.6uH and C is 500nF. Thus the attenuation is already at a roll-off stage when we enter the EMI range at 150kHz.</a:t>
                </a:r>
                <a:endParaRPr lang="en-US" dirty="0"/>
              </a:p>
            </p:txBody>
          </p:sp>
        </mc:Choice>
        <mc:Fallback xmlns="">
          <p:sp>
            <p:nvSpPr>
              <p:cNvPr id="11" name="TextBox 10">
                <a:extLst>
                  <a:ext uri="{FF2B5EF4-FFF2-40B4-BE49-F238E27FC236}">
                    <a16:creationId xmlns:a16="http://schemas.microsoft.com/office/drawing/2014/main" id="{0AFB927E-667F-9912-5625-622F5CBF4840}"/>
                  </a:ext>
                </a:extLst>
              </p:cNvPr>
              <p:cNvSpPr txBox="1">
                <a:spLocks noRot="1" noChangeAspect="1" noMove="1" noResize="1" noEditPoints="1" noAdjustHandles="1" noChangeArrowheads="1" noChangeShapeType="1" noTextEdit="1"/>
              </p:cNvSpPr>
              <p:nvPr/>
            </p:nvSpPr>
            <p:spPr>
              <a:xfrm>
                <a:off x="402819" y="3480627"/>
                <a:ext cx="8311620" cy="840615"/>
              </a:xfrm>
              <a:prstGeom prst="rect">
                <a:avLst/>
              </a:prstGeom>
              <a:blipFill>
                <a:blip r:embed="rId3"/>
                <a:stretch>
                  <a:fillRect b="-6522"/>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C3F184C9-BFC3-9042-D4C8-1B985F30A550}"/>
              </a:ext>
            </a:extLst>
          </p:cNvPr>
          <p:cNvSpPr/>
          <p:nvPr/>
        </p:nvSpPr>
        <p:spPr>
          <a:xfrm>
            <a:off x="2351314" y="1201783"/>
            <a:ext cx="3596404" cy="1454331"/>
          </a:xfrm>
          <a:prstGeom prst="rect">
            <a:avLst/>
          </a:prstGeom>
          <a:noFill/>
          <a:ln w="19050">
            <a:solidFill>
              <a:schemeClr val="accent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870FF08-36E9-9254-1522-86FC0AE1BDAB}"/>
              </a:ext>
            </a:extLst>
          </p:cNvPr>
          <p:cNvSpPr txBox="1"/>
          <p:nvPr/>
        </p:nvSpPr>
        <p:spPr>
          <a:xfrm>
            <a:off x="3602439" y="896688"/>
            <a:ext cx="1480457" cy="307777"/>
          </a:xfrm>
          <a:prstGeom prst="rect">
            <a:avLst/>
          </a:prstGeom>
          <a:noFill/>
        </p:spPr>
        <p:txBody>
          <a:bodyPr wrap="square" rtlCol="0">
            <a:spAutoFit/>
          </a:bodyPr>
          <a:lstStyle/>
          <a:p>
            <a:r>
              <a:rPr lang="en-US" sz="1400" dirty="0">
                <a:solidFill>
                  <a:schemeClr val="tx2"/>
                </a:solidFill>
              </a:rPr>
              <a:t>Passive filter</a:t>
            </a:r>
          </a:p>
        </p:txBody>
      </p:sp>
      <p:sp>
        <p:nvSpPr>
          <p:cNvPr id="3" name="Rectangle 2">
            <a:extLst>
              <a:ext uri="{FF2B5EF4-FFF2-40B4-BE49-F238E27FC236}">
                <a16:creationId xmlns:a16="http://schemas.microsoft.com/office/drawing/2014/main" id="{FDB2E472-A544-3094-8AC3-E81F8ECCC8EA}"/>
              </a:ext>
            </a:extLst>
          </p:cNvPr>
          <p:cNvSpPr/>
          <p:nvPr/>
        </p:nvSpPr>
        <p:spPr>
          <a:xfrm>
            <a:off x="3602439" y="2111943"/>
            <a:ext cx="1043040" cy="1262402"/>
          </a:xfrm>
          <a:prstGeom prst="rect">
            <a:avLst/>
          </a:prstGeom>
          <a:solidFill>
            <a:schemeClr val="accent5">
              <a:lumMod val="75000"/>
              <a:alpha val="28000"/>
            </a:schemeClr>
          </a:solid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lumMod val="75000"/>
                </a:schemeClr>
              </a:solidFill>
            </a:endParaRPr>
          </a:p>
          <a:p>
            <a:pPr algn="ctr"/>
            <a:r>
              <a:rPr lang="en-US" dirty="0">
                <a:solidFill>
                  <a:schemeClr val="accent5">
                    <a:lumMod val="75000"/>
                  </a:schemeClr>
                </a:solidFill>
              </a:rPr>
              <a:t>AEF</a:t>
            </a:r>
          </a:p>
        </p:txBody>
      </p:sp>
      <p:grpSp>
        <p:nvGrpSpPr>
          <p:cNvPr id="17" name="Group 16">
            <a:extLst>
              <a:ext uri="{FF2B5EF4-FFF2-40B4-BE49-F238E27FC236}">
                <a16:creationId xmlns:a16="http://schemas.microsoft.com/office/drawing/2014/main" id="{4384F958-D707-BACA-50D5-15C251D8E03D}"/>
              </a:ext>
            </a:extLst>
          </p:cNvPr>
          <p:cNvGrpSpPr/>
          <p:nvPr/>
        </p:nvGrpSpPr>
        <p:grpSpPr>
          <a:xfrm>
            <a:off x="4645479" y="1773125"/>
            <a:ext cx="195942" cy="677636"/>
            <a:chOff x="4645479" y="1773125"/>
            <a:chExt cx="195942" cy="677636"/>
          </a:xfrm>
        </p:grpSpPr>
        <p:cxnSp>
          <p:nvCxnSpPr>
            <p:cNvPr id="14" name="Straight Connector 13">
              <a:extLst>
                <a:ext uri="{FF2B5EF4-FFF2-40B4-BE49-F238E27FC236}">
                  <a16:creationId xmlns:a16="http://schemas.microsoft.com/office/drawing/2014/main" id="{AD3C0256-249E-9B3B-B3C9-665F2CD795F3}"/>
                </a:ext>
              </a:extLst>
            </p:cNvPr>
            <p:cNvCxnSpPr/>
            <p:nvPr/>
          </p:nvCxnSpPr>
          <p:spPr>
            <a:xfrm>
              <a:off x="4645479" y="2449286"/>
              <a:ext cx="195942" cy="0"/>
            </a:xfrm>
            <a:prstGeom prst="line">
              <a:avLst/>
            </a:prstGeom>
            <a:ln w="12700">
              <a:solidFill>
                <a:schemeClr val="accent5">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881F1AE-B1F5-F083-7351-26DACF522BEF}"/>
                </a:ext>
              </a:extLst>
            </p:cNvPr>
            <p:cNvCxnSpPr/>
            <p:nvPr/>
          </p:nvCxnSpPr>
          <p:spPr>
            <a:xfrm flipV="1">
              <a:off x="4841421" y="1773125"/>
              <a:ext cx="0" cy="677636"/>
            </a:xfrm>
            <a:prstGeom prst="line">
              <a:avLst/>
            </a:prstGeom>
            <a:ln w="12700">
              <a:solidFill>
                <a:schemeClr val="accent5">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815D081C-4B42-1265-A8F0-25C644942BAA}"/>
              </a:ext>
            </a:extLst>
          </p:cNvPr>
          <p:cNvGrpSpPr/>
          <p:nvPr/>
        </p:nvGrpSpPr>
        <p:grpSpPr>
          <a:xfrm flipH="1">
            <a:off x="3343241" y="1774578"/>
            <a:ext cx="195942" cy="677636"/>
            <a:chOff x="4645479" y="1773125"/>
            <a:chExt cx="195942" cy="677636"/>
          </a:xfrm>
        </p:grpSpPr>
        <p:cxnSp>
          <p:nvCxnSpPr>
            <p:cNvPr id="19" name="Straight Connector 18">
              <a:extLst>
                <a:ext uri="{FF2B5EF4-FFF2-40B4-BE49-F238E27FC236}">
                  <a16:creationId xmlns:a16="http://schemas.microsoft.com/office/drawing/2014/main" id="{733A7256-73F0-DCEB-BA05-736384E8BB17}"/>
                </a:ext>
              </a:extLst>
            </p:cNvPr>
            <p:cNvCxnSpPr/>
            <p:nvPr/>
          </p:nvCxnSpPr>
          <p:spPr>
            <a:xfrm>
              <a:off x="4645479" y="2449286"/>
              <a:ext cx="195942" cy="0"/>
            </a:xfrm>
            <a:prstGeom prst="line">
              <a:avLst/>
            </a:prstGeom>
            <a:ln w="12700">
              <a:solidFill>
                <a:schemeClr val="accent5">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44F6EB7-11DF-B35B-5438-47B0360AF5B0}"/>
                </a:ext>
              </a:extLst>
            </p:cNvPr>
            <p:cNvCxnSpPr/>
            <p:nvPr/>
          </p:nvCxnSpPr>
          <p:spPr>
            <a:xfrm flipV="1">
              <a:off x="4841421" y="1773125"/>
              <a:ext cx="0" cy="677636"/>
            </a:xfrm>
            <a:prstGeom prst="line">
              <a:avLst/>
            </a:prstGeom>
            <a:ln w="12700">
              <a:solidFill>
                <a:schemeClr val="accent5">
                  <a:lumMod val="75000"/>
                </a:schemeClr>
              </a:solidFill>
              <a:prstDash val="dash"/>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4">
            <p14:nvContentPartPr>
              <p14:cNvPr id="22" name="Ink 21">
                <a:extLst>
                  <a:ext uri="{FF2B5EF4-FFF2-40B4-BE49-F238E27FC236}">
                    <a16:creationId xmlns:a16="http://schemas.microsoft.com/office/drawing/2014/main" id="{8237AFC0-9B1B-25D3-AC54-BD6CF70427C5}"/>
                  </a:ext>
                </a:extLst>
              </p14:cNvPr>
              <p14:cNvContentPartPr/>
              <p14:nvPr/>
            </p14:nvContentPartPr>
            <p14:xfrm>
              <a:off x="3092505" y="1562055"/>
              <a:ext cx="360" cy="360"/>
            </p14:xfrm>
          </p:contentPart>
        </mc:Choice>
        <mc:Fallback xmlns="">
          <p:pic>
            <p:nvPicPr>
              <p:cNvPr id="22" name="Ink 21">
                <a:extLst>
                  <a:ext uri="{FF2B5EF4-FFF2-40B4-BE49-F238E27FC236}">
                    <a16:creationId xmlns:a16="http://schemas.microsoft.com/office/drawing/2014/main" id="{8237AFC0-9B1B-25D3-AC54-BD6CF70427C5}"/>
                  </a:ext>
                </a:extLst>
              </p:cNvPr>
              <p:cNvPicPr/>
              <p:nvPr/>
            </p:nvPicPr>
            <p:blipFill>
              <a:blip r:embed="rId5"/>
              <a:stretch>
                <a:fillRect/>
              </a:stretch>
            </p:blipFill>
            <p:spPr>
              <a:xfrm>
                <a:off x="3088185" y="1557735"/>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3" name="Ink 22">
                <a:extLst>
                  <a:ext uri="{FF2B5EF4-FFF2-40B4-BE49-F238E27FC236}">
                    <a16:creationId xmlns:a16="http://schemas.microsoft.com/office/drawing/2014/main" id="{75E0FD7A-211C-DD10-9F20-83BA1016D474}"/>
                  </a:ext>
                </a:extLst>
              </p14:cNvPr>
              <p14:cNvContentPartPr/>
              <p14:nvPr/>
            </p14:nvContentPartPr>
            <p14:xfrm>
              <a:off x="3879825" y="1984335"/>
              <a:ext cx="360" cy="360"/>
            </p14:xfrm>
          </p:contentPart>
        </mc:Choice>
        <mc:Fallback xmlns="">
          <p:pic>
            <p:nvPicPr>
              <p:cNvPr id="23" name="Ink 22">
                <a:extLst>
                  <a:ext uri="{FF2B5EF4-FFF2-40B4-BE49-F238E27FC236}">
                    <a16:creationId xmlns:a16="http://schemas.microsoft.com/office/drawing/2014/main" id="{75E0FD7A-211C-DD10-9F20-83BA1016D474}"/>
                  </a:ext>
                </a:extLst>
              </p:cNvPr>
              <p:cNvPicPr/>
              <p:nvPr/>
            </p:nvPicPr>
            <p:blipFill>
              <a:blip r:embed="rId7"/>
              <a:stretch>
                <a:fillRect/>
              </a:stretch>
            </p:blipFill>
            <p:spPr>
              <a:xfrm>
                <a:off x="3873705" y="197821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4" name="Ink 23">
                <a:extLst>
                  <a:ext uri="{FF2B5EF4-FFF2-40B4-BE49-F238E27FC236}">
                    <a16:creationId xmlns:a16="http://schemas.microsoft.com/office/drawing/2014/main" id="{02E8938A-2C0E-37FC-D0C2-411F726C9F8F}"/>
                  </a:ext>
                </a:extLst>
              </p14:cNvPr>
              <p14:cNvContentPartPr/>
              <p14:nvPr/>
            </p14:nvContentPartPr>
            <p14:xfrm>
              <a:off x="3092865" y="1681935"/>
              <a:ext cx="53640" cy="36720"/>
            </p14:xfrm>
          </p:contentPart>
        </mc:Choice>
        <mc:Fallback xmlns="">
          <p:pic>
            <p:nvPicPr>
              <p:cNvPr id="24" name="Ink 23">
                <a:extLst>
                  <a:ext uri="{FF2B5EF4-FFF2-40B4-BE49-F238E27FC236}">
                    <a16:creationId xmlns:a16="http://schemas.microsoft.com/office/drawing/2014/main" id="{02E8938A-2C0E-37FC-D0C2-411F726C9F8F}"/>
                  </a:ext>
                </a:extLst>
              </p:cNvPr>
              <p:cNvPicPr/>
              <p:nvPr/>
            </p:nvPicPr>
            <p:blipFill>
              <a:blip r:embed="rId9"/>
              <a:stretch>
                <a:fillRect/>
              </a:stretch>
            </p:blipFill>
            <p:spPr>
              <a:xfrm>
                <a:off x="3086745" y="1675815"/>
                <a:ext cx="65880" cy="48960"/>
              </a:xfrm>
              <a:prstGeom prst="rect">
                <a:avLst/>
              </a:prstGeom>
            </p:spPr>
          </p:pic>
        </mc:Fallback>
      </mc:AlternateContent>
      <p:sp>
        <p:nvSpPr>
          <p:cNvPr id="29" name="Rectangle 28">
            <a:extLst>
              <a:ext uri="{FF2B5EF4-FFF2-40B4-BE49-F238E27FC236}">
                <a16:creationId xmlns:a16="http://schemas.microsoft.com/office/drawing/2014/main" id="{D20324EC-B05B-9FDB-C48A-C25111B1A359}"/>
              </a:ext>
            </a:extLst>
          </p:cNvPr>
          <p:cNvSpPr/>
          <p:nvPr/>
        </p:nvSpPr>
        <p:spPr>
          <a:xfrm>
            <a:off x="3006725" y="1658169"/>
            <a:ext cx="209190" cy="5940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9E51190-23C8-266E-D699-68A4B75D6701}"/>
              </a:ext>
            </a:extLst>
          </p:cNvPr>
          <p:cNvSpPr/>
          <p:nvPr/>
        </p:nvSpPr>
        <p:spPr>
          <a:xfrm>
            <a:off x="4943575" y="1658169"/>
            <a:ext cx="209190" cy="5940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59660AB-B9AB-4B5C-A6E6-C7B752124F36}"/>
              </a:ext>
            </a:extLst>
          </p:cNvPr>
          <p:cNvSpPr txBox="1"/>
          <p:nvPr/>
        </p:nvSpPr>
        <p:spPr>
          <a:xfrm>
            <a:off x="2977453" y="1605301"/>
            <a:ext cx="384175" cy="169277"/>
          </a:xfrm>
          <a:prstGeom prst="rect">
            <a:avLst/>
          </a:prstGeom>
          <a:noFill/>
        </p:spPr>
        <p:txBody>
          <a:bodyPr wrap="square" rtlCol="0">
            <a:spAutoFit/>
          </a:bodyPr>
          <a:lstStyle/>
          <a:p>
            <a:r>
              <a:rPr lang="en-US" sz="500" dirty="0"/>
              <a:t>1.8u</a:t>
            </a:r>
            <a:endParaRPr lang="en-US" dirty="0"/>
          </a:p>
        </p:txBody>
      </p:sp>
      <p:sp>
        <p:nvSpPr>
          <p:cNvPr id="31" name="TextBox 30">
            <a:extLst>
              <a:ext uri="{FF2B5EF4-FFF2-40B4-BE49-F238E27FC236}">
                <a16:creationId xmlns:a16="http://schemas.microsoft.com/office/drawing/2014/main" id="{9E2ECAE7-262D-D4CB-CD96-22438C80D9E1}"/>
              </a:ext>
            </a:extLst>
          </p:cNvPr>
          <p:cNvSpPr txBox="1"/>
          <p:nvPr/>
        </p:nvSpPr>
        <p:spPr>
          <a:xfrm>
            <a:off x="4890808" y="1615656"/>
            <a:ext cx="384175" cy="169277"/>
          </a:xfrm>
          <a:prstGeom prst="rect">
            <a:avLst/>
          </a:prstGeom>
          <a:noFill/>
        </p:spPr>
        <p:txBody>
          <a:bodyPr wrap="square" rtlCol="0">
            <a:spAutoFit/>
          </a:bodyPr>
          <a:lstStyle/>
          <a:p>
            <a:r>
              <a:rPr lang="en-US" sz="500" dirty="0"/>
              <a:t>1.8u</a:t>
            </a:r>
            <a:endParaRPr lang="en-US" dirty="0"/>
          </a:p>
        </p:txBody>
      </p:sp>
    </p:spTree>
    <p:extLst>
      <p:ext uri="{BB962C8B-B14F-4D97-AF65-F5344CB8AC3E}">
        <p14:creationId xmlns:p14="http://schemas.microsoft.com/office/powerpoint/2010/main" val="814581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1000"/>
                                        <p:tgtEl>
                                          <p:spTgt spid="17"/>
                                        </p:tgtEl>
                                      </p:cBhvr>
                                    </p:animEffect>
                                    <p:anim calcmode="lin" valueType="num">
                                      <p:cBhvr>
                                        <p:cTn id="18" dur="1000" fill="hold"/>
                                        <p:tgtEl>
                                          <p:spTgt spid="17"/>
                                        </p:tgtEl>
                                        <p:attrNameLst>
                                          <p:attrName>ppt_x</p:attrName>
                                        </p:attrNameLst>
                                      </p:cBhvr>
                                      <p:tavLst>
                                        <p:tav tm="0">
                                          <p:val>
                                            <p:strVal val="#ppt_x"/>
                                          </p:val>
                                        </p:tav>
                                        <p:tav tm="100000">
                                          <p:val>
                                            <p:strVal val="#ppt_x"/>
                                          </p:val>
                                        </p:tav>
                                      </p:tavLst>
                                    </p:anim>
                                    <p:anim calcmode="lin" valueType="num">
                                      <p:cBhvr>
                                        <p:cTn id="1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7C05C-2615-E7A6-1531-8A49B4730648}"/>
              </a:ext>
            </a:extLst>
          </p:cNvPr>
          <p:cNvSpPr>
            <a:spLocks noGrp="1"/>
          </p:cNvSpPr>
          <p:nvPr>
            <p:ph type="title"/>
          </p:nvPr>
        </p:nvSpPr>
        <p:spPr/>
        <p:txBody>
          <a:bodyPr/>
          <a:lstStyle/>
          <a:p>
            <a:r>
              <a:rPr lang="en-US" dirty="0"/>
              <a:t>Choice of Passives| </a:t>
            </a:r>
            <a:r>
              <a:rPr lang="en-US" dirty="0">
                <a:solidFill>
                  <a:schemeClr val="tx1"/>
                </a:solidFill>
              </a:rPr>
              <a:t>Topology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57CF448-2009-1B5A-6383-D5CAF1502A88}"/>
                  </a:ext>
                </a:extLst>
              </p:cNvPr>
              <p:cNvSpPr>
                <a:spLocks noGrp="1"/>
              </p:cNvSpPr>
              <p:nvPr>
                <p:ph idx="1"/>
              </p:nvPr>
            </p:nvSpPr>
            <p:spPr>
              <a:xfrm>
                <a:off x="333382" y="566058"/>
                <a:ext cx="8467725" cy="3929750"/>
              </a:xfrm>
            </p:spPr>
            <p:txBody>
              <a:bodyPr/>
              <a:lstStyle/>
              <a:p>
                <a:pPr marL="289639" lvl="1" indent="0">
                  <a:buNone/>
                </a:pPr>
                <a:r>
                  <a:rPr lang="en-US" sz="1400" b="1" dirty="0">
                    <a:latin typeface="Aptos Serif" panose="02020604070405020304" pitchFamily="18" charset="0"/>
                    <a:cs typeface="Aptos Serif" panose="02020604070405020304" pitchFamily="18" charset="0"/>
                  </a:rPr>
                  <a:t>Choice</a:t>
                </a:r>
                <a:r>
                  <a:rPr lang="en-US" sz="1400" dirty="0">
                    <a:latin typeface="Aptos Serif" panose="02020604070405020304" pitchFamily="18" charset="0"/>
                    <a:cs typeface="Aptos Serif" panose="02020604070405020304" pitchFamily="18" charset="0"/>
                  </a:rPr>
                  <a:t> : </a:t>
                </a:r>
                <a14:m>
                  <m:oMath xmlns:m="http://schemas.openxmlformats.org/officeDocument/2006/math">
                    <m:r>
                      <a:rPr lang="en-US" sz="1400" i="1" smtClean="0">
                        <a:solidFill>
                          <a:srgbClr val="FF0000"/>
                        </a:solidFill>
                        <a:latin typeface="Cambria Math" panose="02040503050406030204" pitchFamily="18" charset="0"/>
                        <a:ea typeface="Cambria Math" panose="02040503050406030204" pitchFamily="18" charset="0"/>
                      </a:rPr>
                      <m:t>𝜋</m:t>
                    </m:r>
                    <m:r>
                      <a:rPr lang="en-US" sz="1400" b="0" i="1" smtClean="0">
                        <a:solidFill>
                          <a:srgbClr val="FF0000"/>
                        </a:solidFill>
                        <a:latin typeface="Cambria Math" panose="02040503050406030204" pitchFamily="18" charset="0"/>
                        <a:ea typeface="Cambria Math" panose="02040503050406030204" pitchFamily="18" charset="0"/>
                      </a:rPr>
                      <m:t>− </m:t>
                    </m:r>
                  </m:oMath>
                </a14:m>
                <a:r>
                  <a:rPr lang="en-US" sz="1400" dirty="0">
                    <a:solidFill>
                      <a:srgbClr val="FF0000"/>
                    </a:solidFill>
                    <a:latin typeface="Aptos Serif" panose="02020604070405020304" pitchFamily="18" charset="0"/>
                    <a:cs typeface="Aptos Serif" panose="02020604070405020304" pitchFamily="18" charset="0"/>
                  </a:rPr>
                  <a:t>LC filter   </a:t>
                </a:r>
                <a:r>
                  <a:rPr lang="en-US" sz="1400" dirty="0">
                    <a:latin typeface="Aptos Serif" panose="02020604070405020304" pitchFamily="18" charset="0"/>
                    <a:cs typeface="Aptos Serif" panose="02020604070405020304" pitchFamily="18" charset="0"/>
                  </a:rPr>
                  <a:t>|  Question arises : Why not a simple LC filter?</a:t>
                </a:r>
              </a:p>
              <a:p>
                <a:pPr marL="289639" lvl="1" indent="0">
                  <a:buNone/>
                </a:pPr>
                <a:r>
                  <a:rPr lang="en-US" sz="1400" b="1" dirty="0">
                    <a:latin typeface="Aptos Serif" panose="02020604070405020304" pitchFamily="18" charset="0"/>
                    <a:cs typeface="Aptos Serif" panose="02020604070405020304" pitchFamily="18" charset="0"/>
                  </a:rPr>
                  <a:t>Reason</a:t>
                </a:r>
                <a:r>
                  <a:rPr lang="en-US" sz="1400" dirty="0">
                    <a:latin typeface="Aptos Serif" panose="02020604070405020304" pitchFamily="18" charset="0"/>
                    <a:cs typeface="Aptos Serif" panose="02020604070405020304" pitchFamily="18" charset="0"/>
                  </a:rPr>
                  <a:t> : </a:t>
                </a:r>
                <a:r>
                  <a:rPr lang="en-US" sz="1400" b="1" dirty="0">
                    <a:latin typeface="Aptos Serif" panose="02020604070405020304" pitchFamily="18" charset="0"/>
                    <a:cs typeface="Aptos Serif" panose="02020604070405020304" pitchFamily="18" charset="0"/>
                  </a:rPr>
                  <a:t>The op-amp circuitry is very sensitive to high current peaks because it saturates easily and adds to the high frequency peaks itself</a:t>
                </a:r>
              </a:p>
              <a:p>
                <a:pPr marL="289639" lvl="1" indent="0">
                  <a:buNone/>
                </a:pPr>
                <a:endParaRPr lang="en-US" sz="1400" b="1" dirty="0">
                  <a:latin typeface="Aptos Serif" panose="02020604070405020304" pitchFamily="18" charset="0"/>
                  <a:cs typeface="Aptos Serif" panose="02020604070405020304" pitchFamily="18" charset="0"/>
                </a:endParaRPr>
              </a:p>
              <a:p>
                <a:pPr marL="289639" lvl="1" indent="0">
                  <a:buNone/>
                </a:pPr>
                <a:r>
                  <a:rPr lang="en-US" sz="1400" dirty="0">
                    <a:latin typeface="Aptos Serif" panose="02020604070405020304" pitchFamily="18" charset="0"/>
                    <a:cs typeface="Aptos Serif" panose="02020604070405020304" pitchFamily="18" charset="0"/>
                  </a:rPr>
                  <a:t> (</a:t>
                </a:r>
                <a:r>
                  <a:rPr lang="en-US" sz="1400" dirty="0" err="1">
                    <a:latin typeface="Aptos Serif" panose="02020604070405020304" pitchFamily="18" charset="0"/>
                    <a:cs typeface="Aptos Serif" panose="02020604070405020304" pitchFamily="18" charset="0"/>
                  </a:rPr>
                  <a:t>i</a:t>
                </a:r>
                <a:r>
                  <a:rPr lang="en-US" sz="1400" dirty="0">
                    <a:latin typeface="Aptos Serif" panose="02020604070405020304" pitchFamily="18" charset="0"/>
                    <a:cs typeface="Aptos Serif" panose="02020604070405020304" pitchFamily="18" charset="0"/>
                  </a:rPr>
                  <a:t>) </a:t>
                </a:r>
                <a:r>
                  <a:rPr lang="en-US" sz="1400" b="1" dirty="0">
                    <a:latin typeface="Aptos Serif" panose="02020604070405020304" pitchFamily="18" charset="0"/>
                    <a:cs typeface="Aptos Serif" panose="02020604070405020304" pitchFamily="18" charset="0"/>
                  </a:rPr>
                  <a:t>Isolation from both sides </a:t>
                </a:r>
                <a:r>
                  <a:rPr lang="en-US" sz="1400" dirty="0">
                    <a:latin typeface="Aptos Serif" panose="02020604070405020304" pitchFamily="18" charset="0"/>
                    <a:cs typeface="Aptos Serif" panose="02020604070405020304" pitchFamily="18" charset="0"/>
                  </a:rPr>
                  <a:t>(</a:t>
                </a:r>
                <a:r>
                  <a:rPr lang="en-US" sz="1400" i="1" dirty="0">
                    <a:latin typeface="Aptos Serif" panose="02020604070405020304" pitchFamily="18" charset="0"/>
                    <a:cs typeface="Aptos Serif" panose="02020604070405020304" pitchFamily="18" charset="0"/>
                  </a:rPr>
                  <a:t>Protected bubble where the impedance is manageable</a:t>
                </a:r>
                <a:r>
                  <a:rPr lang="en-US" sz="1400" dirty="0">
                    <a:latin typeface="Aptos Serif" panose="02020604070405020304" pitchFamily="18" charset="0"/>
                    <a:cs typeface="Aptos Serif" panose="02020604070405020304" pitchFamily="18" charset="0"/>
                  </a:rPr>
                  <a:t>)</a:t>
                </a:r>
              </a:p>
              <a:p>
                <a:pPr marL="865306" lvl="2" indent="-342900">
                  <a:buAutoNum type="alphaLcParenR"/>
                </a:pPr>
                <a:r>
                  <a:rPr lang="en-US" sz="1300" b="1" i="1" dirty="0">
                    <a:latin typeface="Aptos Serif" panose="02020604070405020304" pitchFamily="18" charset="0"/>
                    <a:cs typeface="Aptos Serif" panose="02020604070405020304" pitchFamily="18" charset="0"/>
                  </a:rPr>
                  <a:t>From EUT side</a:t>
                </a:r>
                <a:r>
                  <a:rPr lang="en-US" sz="1300" dirty="0">
                    <a:latin typeface="Aptos Serif" panose="02020604070405020304" pitchFamily="18" charset="0"/>
                    <a:cs typeface="Aptos Serif" panose="02020604070405020304" pitchFamily="18" charset="0"/>
                  </a:rPr>
                  <a:t>: The high di/dt spikes from the switching components are converted into high frequency dv/dt due to the bulk capacitor’s ESR and ESL. These high frequency spikes are absorbed by the 500nF x-capacitor. The 1.5uH inductor isolates the </a:t>
                </a:r>
                <a14:m>
                  <m:oMath xmlns:m="http://schemas.openxmlformats.org/officeDocument/2006/math">
                    <m:sSub>
                      <m:sSubPr>
                        <m:ctrlPr>
                          <a:rPr lang="en-US" sz="1300" i="1" smtClean="0">
                            <a:latin typeface="Cambria Math" panose="02040503050406030204" pitchFamily="18" charset="0"/>
                          </a:rPr>
                        </m:ctrlPr>
                      </m:sSubPr>
                      <m:e>
                        <m:r>
                          <a:rPr lang="en-US" sz="1300" b="0" i="1" smtClean="0">
                            <a:latin typeface="Cambria Math" panose="02040503050406030204" pitchFamily="18" charset="0"/>
                          </a:rPr>
                          <m:t>𝐶</m:t>
                        </m:r>
                      </m:e>
                      <m:sub>
                        <m:r>
                          <a:rPr lang="en-US" sz="1300" b="0" i="1" smtClean="0">
                            <a:latin typeface="Cambria Math" panose="02040503050406030204" pitchFamily="18" charset="0"/>
                          </a:rPr>
                          <m:t>𝑖𝑛𝑗</m:t>
                        </m:r>
                      </m:sub>
                    </m:sSub>
                  </m:oMath>
                </a14:m>
                <a:r>
                  <a:rPr lang="en-US" sz="1300" dirty="0">
                    <a:latin typeface="Aptos Serif" panose="02020604070405020304" pitchFamily="18" charset="0"/>
                    <a:cs typeface="Aptos Serif" panose="02020604070405020304" pitchFamily="18" charset="0"/>
                  </a:rPr>
                  <a:t> capacitor from the x-capacitor, which would otherwise be almost short circuited at frequencies above 500kHz. Thus, pushing heavy current through the </a:t>
                </a:r>
                <a14:m>
                  <m:oMath xmlns:m="http://schemas.openxmlformats.org/officeDocument/2006/math">
                    <m:sSub>
                      <m:sSubPr>
                        <m:ctrlPr>
                          <a:rPr lang="en-US" sz="1300" i="1">
                            <a:latin typeface="Cambria Math" panose="02040503050406030204" pitchFamily="18" charset="0"/>
                          </a:rPr>
                        </m:ctrlPr>
                      </m:sSubPr>
                      <m:e>
                        <m:r>
                          <a:rPr lang="en-US" sz="1300" i="1">
                            <a:latin typeface="Cambria Math" panose="02040503050406030204" pitchFamily="18" charset="0"/>
                          </a:rPr>
                          <m:t>𝐶</m:t>
                        </m:r>
                      </m:e>
                      <m:sub>
                        <m:r>
                          <a:rPr lang="en-US" sz="1300" i="1">
                            <a:latin typeface="Cambria Math" panose="02040503050406030204" pitchFamily="18" charset="0"/>
                          </a:rPr>
                          <m:t>𝑖𝑛𝑗</m:t>
                        </m:r>
                      </m:sub>
                    </m:sSub>
                  </m:oMath>
                </a14:m>
                <a:r>
                  <a:rPr lang="en-US" sz="1300" dirty="0">
                    <a:latin typeface="Aptos Serif" panose="02020604070405020304" pitchFamily="18" charset="0"/>
                    <a:cs typeface="Aptos Serif" panose="02020604070405020304" pitchFamily="18" charset="0"/>
                  </a:rPr>
                  <a:t>, instantly saturating the op-amp.</a:t>
                </a:r>
              </a:p>
              <a:p>
                <a:pPr marL="865306" lvl="2" indent="-342900">
                  <a:buAutoNum type="alphaLcParenR"/>
                </a:pPr>
                <a:r>
                  <a:rPr lang="en-US" sz="1300" b="1" i="1" dirty="0">
                    <a:latin typeface="Aptos Serif" panose="02020604070405020304" pitchFamily="18" charset="0"/>
                    <a:cs typeface="Aptos Serif" panose="02020604070405020304" pitchFamily="18" charset="0"/>
                  </a:rPr>
                  <a:t>From LISN side </a:t>
                </a:r>
                <a:r>
                  <a:rPr lang="en-US" sz="1300" dirty="0">
                    <a:latin typeface="Aptos Serif" panose="02020604070405020304" pitchFamily="18" charset="0"/>
                    <a:cs typeface="Aptos Serif" panose="02020604070405020304" pitchFamily="18" charset="0"/>
                  </a:rPr>
                  <a:t>: The LC-pair at the LISN side helps localizing the cancellation current while maintaining a controlled impedance region. The LC wall also protects the op-amp from any source side EMI from other devices creeping in and corrupting the op-amp.</a:t>
                </a:r>
              </a:p>
              <a:p>
                <a:pPr marL="289639" lvl="1" indent="0">
                  <a:buNone/>
                </a:pPr>
                <a:r>
                  <a:rPr lang="en-US" sz="1400" dirty="0">
                    <a:latin typeface="Aptos Serif" panose="02020604070405020304" pitchFamily="18" charset="0"/>
                    <a:cs typeface="Aptos Serif" panose="02020604070405020304" pitchFamily="18" charset="0"/>
                  </a:rPr>
                  <a:t>(ii) </a:t>
                </a:r>
                <a:r>
                  <a:rPr lang="en-US" sz="1400" b="1" dirty="0">
                    <a:latin typeface="Aptos Serif" panose="02020604070405020304" pitchFamily="18" charset="0"/>
                    <a:cs typeface="Aptos Serif" panose="02020604070405020304" pitchFamily="18" charset="0"/>
                  </a:rPr>
                  <a:t>Better attenuation </a:t>
                </a:r>
                <a:r>
                  <a:rPr lang="en-US" sz="1400" dirty="0">
                    <a:latin typeface="Aptos Serif" panose="02020604070405020304" pitchFamily="18" charset="0"/>
                    <a:cs typeface="Aptos Serif" panose="02020604070405020304" pitchFamily="18" charset="0"/>
                  </a:rPr>
                  <a:t>: </a:t>
                </a:r>
                <a14:m>
                  <m:oMath xmlns:m="http://schemas.openxmlformats.org/officeDocument/2006/math">
                    <m:r>
                      <a:rPr lang="en-US" sz="1400" i="1" smtClean="0">
                        <a:solidFill>
                          <a:schemeClr val="tx1"/>
                        </a:solidFill>
                        <a:latin typeface="Cambria Math" panose="02040503050406030204" pitchFamily="18" charset="0"/>
                        <a:ea typeface="Cambria Math" panose="02040503050406030204" pitchFamily="18" charset="0"/>
                      </a:rPr>
                      <m:t>𝜋</m:t>
                    </m:r>
                    <m:r>
                      <a:rPr lang="en-US" sz="1400" i="1" smtClean="0">
                        <a:solidFill>
                          <a:schemeClr val="tx1"/>
                        </a:solidFill>
                        <a:latin typeface="Cambria Math" panose="02040503050406030204" pitchFamily="18" charset="0"/>
                        <a:ea typeface="Cambria Math" panose="02040503050406030204" pitchFamily="18" charset="0"/>
                      </a:rPr>
                      <m:t>− </m:t>
                    </m:r>
                  </m:oMath>
                </a14:m>
                <a:r>
                  <a:rPr lang="en-US" sz="1400" dirty="0">
                    <a:solidFill>
                      <a:schemeClr val="tx1"/>
                    </a:solidFill>
                    <a:latin typeface="Aptos Serif" panose="02020604070405020304" pitchFamily="18" charset="0"/>
                    <a:cs typeface="Aptos Serif" panose="02020604070405020304" pitchFamily="18" charset="0"/>
                  </a:rPr>
                  <a:t>LC filter gives -60dB/decade attenuation compared to simple LC filter that gives -40dB/decade. The cut-off frequency is </a:t>
                </a:r>
                <a:r>
                  <a:rPr lang="en-US" sz="1400" dirty="0">
                    <a:latin typeface="Aptos Serif" panose="02020604070405020304" pitchFamily="18" charset="0"/>
                    <a:cs typeface="Aptos Serif" panose="02020604070405020304" pitchFamily="18" charset="0"/>
                  </a:rPr>
                  <a:t>118kHz . Thus it crushes the noise from 150kHz to 30 MHz with a steeper roll-off. </a:t>
                </a:r>
              </a:p>
            </p:txBody>
          </p:sp>
        </mc:Choice>
        <mc:Fallback xmlns="">
          <p:sp>
            <p:nvSpPr>
              <p:cNvPr id="3" name="Content Placeholder 2">
                <a:extLst>
                  <a:ext uri="{FF2B5EF4-FFF2-40B4-BE49-F238E27FC236}">
                    <a16:creationId xmlns:a16="http://schemas.microsoft.com/office/drawing/2014/main" id="{B57CF448-2009-1B5A-6383-D5CAF1502A88}"/>
                  </a:ext>
                </a:extLst>
              </p:cNvPr>
              <p:cNvSpPr>
                <a:spLocks noGrp="1" noRot="1" noChangeAspect="1" noMove="1" noResize="1" noEditPoints="1" noAdjustHandles="1" noChangeArrowheads="1" noChangeShapeType="1" noTextEdit="1"/>
              </p:cNvSpPr>
              <p:nvPr>
                <p:ph idx="1"/>
              </p:nvPr>
            </p:nvSpPr>
            <p:spPr>
              <a:xfrm>
                <a:off x="333382" y="566058"/>
                <a:ext cx="8467725" cy="3929750"/>
              </a:xfrm>
              <a:blipFill>
                <a:blip r:embed="rId2"/>
                <a:stretch>
                  <a:fillRect t="-465" r="-57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4153A10-4108-8327-F956-2A3D1AD37A0D}"/>
              </a:ext>
            </a:extLst>
          </p:cNvPr>
          <p:cNvSpPr>
            <a:spLocks noGrp="1"/>
          </p:cNvSpPr>
          <p:nvPr>
            <p:ph type="sldNum" sz="quarter" idx="10"/>
          </p:nvPr>
        </p:nvSpPr>
        <p:spPr/>
        <p:txBody>
          <a:bodyPr/>
          <a:lstStyle/>
          <a:p>
            <a:pPr>
              <a:defRPr/>
            </a:pPr>
            <a:fld id="{2B97888F-6AF7-4263-B69D-592D8C33BAC7}" type="slidenum">
              <a:rPr lang="en-US" smtClean="0"/>
              <a:pPr>
                <a:defRPr/>
              </a:pPr>
              <a:t>13</a:t>
            </a:fld>
            <a:endParaRPr lang="en-US"/>
          </a:p>
        </p:txBody>
      </p:sp>
    </p:spTree>
    <p:extLst>
      <p:ext uri="{BB962C8B-B14F-4D97-AF65-F5344CB8AC3E}">
        <p14:creationId xmlns:p14="http://schemas.microsoft.com/office/powerpoint/2010/main" val="376961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72613-18EE-D69D-F871-5D121D72EF27}"/>
              </a:ext>
            </a:extLst>
          </p:cNvPr>
          <p:cNvSpPr>
            <a:spLocks noGrp="1"/>
          </p:cNvSpPr>
          <p:nvPr>
            <p:ph type="title"/>
          </p:nvPr>
        </p:nvSpPr>
        <p:spPr/>
        <p:txBody>
          <a:bodyPr/>
          <a:lstStyle/>
          <a:p>
            <a:r>
              <a:rPr lang="en-US" dirty="0"/>
              <a:t>Choice of Passives | </a:t>
            </a:r>
            <a:r>
              <a:rPr lang="en-US" dirty="0">
                <a:solidFill>
                  <a:schemeClr val="tx1"/>
                </a:solidFill>
              </a:rPr>
              <a:t>Addition of snubber</a:t>
            </a:r>
          </a:p>
        </p:txBody>
      </p:sp>
      <p:pic>
        <p:nvPicPr>
          <p:cNvPr id="6" name="Content Placeholder 5">
            <a:extLst>
              <a:ext uri="{FF2B5EF4-FFF2-40B4-BE49-F238E27FC236}">
                <a16:creationId xmlns:a16="http://schemas.microsoft.com/office/drawing/2014/main" id="{F779B434-0AA7-9DA9-7E29-CEF52CFD79B4}"/>
              </a:ext>
            </a:extLst>
          </p:cNvPr>
          <p:cNvPicPr>
            <a:picLocks noGrp="1" noChangeAspect="1"/>
          </p:cNvPicPr>
          <p:nvPr>
            <p:ph idx="1"/>
          </p:nvPr>
        </p:nvPicPr>
        <p:blipFill>
          <a:blip r:embed="rId2"/>
          <a:stretch>
            <a:fillRect/>
          </a:stretch>
        </p:blipFill>
        <p:spPr bwMode="auto">
          <a:xfrm>
            <a:off x="861922" y="969085"/>
            <a:ext cx="4592266" cy="1755247"/>
          </a:xfrm>
          <a:prstGeom prst="rect">
            <a:avLst/>
          </a:prstGeom>
          <a:noFill/>
          <a:ln w="9525" algn="ctr">
            <a:noFill/>
            <a:miter lim="800000"/>
            <a:headEnd/>
            <a:tailEnd/>
          </a:ln>
        </p:spPr>
      </p:pic>
      <p:sp>
        <p:nvSpPr>
          <p:cNvPr id="4" name="Slide Number Placeholder 3">
            <a:extLst>
              <a:ext uri="{FF2B5EF4-FFF2-40B4-BE49-F238E27FC236}">
                <a16:creationId xmlns:a16="http://schemas.microsoft.com/office/drawing/2014/main" id="{A6A421C7-F2A9-0878-0239-1E1F9021449F}"/>
              </a:ext>
            </a:extLst>
          </p:cNvPr>
          <p:cNvSpPr>
            <a:spLocks noGrp="1"/>
          </p:cNvSpPr>
          <p:nvPr>
            <p:ph type="sldNum" sz="quarter" idx="10"/>
          </p:nvPr>
        </p:nvSpPr>
        <p:spPr/>
        <p:txBody>
          <a:bodyPr/>
          <a:lstStyle/>
          <a:p>
            <a:pPr>
              <a:defRPr/>
            </a:pPr>
            <a:fld id="{2B97888F-6AF7-4263-B69D-592D8C33BAC7}" type="slidenum">
              <a:rPr lang="en-US" smtClean="0"/>
              <a:pPr>
                <a:defRPr/>
              </a:pPr>
              <a:t>14</a:t>
            </a:fld>
            <a:endParaRPr lang="en-US"/>
          </a:p>
        </p:txBody>
      </p:sp>
      <p:sp>
        <p:nvSpPr>
          <p:cNvPr id="7" name="Rectangle 6">
            <a:extLst>
              <a:ext uri="{FF2B5EF4-FFF2-40B4-BE49-F238E27FC236}">
                <a16:creationId xmlns:a16="http://schemas.microsoft.com/office/drawing/2014/main" id="{08F5E67B-45D4-69C5-D8EE-E3CB3018CAAA}"/>
              </a:ext>
            </a:extLst>
          </p:cNvPr>
          <p:cNvSpPr/>
          <p:nvPr/>
        </p:nvSpPr>
        <p:spPr>
          <a:xfrm>
            <a:off x="231776" y="777342"/>
            <a:ext cx="769910" cy="2029097"/>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90E6C33-2E5A-539B-0FC2-AF86CFED43F5}"/>
              </a:ext>
            </a:extLst>
          </p:cNvPr>
          <p:cNvSpPr txBox="1"/>
          <p:nvPr/>
        </p:nvSpPr>
        <p:spPr>
          <a:xfrm>
            <a:off x="231775" y="1639497"/>
            <a:ext cx="831281" cy="369332"/>
          </a:xfrm>
          <a:prstGeom prst="rect">
            <a:avLst/>
          </a:prstGeom>
          <a:noFill/>
        </p:spPr>
        <p:txBody>
          <a:bodyPr wrap="square" rtlCol="0">
            <a:spAutoFit/>
          </a:bodyPr>
          <a:lstStyle/>
          <a:p>
            <a:r>
              <a:rPr lang="en-US" dirty="0"/>
              <a:t>LISN</a:t>
            </a:r>
          </a:p>
        </p:txBody>
      </p:sp>
      <p:sp>
        <p:nvSpPr>
          <p:cNvPr id="9" name="Rectangle 8">
            <a:extLst>
              <a:ext uri="{FF2B5EF4-FFF2-40B4-BE49-F238E27FC236}">
                <a16:creationId xmlns:a16="http://schemas.microsoft.com/office/drawing/2014/main" id="{80F0F876-E014-B589-3F95-9BBBEF717184}"/>
              </a:ext>
            </a:extLst>
          </p:cNvPr>
          <p:cNvSpPr/>
          <p:nvPr/>
        </p:nvSpPr>
        <p:spPr>
          <a:xfrm>
            <a:off x="5305915" y="777342"/>
            <a:ext cx="683010" cy="2029097"/>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3FAA148-BF86-B6B8-3BBA-3D32F81B6D42}"/>
              </a:ext>
            </a:extLst>
          </p:cNvPr>
          <p:cNvSpPr txBox="1"/>
          <p:nvPr/>
        </p:nvSpPr>
        <p:spPr>
          <a:xfrm>
            <a:off x="5314423" y="1639497"/>
            <a:ext cx="683010" cy="369332"/>
          </a:xfrm>
          <a:prstGeom prst="rect">
            <a:avLst/>
          </a:prstGeom>
          <a:noFill/>
        </p:spPr>
        <p:txBody>
          <a:bodyPr wrap="square" rtlCol="0">
            <a:spAutoFit/>
          </a:bodyPr>
          <a:lstStyle/>
          <a:p>
            <a:r>
              <a:rPr lang="en-US" dirty="0"/>
              <a:t>EUT</a:t>
            </a:r>
          </a:p>
        </p:txBody>
      </p:sp>
      <p:sp>
        <p:nvSpPr>
          <p:cNvPr id="11" name="Oval 10">
            <a:extLst>
              <a:ext uri="{FF2B5EF4-FFF2-40B4-BE49-F238E27FC236}">
                <a16:creationId xmlns:a16="http://schemas.microsoft.com/office/drawing/2014/main" id="{C29C4F7B-E2A6-2582-2284-B772EEB0B882}"/>
              </a:ext>
            </a:extLst>
          </p:cNvPr>
          <p:cNvSpPr/>
          <p:nvPr/>
        </p:nvSpPr>
        <p:spPr>
          <a:xfrm>
            <a:off x="2611508" y="1472694"/>
            <a:ext cx="547305" cy="1091147"/>
          </a:xfrm>
          <a:prstGeom prst="ellipse">
            <a:avLst/>
          </a:prstGeom>
          <a:noFill/>
          <a:ln w="9525">
            <a:solidFill>
              <a:schemeClr val="accent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B464D5D-6443-63A4-DDC0-7A41DC061D6E}"/>
              </a:ext>
            </a:extLst>
          </p:cNvPr>
          <p:cNvSpPr txBox="1"/>
          <p:nvPr/>
        </p:nvSpPr>
        <p:spPr>
          <a:xfrm>
            <a:off x="2656115" y="1211084"/>
            <a:ext cx="1134268" cy="261610"/>
          </a:xfrm>
          <a:prstGeom prst="rect">
            <a:avLst/>
          </a:prstGeom>
          <a:noFill/>
        </p:spPr>
        <p:txBody>
          <a:bodyPr wrap="square" rtlCol="0">
            <a:spAutoFit/>
          </a:bodyPr>
          <a:lstStyle/>
          <a:p>
            <a:r>
              <a:rPr lang="en-US" sz="1100" dirty="0"/>
              <a:t>RC Snubber </a:t>
            </a:r>
          </a:p>
        </p:txBody>
      </p:sp>
      <p:sp>
        <p:nvSpPr>
          <p:cNvPr id="13" name="TextBox 12">
            <a:extLst>
              <a:ext uri="{FF2B5EF4-FFF2-40B4-BE49-F238E27FC236}">
                <a16:creationId xmlns:a16="http://schemas.microsoft.com/office/drawing/2014/main" id="{EABECC5D-61AF-3A8C-4ECB-D8FE606958A2}"/>
              </a:ext>
            </a:extLst>
          </p:cNvPr>
          <p:cNvSpPr txBox="1"/>
          <p:nvPr/>
        </p:nvSpPr>
        <p:spPr>
          <a:xfrm>
            <a:off x="6327073" y="668505"/>
            <a:ext cx="2271938" cy="2246769"/>
          </a:xfrm>
          <a:prstGeom prst="rect">
            <a:avLst/>
          </a:prstGeom>
          <a:noFill/>
        </p:spPr>
        <p:txBody>
          <a:bodyPr wrap="square" rtlCol="0">
            <a:spAutoFit/>
          </a:bodyPr>
          <a:lstStyle/>
          <a:p>
            <a:r>
              <a:rPr lang="en-US" sz="1400" dirty="0"/>
              <a:t>A snubber circuit is</a:t>
            </a:r>
          </a:p>
          <a:p>
            <a:r>
              <a:rPr lang="en-US" sz="1400" dirty="0"/>
              <a:t>added to dampen </a:t>
            </a:r>
          </a:p>
          <a:p>
            <a:r>
              <a:rPr lang="en-US" sz="1400" dirty="0"/>
              <a:t>LC resonance occurring in </a:t>
            </a:r>
          </a:p>
          <a:p>
            <a:r>
              <a:rPr lang="en-US" sz="1400" dirty="0"/>
              <a:t>the passives. Without</a:t>
            </a:r>
          </a:p>
          <a:p>
            <a:r>
              <a:rPr lang="en-US" sz="1400" dirty="0"/>
              <a:t>the snubber, a large</a:t>
            </a:r>
          </a:p>
          <a:p>
            <a:r>
              <a:rPr lang="en-US" sz="1400" dirty="0"/>
              <a:t>low frequency component</a:t>
            </a:r>
          </a:p>
          <a:p>
            <a:r>
              <a:rPr lang="en-US" sz="1400" dirty="0"/>
              <a:t>is introduced to the op-amp output. It distorts the waveform and increases the dm current.</a:t>
            </a:r>
          </a:p>
        </p:txBody>
      </p:sp>
      <p:pic>
        <p:nvPicPr>
          <p:cNvPr id="15" name="Picture 14">
            <a:extLst>
              <a:ext uri="{FF2B5EF4-FFF2-40B4-BE49-F238E27FC236}">
                <a16:creationId xmlns:a16="http://schemas.microsoft.com/office/drawing/2014/main" id="{AA88D83F-9EFF-9ED6-9DDF-71D62001140B}"/>
              </a:ext>
            </a:extLst>
          </p:cNvPr>
          <p:cNvPicPr>
            <a:picLocks noChangeAspect="1"/>
          </p:cNvPicPr>
          <p:nvPr/>
        </p:nvPicPr>
        <p:blipFill>
          <a:blip r:embed="rId3"/>
          <a:stretch>
            <a:fillRect/>
          </a:stretch>
        </p:blipFill>
        <p:spPr>
          <a:xfrm>
            <a:off x="357051" y="3351609"/>
            <a:ext cx="3509555" cy="1164122"/>
          </a:xfrm>
          <a:prstGeom prst="rect">
            <a:avLst/>
          </a:prstGeom>
        </p:spPr>
      </p:pic>
      <p:pic>
        <p:nvPicPr>
          <p:cNvPr id="17" name="Picture 16">
            <a:extLst>
              <a:ext uri="{FF2B5EF4-FFF2-40B4-BE49-F238E27FC236}">
                <a16:creationId xmlns:a16="http://schemas.microsoft.com/office/drawing/2014/main" id="{FCDB64B2-7BE1-B43D-1A2A-8E2D3BFF88F0}"/>
              </a:ext>
            </a:extLst>
          </p:cNvPr>
          <p:cNvPicPr>
            <a:picLocks noChangeAspect="1"/>
          </p:cNvPicPr>
          <p:nvPr/>
        </p:nvPicPr>
        <p:blipFill>
          <a:blip r:embed="rId4"/>
          <a:stretch>
            <a:fillRect/>
          </a:stretch>
        </p:blipFill>
        <p:spPr>
          <a:xfrm>
            <a:off x="4997058" y="3378658"/>
            <a:ext cx="3290084" cy="1205190"/>
          </a:xfrm>
          <a:prstGeom prst="rect">
            <a:avLst/>
          </a:prstGeom>
        </p:spPr>
      </p:pic>
      <p:sp>
        <p:nvSpPr>
          <p:cNvPr id="18" name="TextBox 17">
            <a:extLst>
              <a:ext uri="{FF2B5EF4-FFF2-40B4-BE49-F238E27FC236}">
                <a16:creationId xmlns:a16="http://schemas.microsoft.com/office/drawing/2014/main" id="{D2470E19-7EE2-9B6B-B291-B395BF67FE4C}"/>
              </a:ext>
            </a:extLst>
          </p:cNvPr>
          <p:cNvSpPr txBox="1"/>
          <p:nvPr/>
        </p:nvSpPr>
        <p:spPr>
          <a:xfrm>
            <a:off x="1376565" y="2992553"/>
            <a:ext cx="1985455" cy="307777"/>
          </a:xfrm>
          <a:prstGeom prst="rect">
            <a:avLst/>
          </a:prstGeom>
          <a:noFill/>
        </p:spPr>
        <p:txBody>
          <a:bodyPr wrap="square" rtlCol="0">
            <a:spAutoFit/>
          </a:bodyPr>
          <a:lstStyle/>
          <a:p>
            <a:r>
              <a:rPr lang="en-US" sz="1400" dirty="0"/>
              <a:t>Without snubber</a:t>
            </a:r>
          </a:p>
        </p:txBody>
      </p:sp>
      <p:sp>
        <p:nvSpPr>
          <p:cNvPr id="19" name="TextBox 18">
            <a:extLst>
              <a:ext uri="{FF2B5EF4-FFF2-40B4-BE49-F238E27FC236}">
                <a16:creationId xmlns:a16="http://schemas.microsoft.com/office/drawing/2014/main" id="{D077CE00-C1DA-B903-4F52-BB7A6813A36E}"/>
              </a:ext>
            </a:extLst>
          </p:cNvPr>
          <p:cNvSpPr txBox="1"/>
          <p:nvPr/>
        </p:nvSpPr>
        <p:spPr>
          <a:xfrm>
            <a:off x="5997433" y="2992552"/>
            <a:ext cx="1985455" cy="307777"/>
          </a:xfrm>
          <a:prstGeom prst="rect">
            <a:avLst/>
          </a:prstGeom>
          <a:noFill/>
        </p:spPr>
        <p:txBody>
          <a:bodyPr wrap="square" rtlCol="0">
            <a:spAutoFit/>
          </a:bodyPr>
          <a:lstStyle/>
          <a:p>
            <a:r>
              <a:rPr lang="en-US" sz="1400" dirty="0"/>
              <a:t>With snubber</a:t>
            </a:r>
          </a:p>
        </p:txBody>
      </p:sp>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3035971-DC32-DA44-2E71-F28ED7FDF872}"/>
                  </a:ext>
                </a:extLst>
              </p14:cNvPr>
              <p14:cNvContentPartPr/>
              <p14:nvPr/>
            </p14:nvContentPartPr>
            <p14:xfrm>
              <a:off x="2816125" y="1857005"/>
              <a:ext cx="111600" cy="36360"/>
            </p14:xfrm>
          </p:contentPart>
        </mc:Choice>
        <mc:Fallback xmlns="">
          <p:pic>
            <p:nvPicPr>
              <p:cNvPr id="3" name="Ink 2">
                <a:extLst>
                  <a:ext uri="{FF2B5EF4-FFF2-40B4-BE49-F238E27FC236}">
                    <a16:creationId xmlns:a16="http://schemas.microsoft.com/office/drawing/2014/main" id="{A3035971-DC32-DA44-2E71-F28ED7FDF872}"/>
                  </a:ext>
                </a:extLst>
              </p:cNvPr>
              <p:cNvPicPr/>
              <p:nvPr/>
            </p:nvPicPr>
            <p:blipFill>
              <a:blip r:embed="rId6"/>
              <a:stretch>
                <a:fillRect/>
              </a:stretch>
            </p:blipFill>
            <p:spPr>
              <a:xfrm>
                <a:off x="2807125" y="1848365"/>
                <a:ext cx="12924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84F61619-B635-BBC8-FFF2-A7DDEAAAE141}"/>
                  </a:ext>
                </a:extLst>
              </p14:cNvPr>
              <p14:cNvContentPartPr/>
              <p14:nvPr/>
            </p14:nvContentPartPr>
            <p14:xfrm>
              <a:off x="2799565" y="2177405"/>
              <a:ext cx="7200" cy="32400"/>
            </p14:xfrm>
          </p:contentPart>
        </mc:Choice>
        <mc:Fallback xmlns="">
          <p:pic>
            <p:nvPicPr>
              <p:cNvPr id="5" name="Ink 4">
                <a:extLst>
                  <a:ext uri="{FF2B5EF4-FFF2-40B4-BE49-F238E27FC236}">
                    <a16:creationId xmlns:a16="http://schemas.microsoft.com/office/drawing/2014/main" id="{84F61619-B635-BBC8-FFF2-A7DDEAAAE141}"/>
                  </a:ext>
                </a:extLst>
              </p:cNvPr>
              <p:cNvPicPr/>
              <p:nvPr/>
            </p:nvPicPr>
            <p:blipFill>
              <a:blip r:embed="rId8"/>
              <a:stretch>
                <a:fillRect/>
              </a:stretch>
            </p:blipFill>
            <p:spPr>
              <a:xfrm>
                <a:off x="2790925" y="2168765"/>
                <a:ext cx="24840" cy="50040"/>
              </a:xfrm>
              <a:prstGeom prst="rect">
                <a:avLst/>
              </a:prstGeom>
            </p:spPr>
          </p:pic>
        </mc:Fallback>
      </mc:AlternateContent>
      <p:sp>
        <p:nvSpPr>
          <p:cNvPr id="14" name="TextBox 13">
            <a:extLst>
              <a:ext uri="{FF2B5EF4-FFF2-40B4-BE49-F238E27FC236}">
                <a16:creationId xmlns:a16="http://schemas.microsoft.com/office/drawing/2014/main" id="{D7D390F0-A38A-6C93-F256-E425A69686FB}"/>
              </a:ext>
            </a:extLst>
          </p:cNvPr>
          <p:cNvSpPr txBox="1"/>
          <p:nvPr/>
        </p:nvSpPr>
        <p:spPr>
          <a:xfrm>
            <a:off x="2715472" y="1782975"/>
            <a:ext cx="312906" cy="161583"/>
          </a:xfrm>
          <a:prstGeom prst="rect">
            <a:avLst/>
          </a:prstGeom>
          <a:noFill/>
        </p:spPr>
        <p:txBody>
          <a:bodyPr wrap="none" rtlCol="0">
            <a:spAutoFit/>
          </a:bodyPr>
          <a:lstStyle/>
          <a:p>
            <a:r>
              <a:rPr lang="en-US" sz="450" dirty="0"/>
              <a:t>250n</a:t>
            </a:r>
          </a:p>
        </p:txBody>
      </p:sp>
      <p:sp>
        <p:nvSpPr>
          <p:cNvPr id="16" name="TextBox 15">
            <a:extLst>
              <a:ext uri="{FF2B5EF4-FFF2-40B4-BE49-F238E27FC236}">
                <a16:creationId xmlns:a16="http://schemas.microsoft.com/office/drawing/2014/main" id="{630F92B1-F00B-B78B-75F1-BB9D76344E49}"/>
              </a:ext>
            </a:extLst>
          </p:cNvPr>
          <p:cNvSpPr txBox="1"/>
          <p:nvPr/>
        </p:nvSpPr>
        <p:spPr>
          <a:xfrm>
            <a:off x="2707762" y="2126212"/>
            <a:ext cx="216726" cy="161583"/>
          </a:xfrm>
          <a:prstGeom prst="rect">
            <a:avLst/>
          </a:prstGeom>
          <a:noFill/>
        </p:spPr>
        <p:txBody>
          <a:bodyPr wrap="none" rtlCol="0">
            <a:spAutoFit/>
          </a:bodyPr>
          <a:lstStyle/>
          <a:p>
            <a:r>
              <a:rPr lang="en-US" sz="450" dirty="0"/>
              <a:t>1</a:t>
            </a:r>
          </a:p>
        </p:txBody>
      </p:sp>
    </p:spTree>
    <p:extLst>
      <p:ext uri="{BB962C8B-B14F-4D97-AF65-F5344CB8AC3E}">
        <p14:creationId xmlns:p14="http://schemas.microsoft.com/office/powerpoint/2010/main" val="1088948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64D0200A-D90B-667E-0118-6C7F7609771A}"/>
              </a:ext>
            </a:extLst>
          </p:cNvPr>
          <p:cNvPicPr>
            <a:picLocks noChangeAspect="1"/>
          </p:cNvPicPr>
          <p:nvPr/>
        </p:nvPicPr>
        <p:blipFill>
          <a:blip r:embed="rId2"/>
          <a:stretch>
            <a:fillRect/>
          </a:stretch>
        </p:blipFill>
        <p:spPr>
          <a:xfrm>
            <a:off x="4731056" y="1281658"/>
            <a:ext cx="3869563" cy="2786757"/>
          </a:xfrm>
          <a:prstGeom prst="rect">
            <a:avLst/>
          </a:prstGeom>
        </p:spPr>
      </p:pic>
      <p:sp>
        <p:nvSpPr>
          <p:cNvPr id="23" name="Rectangle 22">
            <a:extLst>
              <a:ext uri="{FF2B5EF4-FFF2-40B4-BE49-F238E27FC236}">
                <a16:creationId xmlns:a16="http://schemas.microsoft.com/office/drawing/2014/main" id="{6424DA95-2D6A-5D26-E912-E1F60CA11554}"/>
              </a:ext>
            </a:extLst>
          </p:cNvPr>
          <p:cNvSpPr/>
          <p:nvPr/>
        </p:nvSpPr>
        <p:spPr>
          <a:xfrm>
            <a:off x="3607587" y="836413"/>
            <a:ext cx="578455" cy="3378932"/>
          </a:xfrm>
          <a:prstGeom prst="rect">
            <a:avLst/>
          </a:prstGeom>
          <a:solidFill>
            <a:srgbClr val="FFFF00">
              <a:alpha val="36000"/>
            </a:srgb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7D337E5-0EB3-0866-57E4-55936854D7EB}"/>
              </a:ext>
            </a:extLst>
          </p:cNvPr>
          <p:cNvSpPr/>
          <p:nvPr/>
        </p:nvSpPr>
        <p:spPr>
          <a:xfrm>
            <a:off x="1443707" y="817448"/>
            <a:ext cx="2093949" cy="3378932"/>
          </a:xfrm>
          <a:prstGeom prst="rect">
            <a:avLst/>
          </a:prstGeom>
          <a:solidFill>
            <a:schemeClr val="accent3">
              <a:lumMod val="20000"/>
              <a:lumOff val="80000"/>
              <a:alpha val="39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96435C5-58C5-D51C-E6E4-CBB552A2E94F}"/>
              </a:ext>
            </a:extLst>
          </p:cNvPr>
          <p:cNvSpPr/>
          <p:nvPr/>
        </p:nvSpPr>
        <p:spPr>
          <a:xfrm>
            <a:off x="543380" y="817448"/>
            <a:ext cx="794475" cy="3378932"/>
          </a:xfrm>
          <a:prstGeom prst="rect">
            <a:avLst/>
          </a:prstGeom>
          <a:solidFill>
            <a:schemeClr val="tx2">
              <a:lumMod val="20000"/>
              <a:lumOff val="80000"/>
              <a:alpha val="36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8CEB48-B5C5-D131-2C94-7F6DDA9B165F}"/>
              </a:ext>
            </a:extLst>
          </p:cNvPr>
          <p:cNvSpPr>
            <a:spLocks noGrp="1"/>
          </p:cNvSpPr>
          <p:nvPr>
            <p:ph type="title"/>
          </p:nvPr>
        </p:nvSpPr>
        <p:spPr/>
        <p:txBody>
          <a:bodyPr/>
          <a:lstStyle/>
          <a:p>
            <a:r>
              <a:rPr lang="en-US" dirty="0"/>
              <a:t>Components of proposed DM EMI filter</a:t>
            </a:r>
          </a:p>
        </p:txBody>
      </p:sp>
      <p:sp>
        <p:nvSpPr>
          <p:cNvPr id="35" name="Content Placeholder 34">
            <a:extLst>
              <a:ext uri="{FF2B5EF4-FFF2-40B4-BE49-F238E27FC236}">
                <a16:creationId xmlns:a16="http://schemas.microsoft.com/office/drawing/2014/main" id="{B17FD02A-D805-8974-C87D-E06866970E96}"/>
              </a:ext>
            </a:extLst>
          </p:cNvPr>
          <p:cNvSpPr>
            <a:spLocks noGrp="1"/>
          </p:cNvSpPr>
          <p:nvPr>
            <p:ph sz="half" idx="2"/>
          </p:nvPr>
        </p:nvSpPr>
        <p:spPr>
          <a:xfrm>
            <a:off x="4675127" y="670868"/>
            <a:ext cx="4517635" cy="3914261"/>
          </a:xfrm>
        </p:spPr>
        <p:txBody>
          <a:bodyPr/>
          <a:lstStyle/>
          <a:p>
            <a:r>
              <a:rPr lang="en-US" sz="1600" dirty="0">
                <a:latin typeface="Aptos Serif" panose="02020604070405020304" pitchFamily="18" charset="0"/>
                <a:cs typeface="Aptos Serif" panose="02020604070405020304" pitchFamily="18" charset="0"/>
              </a:rPr>
              <a:t>Gain and Phase Plot of the standalone AEF:</a:t>
            </a:r>
          </a:p>
          <a:p>
            <a:pPr marL="0" indent="0">
              <a:buNone/>
            </a:pPr>
            <a:endParaRPr lang="en-US" dirty="0"/>
          </a:p>
        </p:txBody>
      </p:sp>
      <p:sp>
        <p:nvSpPr>
          <p:cNvPr id="4" name="Slide Number Placeholder 3">
            <a:extLst>
              <a:ext uri="{FF2B5EF4-FFF2-40B4-BE49-F238E27FC236}">
                <a16:creationId xmlns:a16="http://schemas.microsoft.com/office/drawing/2014/main" id="{7D9C5733-CB0B-7BFE-A357-2BABA62CE92E}"/>
              </a:ext>
            </a:extLst>
          </p:cNvPr>
          <p:cNvSpPr>
            <a:spLocks noGrp="1"/>
          </p:cNvSpPr>
          <p:nvPr>
            <p:ph type="sldNum" sz="quarter" idx="10"/>
          </p:nvPr>
        </p:nvSpPr>
        <p:spPr/>
        <p:txBody>
          <a:bodyPr/>
          <a:lstStyle/>
          <a:p>
            <a:pPr>
              <a:defRPr/>
            </a:pPr>
            <a:fld id="{2B97888F-6AF7-4263-B69D-592D8C33BAC7}" type="slidenum">
              <a:rPr lang="en-US" smtClean="0"/>
              <a:pPr>
                <a:defRPr/>
              </a:pPr>
              <a:t>15</a:t>
            </a:fld>
            <a:endParaRPr lang="en-US"/>
          </a:p>
        </p:txBody>
      </p:sp>
      <p:sp>
        <p:nvSpPr>
          <p:cNvPr id="24" name="TextBox 23">
            <a:extLst>
              <a:ext uri="{FF2B5EF4-FFF2-40B4-BE49-F238E27FC236}">
                <a16:creationId xmlns:a16="http://schemas.microsoft.com/office/drawing/2014/main" id="{03425425-7942-6ECB-C102-8EBB07FD2608}"/>
              </a:ext>
            </a:extLst>
          </p:cNvPr>
          <p:cNvSpPr txBox="1"/>
          <p:nvPr/>
        </p:nvSpPr>
        <p:spPr>
          <a:xfrm>
            <a:off x="3526760" y="4195302"/>
            <a:ext cx="1702710" cy="276999"/>
          </a:xfrm>
          <a:prstGeom prst="rect">
            <a:avLst/>
          </a:prstGeom>
          <a:noFill/>
        </p:spPr>
        <p:txBody>
          <a:bodyPr wrap="none" rtlCol="0">
            <a:spAutoFit/>
          </a:bodyPr>
          <a:lstStyle/>
          <a:p>
            <a:r>
              <a:rPr lang="en-US" sz="1200" dirty="0"/>
              <a:t>Referenced to neutral </a:t>
            </a:r>
          </a:p>
        </p:txBody>
      </p:sp>
      <p:cxnSp>
        <p:nvCxnSpPr>
          <p:cNvPr id="26" name="Straight Arrow Connector 25">
            <a:extLst>
              <a:ext uri="{FF2B5EF4-FFF2-40B4-BE49-F238E27FC236}">
                <a16:creationId xmlns:a16="http://schemas.microsoft.com/office/drawing/2014/main" id="{E029067F-4608-513B-0831-5B1FAC8A3750}"/>
              </a:ext>
            </a:extLst>
          </p:cNvPr>
          <p:cNvCxnSpPr>
            <a:cxnSpLocks/>
          </p:cNvCxnSpPr>
          <p:nvPr/>
        </p:nvCxnSpPr>
        <p:spPr>
          <a:xfrm flipH="1">
            <a:off x="3336243" y="4301067"/>
            <a:ext cx="271344"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B19E75C8-5BDA-6E81-E562-EE361F6F1FF6}"/>
              </a:ext>
            </a:extLst>
          </p:cNvPr>
          <p:cNvSpPr txBox="1"/>
          <p:nvPr/>
        </p:nvSpPr>
        <p:spPr>
          <a:xfrm>
            <a:off x="401046" y="549770"/>
            <a:ext cx="1141659" cy="261610"/>
          </a:xfrm>
          <a:prstGeom prst="rect">
            <a:avLst/>
          </a:prstGeom>
          <a:noFill/>
        </p:spPr>
        <p:txBody>
          <a:bodyPr wrap="none" rtlCol="0">
            <a:spAutoFit/>
          </a:bodyPr>
          <a:lstStyle/>
          <a:p>
            <a:r>
              <a:rPr lang="en-US" sz="1100" b="1" i="1" dirty="0">
                <a:latin typeface="Aptos Serif" panose="02020604070405020304" pitchFamily="18" charset="0"/>
                <a:cs typeface="Aptos Serif" panose="02020604070405020304" pitchFamily="18" charset="0"/>
              </a:rPr>
              <a:t>Sensing stage</a:t>
            </a:r>
          </a:p>
        </p:txBody>
      </p:sp>
      <p:sp>
        <p:nvSpPr>
          <p:cNvPr id="28" name="TextBox 27">
            <a:extLst>
              <a:ext uri="{FF2B5EF4-FFF2-40B4-BE49-F238E27FC236}">
                <a16:creationId xmlns:a16="http://schemas.microsoft.com/office/drawing/2014/main" id="{C2266744-94FC-014B-7B29-FC659ACE75CE}"/>
              </a:ext>
            </a:extLst>
          </p:cNvPr>
          <p:cNvSpPr txBox="1"/>
          <p:nvPr/>
        </p:nvSpPr>
        <p:spPr>
          <a:xfrm>
            <a:off x="1986317" y="589608"/>
            <a:ext cx="904415" cy="261610"/>
          </a:xfrm>
          <a:prstGeom prst="rect">
            <a:avLst/>
          </a:prstGeom>
          <a:noFill/>
        </p:spPr>
        <p:txBody>
          <a:bodyPr wrap="none" rtlCol="0">
            <a:spAutoFit/>
          </a:bodyPr>
          <a:lstStyle/>
          <a:p>
            <a:r>
              <a:rPr lang="en-US" sz="1100" b="1" i="1" dirty="0">
                <a:latin typeface="Aptos Serif" panose="02020604070405020304" pitchFamily="18" charset="0"/>
                <a:cs typeface="Aptos Serif" panose="02020604070405020304" pitchFamily="18" charset="0"/>
              </a:rPr>
              <a:t>Gain stage</a:t>
            </a:r>
          </a:p>
        </p:txBody>
      </p:sp>
      <p:sp>
        <p:nvSpPr>
          <p:cNvPr id="29" name="TextBox 28">
            <a:extLst>
              <a:ext uri="{FF2B5EF4-FFF2-40B4-BE49-F238E27FC236}">
                <a16:creationId xmlns:a16="http://schemas.microsoft.com/office/drawing/2014/main" id="{F2E956D4-CB39-BC0F-6474-39248376EC67}"/>
              </a:ext>
            </a:extLst>
          </p:cNvPr>
          <p:cNvSpPr txBox="1"/>
          <p:nvPr/>
        </p:nvSpPr>
        <p:spPr>
          <a:xfrm>
            <a:off x="3343888" y="582531"/>
            <a:ext cx="1170513" cy="261610"/>
          </a:xfrm>
          <a:prstGeom prst="rect">
            <a:avLst/>
          </a:prstGeom>
          <a:noFill/>
        </p:spPr>
        <p:txBody>
          <a:bodyPr wrap="none" rtlCol="0">
            <a:spAutoFit/>
          </a:bodyPr>
          <a:lstStyle/>
          <a:p>
            <a:r>
              <a:rPr lang="en-US" sz="1100" b="1" i="1" dirty="0">
                <a:latin typeface="Aptos Serif" panose="02020604070405020304" pitchFamily="18" charset="0"/>
                <a:cs typeface="Aptos Serif" panose="02020604070405020304" pitchFamily="18" charset="0"/>
              </a:rPr>
              <a:t>Injection stage</a:t>
            </a:r>
          </a:p>
        </p:txBody>
      </p:sp>
      <p:sp>
        <p:nvSpPr>
          <p:cNvPr id="3" name="TextBox 2">
            <a:extLst>
              <a:ext uri="{FF2B5EF4-FFF2-40B4-BE49-F238E27FC236}">
                <a16:creationId xmlns:a16="http://schemas.microsoft.com/office/drawing/2014/main" id="{CB7BF234-951C-9475-77A6-478F1FA71235}"/>
              </a:ext>
            </a:extLst>
          </p:cNvPr>
          <p:cNvSpPr txBox="1"/>
          <p:nvPr/>
        </p:nvSpPr>
        <p:spPr>
          <a:xfrm>
            <a:off x="62171" y="837608"/>
            <a:ext cx="575799" cy="507831"/>
          </a:xfrm>
          <a:prstGeom prst="rect">
            <a:avLst/>
          </a:prstGeom>
          <a:noFill/>
        </p:spPr>
        <p:txBody>
          <a:bodyPr wrap="none" rtlCol="0">
            <a:spAutoFit/>
          </a:bodyPr>
          <a:lstStyle/>
          <a:p>
            <a:r>
              <a:rPr lang="en-US" sz="900" dirty="0"/>
              <a:t>Sensed</a:t>
            </a:r>
          </a:p>
          <a:p>
            <a:r>
              <a:rPr lang="en-US" sz="900" dirty="0"/>
              <a:t> from</a:t>
            </a:r>
          </a:p>
          <a:p>
            <a:r>
              <a:rPr lang="en-US" sz="900" dirty="0"/>
              <a:t> line </a:t>
            </a:r>
          </a:p>
        </p:txBody>
      </p:sp>
      <p:sp>
        <p:nvSpPr>
          <p:cNvPr id="5" name="TextBox 4">
            <a:extLst>
              <a:ext uri="{FF2B5EF4-FFF2-40B4-BE49-F238E27FC236}">
                <a16:creationId xmlns:a16="http://schemas.microsoft.com/office/drawing/2014/main" id="{9139D5E5-A2E5-BB5F-8E47-413E8E89F3DE}"/>
              </a:ext>
            </a:extLst>
          </p:cNvPr>
          <p:cNvSpPr txBox="1"/>
          <p:nvPr/>
        </p:nvSpPr>
        <p:spPr>
          <a:xfrm>
            <a:off x="4110374" y="821511"/>
            <a:ext cx="620683" cy="507831"/>
          </a:xfrm>
          <a:prstGeom prst="rect">
            <a:avLst/>
          </a:prstGeom>
          <a:noFill/>
        </p:spPr>
        <p:txBody>
          <a:bodyPr wrap="none" rtlCol="0">
            <a:spAutoFit/>
          </a:bodyPr>
          <a:lstStyle/>
          <a:p>
            <a:r>
              <a:rPr lang="en-US" sz="900" dirty="0"/>
              <a:t> Injected</a:t>
            </a:r>
          </a:p>
          <a:p>
            <a:r>
              <a:rPr lang="en-US" sz="900" dirty="0"/>
              <a:t> into</a:t>
            </a:r>
          </a:p>
          <a:p>
            <a:r>
              <a:rPr lang="en-US" sz="900" dirty="0"/>
              <a:t> line </a:t>
            </a:r>
          </a:p>
        </p:txBody>
      </p:sp>
      <p:pic>
        <p:nvPicPr>
          <p:cNvPr id="40" name="Picture 39">
            <a:extLst>
              <a:ext uri="{FF2B5EF4-FFF2-40B4-BE49-F238E27FC236}">
                <a16:creationId xmlns:a16="http://schemas.microsoft.com/office/drawing/2014/main" id="{451F4B8E-08FA-615D-92D6-86D7A12B436D}"/>
              </a:ext>
            </a:extLst>
          </p:cNvPr>
          <p:cNvPicPr>
            <a:picLocks noChangeAspect="1"/>
          </p:cNvPicPr>
          <p:nvPr/>
        </p:nvPicPr>
        <p:blipFill>
          <a:blip r:embed="rId3"/>
          <a:stretch>
            <a:fillRect/>
          </a:stretch>
        </p:blipFill>
        <p:spPr>
          <a:xfrm>
            <a:off x="-167968" y="-662735"/>
            <a:ext cx="4308570" cy="5277598"/>
          </a:xfrm>
          <a:prstGeom prst="rect">
            <a:avLst/>
          </a:prstGeom>
        </p:spPr>
      </p:pic>
    </p:spTree>
    <p:extLst>
      <p:ext uri="{BB962C8B-B14F-4D97-AF65-F5344CB8AC3E}">
        <p14:creationId xmlns:p14="http://schemas.microsoft.com/office/powerpoint/2010/main" val="38015858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425A9ED-4952-9505-12BB-9F6CF0E35F71}"/>
              </a:ext>
            </a:extLst>
          </p:cNvPr>
          <p:cNvPicPr>
            <a:picLocks noChangeAspect="1"/>
          </p:cNvPicPr>
          <p:nvPr/>
        </p:nvPicPr>
        <p:blipFill>
          <a:blip r:embed="rId2"/>
          <a:stretch>
            <a:fillRect/>
          </a:stretch>
        </p:blipFill>
        <p:spPr>
          <a:xfrm>
            <a:off x="2534359" y="1291096"/>
            <a:ext cx="3356558" cy="2417304"/>
          </a:xfrm>
          <a:prstGeom prst="rect">
            <a:avLst/>
          </a:prstGeom>
        </p:spPr>
      </p:pic>
      <p:sp>
        <p:nvSpPr>
          <p:cNvPr id="2" name="Title 1">
            <a:extLst>
              <a:ext uri="{FF2B5EF4-FFF2-40B4-BE49-F238E27FC236}">
                <a16:creationId xmlns:a16="http://schemas.microsoft.com/office/drawing/2014/main" id="{43E658A5-4350-FEFD-5681-3B962C2AB505}"/>
              </a:ext>
            </a:extLst>
          </p:cNvPr>
          <p:cNvSpPr>
            <a:spLocks noGrp="1"/>
          </p:cNvSpPr>
          <p:nvPr>
            <p:ph type="title"/>
          </p:nvPr>
        </p:nvSpPr>
        <p:spPr/>
        <p:txBody>
          <a:bodyPr/>
          <a:lstStyle/>
          <a:p>
            <a:r>
              <a:rPr lang="en-US" dirty="0"/>
              <a:t>Gain and Phase curves of the compensation network (isolated)</a:t>
            </a:r>
          </a:p>
        </p:txBody>
      </p:sp>
      <p:sp>
        <p:nvSpPr>
          <p:cNvPr id="4" name="Slide Number Placeholder 3">
            <a:extLst>
              <a:ext uri="{FF2B5EF4-FFF2-40B4-BE49-F238E27FC236}">
                <a16:creationId xmlns:a16="http://schemas.microsoft.com/office/drawing/2014/main" id="{72F33ABF-42E3-5FB0-C99C-0DB81F64CDDA}"/>
              </a:ext>
            </a:extLst>
          </p:cNvPr>
          <p:cNvSpPr>
            <a:spLocks noGrp="1"/>
          </p:cNvSpPr>
          <p:nvPr>
            <p:ph type="sldNum" sz="quarter" idx="10"/>
          </p:nvPr>
        </p:nvSpPr>
        <p:spPr/>
        <p:txBody>
          <a:bodyPr/>
          <a:lstStyle/>
          <a:p>
            <a:pPr>
              <a:defRPr/>
            </a:pPr>
            <a:fld id="{2B97888F-6AF7-4263-B69D-592D8C33BAC7}" type="slidenum">
              <a:rPr lang="en-US" smtClean="0"/>
              <a:pPr>
                <a:defRPr/>
              </a:pPr>
              <a:t>16</a:t>
            </a:fld>
            <a:endParaRPr lang="en-US" dirty="0"/>
          </a:p>
        </p:txBody>
      </p:sp>
      <p:sp>
        <p:nvSpPr>
          <p:cNvPr id="94" name="Rectangle 93">
            <a:extLst>
              <a:ext uri="{FF2B5EF4-FFF2-40B4-BE49-F238E27FC236}">
                <a16:creationId xmlns:a16="http://schemas.microsoft.com/office/drawing/2014/main" id="{1FEF05C0-533E-E51F-87BC-EA1920F44146}"/>
              </a:ext>
            </a:extLst>
          </p:cNvPr>
          <p:cNvSpPr/>
          <p:nvPr/>
        </p:nvSpPr>
        <p:spPr>
          <a:xfrm>
            <a:off x="2912533" y="1299772"/>
            <a:ext cx="843448" cy="2036096"/>
          </a:xfrm>
          <a:prstGeom prst="rect">
            <a:avLst/>
          </a:prstGeom>
          <a:solidFill>
            <a:schemeClr val="bg2">
              <a:lumMod val="20000"/>
              <a:lumOff val="80000"/>
              <a:alpha val="29000"/>
            </a:schemeClr>
          </a:solidFill>
          <a:ln w="9525">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tx1"/>
              </a:solidFill>
            </a:endParaRPr>
          </a:p>
        </p:txBody>
      </p:sp>
      <p:sp>
        <p:nvSpPr>
          <p:cNvPr id="95" name="Rectangle 94">
            <a:extLst>
              <a:ext uri="{FF2B5EF4-FFF2-40B4-BE49-F238E27FC236}">
                <a16:creationId xmlns:a16="http://schemas.microsoft.com/office/drawing/2014/main" id="{DD2560D7-80C7-1E32-410A-5D865EE5152B}"/>
              </a:ext>
            </a:extLst>
          </p:cNvPr>
          <p:cNvSpPr/>
          <p:nvPr/>
        </p:nvSpPr>
        <p:spPr>
          <a:xfrm>
            <a:off x="3755981" y="1299772"/>
            <a:ext cx="460840" cy="2036096"/>
          </a:xfrm>
          <a:prstGeom prst="rect">
            <a:avLst/>
          </a:prstGeom>
          <a:solidFill>
            <a:schemeClr val="accent1">
              <a:lumMod val="60000"/>
              <a:lumOff val="40000"/>
              <a:alpha val="51000"/>
            </a:schemeClr>
          </a:solidFill>
          <a:ln w="952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  </a:t>
            </a:r>
          </a:p>
        </p:txBody>
      </p:sp>
      <p:sp>
        <p:nvSpPr>
          <p:cNvPr id="96" name="Rectangle 95">
            <a:extLst>
              <a:ext uri="{FF2B5EF4-FFF2-40B4-BE49-F238E27FC236}">
                <a16:creationId xmlns:a16="http://schemas.microsoft.com/office/drawing/2014/main" id="{595E26F0-3140-B05B-0E41-A13D426FEB91}"/>
              </a:ext>
            </a:extLst>
          </p:cNvPr>
          <p:cNvSpPr/>
          <p:nvPr/>
        </p:nvSpPr>
        <p:spPr>
          <a:xfrm>
            <a:off x="4208591" y="1299771"/>
            <a:ext cx="490024" cy="2044773"/>
          </a:xfrm>
          <a:prstGeom prst="rect">
            <a:avLst/>
          </a:prstGeom>
          <a:solidFill>
            <a:schemeClr val="accent3">
              <a:lumMod val="40000"/>
              <a:lumOff val="60000"/>
              <a:alpha val="45000"/>
            </a:schemeClr>
          </a:solidFill>
          <a:ln w="9525">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dirty="0">
              <a:solidFill>
                <a:schemeClr val="tx1"/>
              </a:solidFill>
            </a:endParaRPr>
          </a:p>
        </p:txBody>
      </p:sp>
      <p:sp>
        <p:nvSpPr>
          <p:cNvPr id="97" name="Rectangle 96">
            <a:extLst>
              <a:ext uri="{FF2B5EF4-FFF2-40B4-BE49-F238E27FC236}">
                <a16:creationId xmlns:a16="http://schemas.microsoft.com/office/drawing/2014/main" id="{59E46C09-1813-D47E-2AE3-5FDB3883940E}"/>
              </a:ext>
            </a:extLst>
          </p:cNvPr>
          <p:cNvSpPr/>
          <p:nvPr/>
        </p:nvSpPr>
        <p:spPr>
          <a:xfrm>
            <a:off x="4694825" y="1299771"/>
            <a:ext cx="1093893" cy="2044773"/>
          </a:xfrm>
          <a:prstGeom prst="rect">
            <a:avLst/>
          </a:prstGeom>
          <a:solidFill>
            <a:srgbClr val="FFFF00">
              <a:alpha val="29000"/>
            </a:srgbClr>
          </a:solidFill>
          <a:ln w="9525">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98" name="Rectangle: Rounded Corners 97">
            <a:extLst>
              <a:ext uri="{FF2B5EF4-FFF2-40B4-BE49-F238E27FC236}">
                <a16:creationId xmlns:a16="http://schemas.microsoft.com/office/drawing/2014/main" id="{AD1EF4A6-3612-A4FA-3CBA-620D9F0BA191}"/>
              </a:ext>
            </a:extLst>
          </p:cNvPr>
          <p:cNvSpPr/>
          <p:nvPr/>
        </p:nvSpPr>
        <p:spPr>
          <a:xfrm>
            <a:off x="5949285" y="547690"/>
            <a:ext cx="3213574" cy="846944"/>
          </a:xfrm>
          <a:prstGeom prst="roundRect">
            <a:avLst/>
          </a:prstGeom>
          <a:solidFill>
            <a:schemeClr val="bg2">
              <a:lumMod val="20000"/>
              <a:lumOff val="8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ptos Serif" panose="02020604070405020304" pitchFamily="18" charset="0"/>
                <a:cs typeface="Aptos Serif" panose="02020604070405020304" pitchFamily="18" charset="0"/>
              </a:rPr>
              <a:t>1. </a:t>
            </a:r>
            <a:r>
              <a:rPr lang="en-US" sz="1000" b="1" dirty="0">
                <a:solidFill>
                  <a:schemeClr val="tx1"/>
                </a:solidFill>
                <a:latin typeface="Aptos Serif" panose="02020604070405020304" pitchFamily="18" charset="0"/>
                <a:cs typeface="Aptos Serif" panose="02020604070405020304" pitchFamily="18" charset="0"/>
              </a:rPr>
              <a:t>The Differentiator Climb</a:t>
            </a:r>
            <a:r>
              <a:rPr lang="en-US" sz="1000" dirty="0">
                <a:solidFill>
                  <a:schemeClr val="tx1"/>
                </a:solidFill>
                <a:latin typeface="Aptos Serif" panose="02020604070405020304" pitchFamily="18" charset="0"/>
                <a:cs typeface="Aptos Serif" panose="02020604070405020304" pitchFamily="18" charset="0"/>
              </a:rPr>
              <a:t>: The R34 in the compensation network dominates and the gain  = </a:t>
            </a:r>
            <a:r>
              <a:rPr lang="en-US" sz="1000" b="1" dirty="0">
                <a:solidFill>
                  <a:schemeClr val="tx1"/>
                </a:solidFill>
                <a:latin typeface="Aptos Serif" panose="02020604070405020304" pitchFamily="18" charset="0"/>
                <a:cs typeface="Aptos Serif" panose="02020604070405020304" pitchFamily="18" charset="0"/>
              </a:rPr>
              <a:t>sC24*R34</a:t>
            </a:r>
            <a:r>
              <a:rPr lang="en-US" sz="1000" dirty="0">
                <a:solidFill>
                  <a:schemeClr val="tx1"/>
                </a:solidFill>
                <a:latin typeface="Aptos Serif" panose="02020604070405020304" pitchFamily="18" charset="0"/>
                <a:cs typeface="Aptos Serif" panose="02020604070405020304" pitchFamily="18" charset="0"/>
              </a:rPr>
              <a:t>. Thus </a:t>
            </a:r>
            <a:r>
              <a:rPr lang="en-US" sz="1000" dirty="0" err="1">
                <a:solidFill>
                  <a:schemeClr val="tx1"/>
                </a:solidFill>
                <a:latin typeface="Aptos Serif" panose="02020604070405020304" pitchFamily="18" charset="0"/>
                <a:cs typeface="Aptos Serif" panose="02020604070405020304" pitchFamily="18" charset="0"/>
              </a:rPr>
              <a:t>opamp</a:t>
            </a:r>
            <a:r>
              <a:rPr lang="en-US" sz="1000" dirty="0">
                <a:solidFill>
                  <a:schemeClr val="tx1"/>
                </a:solidFill>
                <a:latin typeface="Aptos Serif" panose="02020604070405020304" pitchFamily="18" charset="0"/>
                <a:cs typeface="Aptos Serif" panose="02020604070405020304" pitchFamily="18" charset="0"/>
              </a:rPr>
              <a:t> acts as a differentiator. Hence gain slope is +20dB/dec and phase starts from +90 degrees.</a:t>
            </a:r>
          </a:p>
        </p:txBody>
      </p:sp>
      <p:sp>
        <p:nvSpPr>
          <p:cNvPr id="99" name="Rectangle: Rounded Corners 98">
            <a:extLst>
              <a:ext uri="{FF2B5EF4-FFF2-40B4-BE49-F238E27FC236}">
                <a16:creationId xmlns:a16="http://schemas.microsoft.com/office/drawing/2014/main" id="{E118DF06-113E-F549-DF4E-3D768036673C}"/>
              </a:ext>
            </a:extLst>
          </p:cNvPr>
          <p:cNvSpPr/>
          <p:nvPr/>
        </p:nvSpPr>
        <p:spPr>
          <a:xfrm>
            <a:off x="5974100" y="1394634"/>
            <a:ext cx="3188759" cy="938730"/>
          </a:xfrm>
          <a:prstGeom prst="roundRect">
            <a:avLst/>
          </a:prstGeom>
          <a:solidFill>
            <a:schemeClr val="tx2">
              <a:lumMod val="40000"/>
              <a:lumOff val="6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ptos Serif" panose="02020604070405020304" pitchFamily="18" charset="0"/>
                <a:cs typeface="Aptos Serif" panose="02020604070405020304" pitchFamily="18" charset="0"/>
              </a:rPr>
              <a:t>2</a:t>
            </a:r>
            <a:r>
              <a:rPr lang="en-US" sz="1000" b="1" dirty="0">
                <a:solidFill>
                  <a:schemeClr val="tx1"/>
                </a:solidFill>
                <a:latin typeface="Aptos Serif" panose="02020604070405020304" pitchFamily="18" charset="0"/>
                <a:cs typeface="Aptos Serif" panose="02020604070405020304" pitchFamily="18" charset="0"/>
              </a:rPr>
              <a:t>. The Baseline gain region </a:t>
            </a:r>
            <a:r>
              <a:rPr lang="en-US" sz="1000" dirty="0">
                <a:solidFill>
                  <a:schemeClr val="tx1"/>
                </a:solidFill>
                <a:latin typeface="Aptos Serif" panose="02020604070405020304" pitchFamily="18" charset="0"/>
                <a:cs typeface="Aptos Serif" panose="02020604070405020304" pitchFamily="18" charset="0"/>
              </a:rPr>
              <a:t>:  The first pole is at </a:t>
            </a:r>
            <a:r>
              <a:rPr lang="en-US" sz="1000" b="1" dirty="0">
                <a:solidFill>
                  <a:schemeClr val="tx1"/>
                </a:solidFill>
                <a:latin typeface="Aptos Serif" panose="02020604070405020304" pitchFamily="18" charset="0"/>
                <a:cs typeface="Aptos Serif" panose="02020604070405020304" pitchFamily="18" charset="0"/>
              </a:rPr>
              <a:t>33kHz</a:t>
            </a:r>
            <a:r>
              <a:rPr lang="en-US" sz="1000" dirty="0">
                <a:solidFill>
                  <a:schemeClr val="tx1"/>
                </a:solidFill>
                <a:latin typeface="Aptos Serif" panose="02020604070405020304" pitchFamily="18" charset="0"/>
                <a:cs typeface="Aptos Serif" panose="02020604070405020304" pitchFamily="18" charset="0"/>
              </a:rPr>
              <a:t>. It adds a -20dB/dec. flattening the zone. The gain here is given by </a:t>
            </a:r>
            <a:r>
              <a:rPr lang="en-US" sz="1000" b="1" dirty="0">
                <a:solidFill>
                  <a:schemeClr val="tx1"/>
                </a:solidFill>
                <a:latin typeface="Aptos Serif" panose="02020604070405020304" pitchFamily="18" charset="0"/>
                <a:cs typeface="Aptos Serif" panose="02020604070405020304" pitchFamily="18" charset="0"/>
              </a:rPr>
              <a:t>C24/C23 = 24.6dB</a:t>
            </a:r>
            <a:r>
              <a:rPr lang="en-US" sz="1000" dirty="0">
                <a:solidFill>
                  <a:schemeClr val="tx1"/>
                </a:solidFill>
                <a:latin typeface="Aptos Serif" panose="02020604070405020304" pitchFamily="18" charset="0"/>
                <a:cs typeface="Aptos Serif" panose="02020604070405020304" pitchFamily="18" charset="0"/>
              </a:rPr>
              <a:t>. It sets a baseline gain before the zero hits, thus selection of these parameters is incredibly important. The phase plummets to around 40 degrees .</a:t>
            </a:r>
          </a:p>
        </p:txBody>
      </p:sp>
      <p:sp>
        <p:nvSpPr>
          <p:cNvPr id="100" name="Rectangle: Rounded Corners 99">
            <a:extLst>
              <a:ext uri="{FF2B5EF4-FFF2-40B4-BE49-F238E27FC236}">
                <a16:creationId xmlns:a16="http://schemas.microsoft.com/office/drawing/2014/main" id="{95B5D16F-9DA3-35E1-D9CD-591636569073}"/>
              </a:ext>
            </a:extLst>
          </p:cNvPr>
          <p:cNvSpPr/>
          <p:nvPr/>
        </p:nvSpPr>
        <p:spPr>
          <a:xfrm>
            <a:off x="5982330" y="2333364"/>
            <a:ext cx="3172298" cy="757004"/>
          </a:xfrm>
          <a:prstGeom prst="roundRect">
            <a:avLst/>
          </a:prstGeom>
          <a:solidFill>
            <a:schemeClr val="accent3">
              <a:lumMod val="20000"/>
              <a:lumOff val="8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ptos Serif" panose="02020604070405020304" pitchFamily="18" charset="0"/>
                <a:cs typeface="Aptos Serif" panose="02020604070405020304" pitchFamily="18" charset="0"/>
              </a:rPr>
              <a:t>3. </a:t>
            </a:r>
            <a:r>
              <a:rPr lang="en-US" sz="1000" b="1" dirty="0">
                <a:solidFill>
                  <a:schemeClr val="tx1"/>
                </a:solidFill>
                <a:latin typeface="Aptos Serif" panose="02020604070405020304" pitchFamily="18" charset="0"/>
                <a:cs typeface="Aptos Serif" panose="02020604070405020304" pitchFamily="18" charset="0"/>
              </a:rPr>
              <a:t>The Stabilizing zero</a:t>
            </a:r>
            <a:r>
              <a:rPr lang="en-US" sz="1000" dirty="0">
                <a:solidFill>
                  <a:schemeClr val="tx1"/>
                </a:solidFill>
                <a:latin typeface="Aptos Serif" panose="02020604070405020304" pitchFamily="18" charset="0"/>
                <a:cs typeface="Aptos Serif" panose="02020604070405020304" pitchFamily="18" charset="0"/>
              </a:rPr>
              <a:t>: The zero is at </a:t>
            </a:r>
            <a:r>
              <a:rPr lang="en-US" sz="1000" b="1" dirty="0">
                <a:solidFill>
                  <a:schemeClr val="tx1"/>
                </a:solidFill>
                <a:latin typeface="Aptos Serif" panose="02020604070405020304" pitchFamily="18" charset="0"/>
                <a:cs typeface="Aptos Serif" panose="02020604070405020304" pitchFamily="18" charset="0"/>
              </a:rPr>
              <a:t>225kHz</a:t>
            </a:r>
            <a:r>
              <a:rPr lang="en-US" sz="1000" dirty="0">
                <a:solidFill>
                  <a:schemeClr val="tx1"/>
                </a:solidFill>
                <a:latin typeface="Aptos Serif" panose="02020604070405020304" pitchFamily="18" charset="0"/>
                <a:cs typeface="Aptos Serif" panose="02020604070405020304" pitchFamily="18" charset="0"/>
              </a:rPr>
              <a:t>. It adds a +20dB/dec rise in slope allowing the </a:t>
            </a:r>
            <a:r>
              <a:rPr lang="en-US" sz="1000" dirty="0" err="1">
                <a:solidFill>
                  <a:schemeClr val="tx1"/>
                </a:solidFill>
                <a:latin typeface="Aptos Serif" panose="02020604070405020304" pitchFamily="18" charset="0"/>
                <a:cs typeface="Aptos Serif" panose="02020604070405020304" pitchFamily="18" charset="0"/>
              </a:rPr>
              <a:t>opamp</a:t>
            </a:r>
            <a:r>
              <a:rPr lang="en-US" sz="1000" dirty="0">
                <a:solidFill>
                  <a:schemeClr val="tx1"/>
                </a:solidFill>
                <a:latin typeface="Aptos Serif" panose="02020604070405020304" pitchFamily="18" charset="0"/>
                <a:cs typeface="Aptos Serif" panose="02020604070405020304" pitchFamily="18" charset="0"/>
              </a:rPr>
              <a:t> to fight harder in the critical 500kHz to 1MHz </a:t>
            </a:r>
            <a:r>
              <a:rPr lang="en-US" sz="1000" dirty="0" err="1">
                <a:solidFill>
                  <a:schemeClr val="tx1"/>
                </a:solidFill>
                <a:latin typeface="Aptos Serif" panose="02020604070405020304" pitchFamily="18" charset="0"/>
                <a:cs typeface="Aptos Serif" panose="02020604070405020304" pitchFamily="18" charset="0"/>
              </a:rPr>
              <a:t>zone.The</a:t>
            </a:r>
            <a:r>
              <a:rPr lang="en-US" sz="1000" dirty="0">
                <a:solidFill>
                  <a:schemeClr val="tx1"/>
                </a:solidFill>
                <a:latin typeface="Aptos Serif" panose="02020604070405020304" pitchFamily="18" charset="0"/>
                <a:cs typeface="Aptos Serif" panose="02020604070405020304" pitchFamily="18" charset="0"/>
              </a:rPr>
              <a:t> phase stops dropping here and is held steady.</a:t>
            </a:r>
          </a:p>
        </p:txBody>
      </p:sp>
      <p:sp>
        <p:nvSpPr>
          <p:cNvPr id="101" name="Rectangle: Rounded Corners 100">
            <a:extLst>
              <a:ext uri="{FF2B5EF4-FFF2-40B4-BE49-F238E27FC236}">
                <a16:creationId xmlns:a16="http://schemas.microsoft.com/office/drawing/2014/main" id="{72D68470-3F98-D605-5AD6-787B1B95E62A}"/>
              </a:ext>
            </a:extLst>
          </p:cNvPr>
          <p:cNvSpPr/>
          <p:nvPr/>
        </p:nvSpPr>
        <p:spPr>
          <a:xfrm>
            <a:off x="5959848" y="3084800"/>
            <a:ext cx="3172298" cy="1505442"/>
          </a:xfrm>
          <a:prstGeom prst="roundRect">
            <a:avLst/>
          </a:prstGeom>
          <a:solidFill>
            <a:srgbClr val="FFFF00">
              <a:alpha val="35000"/>
            </a:srgb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ptos Serif" panose="02020604070405020304" pitchFamily="18" charset="0"/>
                <a:cs typeface="Aptos Serif" panose="02020604070405020304" pitchFamily="18" charset="0"/>
              </a:rPr>
              <a:t>4. </a:t>
            </a:r>
            <a:r>
              <a:rPr lang="en-US" sz="1000" b="1" dirty="0">
                <a:solidFill>
                  <a:schemeClr val="tx1"/>
                </a:solidFill>
                <a:latin typeface="Aptos Serif" panose="02020604070405020304" pitchFamily="18" charset="0"/>
                <a:cs typeface="Aptos Serif" panose="02020604070405020304" pitchFamily="18" charset="0"/>
              </a:rPr>
              <a:t>The silicon limit is reached</a:t>
            </a:r>
            <a:r>
              <a:rPr lang="en-US" sz="1000" dirty="0">
                <a:solidFill>
                  <a:schemeClr val="tx1"/>
                </a:solidFill>
                <a:latin typeface="Aptos Serif" panose="02020604070405020304" pitchFamily="18" charset="0"/>
                <a:cs typeface="Aptos Serif" panose="02020604070405020304" pitchFamily="18" charset="0"/>
              </a:rPr>
              <a:t>: The gain hits a peak of roughly 40dB around 1MHz and then abruptly rolls over and starts falling. Mathematically the HF pole at 6MHz should have held the gain stable at around 55dB. But it is greater than maximum possible gain at 5.3MHz that is around 25dB. This is due to the  Gain Bandwidth Product (GBW) of the </a:t>
            </a:r>
            <a:r>
              <a:rPr lang="en-US" sz="1000" dirty="0" err="1">
                <a:solidFill>
                  <a:schemeClr val="tx1"/>
                </a:solidFill>
                <a:latin typeface="Aptos Serif" panose="02020604070405020304" pitchFamily="18" charset="0"/>
                <a:cs typeface="Aptos Serif" panose="02020604070405020304" pitchFamily="18" charset="0"/>
              </a:rPr>
              <a:t>opamp</a:t>
            </a:r>
            <a:r>
              <a:rPr lang="en-US" sz="1000" dirty="0">
                <a:solidFill>
                  <a:schemeClr val="tx1"/>
                </a:solidFill>
                <a:latin typeface="Aptos Serif" panose="02020604070405020304" pitchFamily="18" charset="0"/>
                <a:cs typeface="Aptos Serif" panose="02020604070405020304" pitchFamily="18" charset="0"/>
              </a:rPr>
              <a:t>. The gain slope gradually rolls off at -20dB/ dec.</a:t>
            </a:r>
          </a:p>
        </p:txBody>
      </p:sp>
      <p:pic>
        <p:nvPicPr>
          <p:cNvPr id="102" name="Content Placeholder 40">
            <a:extLst>
              <a:ext uri="{FF2B5EF4-FFF2-40B4-BE49-F238E27FC236}">
                <a16:creationId xmlns:a16="http://schemas.microsoft.com/office/drawing/2014/main" id="{84BAD5D8-FE79-C3C1-848E-B68606541F5C}"/>
              </a:ext>
            </a:extLst>
          </p:cNvPr>
          <p:cNvPicPr>
            <a:picLocks noChangeAspect="1"/>
          </p:cNvPicPr>
          <p:nvPr/>
        </p:nvPicPr>
        <p:blipFill>
          <a:blip r:embed="rId3"/>
          <a:srcRect t="27664"/>
          <a:stretch>
            <a:fillRect/>
          </a:stretch>
        </p:blipFill>
        <p:spPr bwMode="auto">
          <a:xfrm>
            <a:off x="-554611" y="1168399"/>
            <a:ext cx="3191305" cy="2951129"/>
          </a:xfrm>
          <a:prstGeom prst="rect">
            <a:avLst/>
          </a:prstGeom>
          <a:noFill/>
          <a:ln w="9525" algn="ctr">
            <a:noFill/>
            <a:miter lim="800000"/>
            <a:headEnd/>
            <a:tailEnd/>
          </a:ln>
        </p:spPr>
      </p:pic>
      <p:cxnSp>
        <p:nvCxnSpPr>
          <p:cNvPr id="5" name="Straight Connector 4">
            <a:extLst>
              <a:ext uri="{FF2B5EF4-FFF2-40B4-BE49-F238E27FC236}">
                <a16:creationId xmlns:a16="http://schemas.microsoft.com/office/drawing/2014/main" id="{8D4201A2-1966-0B72-A9CE-1CB99CACDB6B}"/>
              </a:ext>
            </a:extLst>
          </p:cNvPr>
          <p:cNvCxnSpPr/>
          <p:nvPr/>
        </p:nvCxnSpPr>
        <p:spPr>
          <a:xfrm flipH="1">
            <a:off x="3692322" y="1032647"/>
            <a:ext cx="8230" cy="267124"/>
          </a:xfrm>
          <a:prstGeom prst="line">
            <a:avLst/>
          </a:prstGeom>
          <a:ln w="12700">
            <a:tailEnd type="arrow"/>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196845E-67D4-EAD6-A1D9-05E8B310641A}"/>
              </a:ext>
            </a:extLst>
          </p:cNvPr>
          <p:cNvCxnSpPr/>
          <p:nvPr/>
        </p:nvCxnSpPr>
        <p:spPr>
          <a:xfrm flipH="1">
            <a:off x="4237775" y="1034837"/>
            <a:ext cx="8230" cy="267124"/>
          </a:xfrm>
          <a:prstGeom prst="line">
            <a:avLst/>
          </a:prstGeom>
          <a:ln w="12700">
            <a:tail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8BEB348-02D0-D41F-16CB-454D57F85172}"/>
              </a:ext>
            </a:extLst>
          </p:cNvPr>
          <p:cNvSpPr txBox="1"/>
          <p:nvPr/>
        </p:nvSpPr>
        <p:spPr>
          <a:xfrm>
            <a:off x="3236432" y="633884"/>
            <a:ext cx="1240971" cy="430887"/>
          </a:xfrm>
          <a:prstGeom prst="rect">
            <a:avLst/>
          </a:prstGeom>
          <a:noFill/>
        </p:spPr>
        <p:txBody>
          <a:bodyPr wrap="square" rtlCol="0">
            <a:spAutoFit/>
          </a:bodyPr>
          <a:lstStyle/>
          <a:p>
            <a:r>
              <a:rPr lang="en-US" sz="1100" dirty="0"/>
              <a:t>LF pole</a:t>
            </a:r>
          </a:p>
          <a:p>
            <a:r>
              <a:rPr lang="en-US" sz="1100" dirty="0"/>
              <a:t>At 33kHz</a:t>
            </a:r>
          </a:p>
        </p:txBody>
      </p:sp>
      <p:sp>
        <p:nvSpPr>
          <p:cNvPr id="9" name="TextBox 8">
            <a:extLst>
              <a:ext uri="{FF2B5EF4-FFF2-40B4-BE49-F238E27FC236}">
                <a16:creationId xmlns:a16="http://schemas.microsoft.com/office/drawing/2014/main" id="{DAEB5D04-E25D-2977-23DF-E2F927335EB9}"/>
              </a:ext>
            </a:extLst>
          </p:cNvPr>
          <p:cNvSpPr txBox="1"/>
          <p:nvPr/>
        </p:nvSpPr>
        <p:spPr>
          <a:xfrm>
            <a:off x="4070659" y="625209"/>
            <a:ext cx="765887" cy="430887"/>
          </a:xfrm>
          <a:prstGeom prst="rect">
            <a:avLst/>
          </a:prstGeom>
          <a:noFill/>
        </p:spPr>
        <p:txBody>
          <a:bodyPr wrap="square" rtlCol="0">
            <a:spAutoFit/>
          </a:bodyPr>
          <a:lstStyle/>
          <a:p>
            <a:r>
              <a:rPr lang="en-US" sz="1100" dirty="0"/>
              <a:t>Zero at 225kHz</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9BD389E-4BD5-BA9B-5D7F-014EE9E3DD42}"/>
                  </a:ext>
                </a:extLst>
              </p:cNvPr>
              <p:cNvSpPr txBox="1"/>
              <p:nvPr/>
            </p:nvSpPr>
            <p:spPr>
              <a:xfrm>
                <a:off x="2143098" y="3651512"/>
                <a:ext cx="3831002" cy="1062599"/>
              </a:xfrm>
              <a:prstGeom prst="rect">
                <a:avLst/>
              </a:prstGeom>
              <a:noFill/>
            </p:spPr>
            <p:txBody>
              <a:bodyPr wrap="square" rtlCol="0">
                <a:spAutoFit/>
              </a:bodyPr>
              <a:lstStyle/>
              <a:p>
                <a:r>
                  <a:rPr lang="en-US" sz="1100" i="1" dirty="0">
                    <a:latin typeface="Aptos Serif" panose="02020604070405020304" pitchFamily="18" charset="0"/>
                    <a:cs typeface="Aptos Serif" panose="02020604070405020304" pitchFamily="18" charset="0"/>
                  </a:rPr>
                  <a:t>This plot is of  </a:t>
                </a:r>
                <a14:m>
                  <m:oMath xmlns:m="http://schemas.openxmlformats.org/officeDocument/2006/math">
                    <m:f>
                      <m:fPr>
                        <m:ctrlPr>
                          <a:rPr lang="en-US" sz="1100" i="1">
                            <a:latin typeface="Cambria Math" panose="02040503050406030204" pitchFamily="18" charset="0"/>
                          </a:rPr>
                        </m:ctrlPr>
                      </m:fPr>
                      <m:num>
                        <m:sSub>
                          <m:sSubPr>
                            <m:ctrlPr>
                              <a:rPr lang="en-US" sz="1100" i="1">
                                <a:latin typeface="Cambria Math" panose="02040503050406030204" pitchFamily="18" charset="0"/>
                              </a:rPr>
                            </m:ctrlPr>
                          </m:sSubPr>
                          <m:e>
                            <m:r>
                              <a:rPr lang="en-US" sz="1100" i="1">
                                <a:latin typeface="Cambria Math" panose="02040503050406030204" pitchFamily="18" charset="0"/>
                              </a:rPr>
                              <m:t>𝑉</m:t>
                            </m:r>
                          </m:e>
                          <m:sub>
                            <m:r>
                              <a:rPr lang="en-US" sz="1100" i="1">
                                <a:latin typeface="Cambria Math" panose="02040503050406030204" pitchFamily="18" charset="0"/>
                              </a:rPr>
                              <m:t>𝑜𝑢𝑡</m:t>
                            </m:r>
                          </m:sub>
                        </m:sSub>
                      </m:num>
                      <m:den>
                        <m:sSub>
                          <m:sSubPr>
                            <m:ctrlPr>
                              <a:rPr lang="en-US" sz="1100" i="1">
                                <a:latin typeface="Cambria Math" panose="02040503050406030204" pitchFamily="18" charset="0"/>
                              </a:rPr>
                            </m:ctrlPr>
                          </m:sSubPr>
                          <m:e>
                            <m:r>
                              <a:rPr lang="en-US" sz="1100" i="1">
                                <a:latin typeface="Cambria Math" panose="02040503050406030204" pitchFamily="18" charset="0"/>
                              </a:rPr>
                              <m:t>𝑉</m:t>
                            </m:r>
                          </m:e>
                          <m:sub>
                            <m:r>
                              <a:rPr lang="en-US" sz="1100" i="1">
                                <a:latin typeface="Cambria Math" panose="02040503050406030204" pitchFamily="18" charset="0"/>
                              </a:rPr>
                              <m:t>𝑙𝑖𝑛𝑒</m:t>
                            </m:r>
                          </m:sub>
                        </m:sSub>
                      </m:den>
                    </m:f>
                  </m:oMath>
                </a14:m>
                <a:r>
                  <a:rPr lang="en-US" sz="1100" i="1" dirty="0">
                    <a:latin typeface="Aptos Serif" panose="02020604070405020304" pitchFamily="18" charset="0"/>
                    <a:cs typeface="Aptos Serif" panose="02020604070405020304" pitchFamily="18" charset="0"/>
                  </a:rPr>
                  <a:t> = G = </a:t>
                </a:r>
                <a14:m>
                  <m:oMath xmlns:m="http://schemas.openxmlformats.org/officeDocument/2006/math">
                    <m:f>
                      <m:fPr>
                        <m:ctrlPr>
                          <a:rPr lang="en-US" sz="1100" i="1">
                            <a:latin typeface="Cambria Math" panose="02040503050406030204" pitchFamily="18" charset="0"/>
                          </a:rPr>
                        </m:ctrlPr>
                      </m:fPr>
                      <m:num>
                        <m:sSub>
                          <m:sSubPr>
                            <m:ctrlPr>
                              <a:rPr lang="en-US" sz="1100" i="1">
                                <a:latin typeface="Cambria Math" panose="02040503050406030204" pitchFamily="18" charset="0"/>
                              </a:rPr>
                            </m:ctrlPr>
                          </m:sSubPr>
                          <m:e>
                            <m:r>
                              <a:rPr lang="en-US" sz="1100" i="1">
                                <a:latin typeface="Cambria Math" panose="02040503050406030204" pitchFamily="18" charset="0"/>
                              </a:rPr>
                              <m:t>𝑍</m:t>
                            </m:r>
                          </m:e>
                          <m:sub>
                            <m:r>
                              <a:rPr lang="en-US" sz="1100" i="1">
                                <a:latin typeface="Cambria Math" panose="02040503050406030204" pitchFamily="18" charset="0"/>
                              </a:rPr>
                              <m:t>𝑓𝑏</m:t>
                            </m:r>
                          </m:sub>
                        </m:sSub>
                      </m:num>
                      <m:den>
                        <m:sSub>
                          <m:sSubPr>
                            <m:ctrlPr>
                              <a:rPr lang="en-US" sz="1100" i="1">
                                <a:latin typeface="Cambria Math" panose="02040503050406030204" pitchFamily="18" charset="0"/>
                              </a:rPr>
                            </m:ctrlPr>
                          </m:sSubPr>
                          <m:e>
                            <m:r>
                              <a:rPr lang="en-US" sz="1100" i="1">
                                <a:latin typeface="Cambria Math" panose="02040503050406030204" pitchFamily="18" charset="0"/>
                              </a:rPr>
                              <m:t>𝑍</m:t>
                            </m:r>
                          </m:e>
                          <m:sub>
                            <m:r>
                              <a:rPr lang="en-US" sz="1100" i="1">
                                <a:latin typeface="Cambria Math" panose="02040503050406030204" pitchFamily="18" charset="0"/>
                              </a:rPr>
                              <m:t>𝑠𝑒𝑛𝑠</m:t>
                            </m:r>
                          </m:sub>
                        </m:sSub>
                      </m:den>
                    </m:f>
                  </m:oMath>
                </a14:m>
                <a:r>
                  <a:rPr lang="en-US" i="1" dirty="0">
                    <a:latin typeface="Aptos Serif" panose="02020604070405020304" pitchFamily="18" charset="0"/>
                    <a:cs typeface="Aptos Serif" panose="02020604070405020304" pitchFamily="18" charset="0"/>
                  </a:rPr>
                  <a:t> . </a:t>
                </a:r>
                <a:r>
                  <a:rPr lang="en-US" sz="1100" i="1" dirty="0">
                    <a:latin typeface="Aptos Serif" panose="02020604070405020304" pitchFamily="18" charset="0"/>
                    <a:cs typeface="Aptos Serif" panose="02020604070405020304" pitchFamily="18" charset="0"/>
                  </a:rPr>
                  <a:t>The poles and zeros introduced by the compensation networks are as follows:</a:t>
                </a:r>
              </a:p>
              <a:p>
                <a14:m>
                  <m:oMath xmlns:m="http://schemas.openxmlformats.org/officeDocument/2006/math">
                    <m:sSub>
                      <m:sSubPr>
                        <m:ctrlPr>
                          <a:rPr lang="en-US" sz="1200" i="1" smtClean="0">
                            <a:latin typeface="Cambria Math" panose="02040503050406030204" pitchFamily="18" charset="0"/>
                            <a:cs typeface="Aptos Serif" panose="02020604070405020304" pitchFamily="18" charset="0"/>
                          </a:rPr>
                        </m:ctrlPr>
                      </m:sSubPr>
                      <m:e>
                        <m:r>
                          <a:rPr lang="en-US" sz="1200" b="0" i="1" smtClean="0">
                            <a:latin typeface="Cambria Math" panose="02040503050406030204" pitchFamily="18" charset="0"/>
                            <a:cs typeface="Aptos Serif" panose="02020604070405020304" pitchFamily="18" charset="0"/>
                          </a:rPr>
                          <m:t>𝑓</m:t>
                        </m:r>
                      </m:e>
                      <m:sub>
                        <m:r>
                          <a:rPr lang="en-US" sz="1200" b="0" i="1" smtClean="0">
                            <a:latin typeface="Cambria Math" panose="02040503050406030204" pitchFamily="18" charset="0"/>
                            <a:cs typeface="Aptos Serif" panose="02020604070405020304" pitchFamily="18" charset="0"/>
                          </a:rPr>
                          <m:t>𝑝</m:t>
                        </m:r>
                        <m:r>
                          <a:rPr lang="en-US" sz="1200" b="0" i="1" smtClean="0">
                            <a:latin typeface="Cambria Math" panose="02040503050406030204" pitchFamily="18" charset="0"/>
                            <a:cs typeface="Aptos Serif" panose="02020604070405020304" pitchFamily="18" charset="0"/>
                          </a:rPr>
                          <m:t>1</m:t>
                        </m:r>
                      </m:sub>
                    </m:sSub>
                    <m:r>
                      <a:rPr lang="en-US" sz="1200" b="0" i="1" smtClean="0">
                        <a:latin typeface="Cambria Math" panose="02040503050406030204" pitchFamily="18" charset="0"/>
                        <a:cs typeface="Aptos Serif" panose="02020604070405020304" pitchFamily="18" charset="0"/>
                      </a:rPr>
                      <m:t>= </m:t>
                    </m:r>
                    <m:f>
                      <m:fPr>
                        <m:ctrlPr>
                          <a:rPr lang="en-US" sz="1200" b="0" i="1" smtClean="0">
                            <a:latin typeface="Cambria Math" panose="02040503050406030204" pitchFamily="18" charset="0"/>
                            <a:cs typeface="Aptos Serif" panose="02020604070405020304" pitchFamily="18" charset="0"/>
                          </a:rPr>
                        </m:ctrlPr>
                      </m:fPr>
                      <m:num>
                        <m:r>
                          <a:rPr lang="en-US" sz="1200" b="0" i="1" smtClean="0">
                            <a:latin typeface="Cambria Math" panose="02040503050406030204" pitchFamily="18" charset="0"/>
                            <a:cs typeface="Aptos Serif" panose="02020604070405020304" pitchFamily="18" charset="0"/>
                          </a:rPr>
                          <m:t>1</m:t>
                        </m:r>
                      </m:num>
                      <m:den>
                        <m:r>
                          <a:rPr lang="en-US" sz="1200" b="0" i="1" smtClean="0">
                            <a:latin typeface="Cambria Math" panose="02040503050406030204" pitchFamily="18" charset="0"/>
                            <a:cs typeface="Aptos Serif" panose="02020604070405020304" pitchFamily="18" charset="0"/>
                          </a:rPr>
                          <m:t>2</m:t>
                        </m:r>
                        <m:r>
                          <a:rPr lang="en-US" sz="1200" b="0" i="1" smtClean="0">
                            <a:latin typeface="Cambria Math" panose="02040503050406030204" pitchFamily="18" charset="0"/>
                            <a:ea typeface="Cambria Math" panose="02040503050406030204" pitchFamily="18" charset="0"/>
                            <a:cs typeface="Aptos Serif" panose="02020604070405020304" pitchFamily="18" charset="0"/>
                          </a:rPr>
                          <m:t>𝜋</m:t>
                        </m:r>
                        <m:r>
                          <a:rPr lang="en-US" sz="1200" b="0" i="1" smtClean="0">
                            <a:latin typeface="Cambria Math" panose="02040503050406030204" pitchFamily="18" charset="0"/>
                            <a:ea typeface="Cambria Math" panose="02040503050406030204" pitchFamily="18" charset="0"/>
                            <a:cs typeface="Aptos Serif" panose="02020604070405020304" pitchFamily="18" charset="0"/>
                          </a:rPr>
                          <m:t>.</m:t>
                        </m:r>
                        <m:r>
                          <a:rPr lang="en-US" sz="1200" b="0" i="1" smtClean="0">
                            <a:latin typeface="Cambria Math" panose="02040503050406030204" pitchFamily="18" charset="0"/>
                            <a:ea typeface="Cambria Math" panose="02040503050406030204" pitchFamily="18" charset="0"/>
                            <a:cs typeface="Aptos Serif" panose="02020604070405020304" pitchFamily="18" charset="0"/>
                          </a:rPr>
                          <m:t>𝑅</m:t>
                        </m:r>
                        <m:r>
                          <a:rPr lang="en-US" sz="1200" b="0" i="1" smtClean="0">
                            <a:latin typeface="Cambria Math" panose="02040503050406030204" pitchFamily="18" charset="0"/>
                            <a:ea typeface="Cambria Math" panose="02040503050406030204" pitchFamily="18" charset="0"/>
                            <a:cs typeface="Aptos Serif" panose="02020604070405020304" pitchFamily="18" charset="0"/>
                          </a:rPr>
                          <m:t>34.</m:t>
                        </m:r>
                        <m:r>
                          <a:rPr lang="en-US" sz="1200" b="0" i="1" smtClean="0">
                            <a:latin typeface="Cambria Math" panose="02040503050406030204" pitchFamily="18" charset="0"/>
                            <a:ea typeface="Cambria Math" panose="02040503050406030204" pitchFamily="18" charset="0"/>
                            <a:cs typeface="Aptos Serif" panose="02020604070405020304" pitchFamily="18" charset="0"/>
                          </a:rPr>
                          <m:t>𝐶</m:t>
                        </m:r>
                        <m:r>
                          <a:rPr lang="en-US" sz="1200" b="0" i="1" smtClean="0">
                            <a:latin typeface="Cambria Math" panose="02040503050406030204" pitchFamily="18" charset="0"/>
                            <a:ea typeface="Cambria Math" panose="02040503050406030204" pitchFamily="18" charset="0"/>
                            <a:cs typeface="Aptos Serif" panose="02020604070405020304" pitchFamily="18" charset="0"/>
                          </a:rPr>
                          <m:t>23</m:t>
                        </m:r>
                      </m:den>
                    </m:f>
                  </m:oMath>
                </a14:m>
                <a:r>
                  <a:rPr lang="en-US" sz="1200" i="1" dirty="0">
                    <a:latin typeface="Aptos Serif" panose="02020604070405020304" pitchFamily="18" charset="0"/>
                    <a:cs typeface="Aptos Serif" panose="02020604070405020304" pitchFamily="18" charset="0"/>
                  </a:rPr>
                  <a:t> = 33kHz 	</a:t>
                </a:r>
                <a:r>
                  <a:rPr lang="en-US" sz="1200" dirty="0">
                    <a:cs typeface="Aptos Serif" panose="02020604070405020304" pitchFamily="18" charset="0"/>
                  </a:rPr>
                  <a:t> </a:t>
                </a:r>
                <a14:m>
                  <m:oMath xmlns:m="http://schemas.openxmlformats.org/officeDocument/2006/math">
                    <m:sSub>
                      <m:sSubPr>
                        <m:ctrlPr>
                          <a:rPr lang="en-US" sz="1200" i="1">
                            <a:latin typeface="Cambria Math" panose="02040503050406030204" pitchFamily="18" charset="0"/>
                            <a:cs typeface="Aptos Serif" panose="02020604070405020304" pitchFamily="18" charset="0"/>
                          </a:rPr>
                        </m:ctrlPr>
                      </m:sSubPr>
                      <m:e>
                        <m:r>
                          <a:rPr lang="en-US" sz="1200" i="1">
                            <a:latin typeface="Cambria Math" panose="02040503050406030204" pitchFamily="18" charset="0"/>
                            <a:cs typeface="Aptos Serif" panose="02020604070405020304" pitchFamily="18" charset="0"/>
                          </a:rPr>
                          <m:t>𝑓</m:t>
                        </m:r>
                      </m:e>
                      <m:sub>
                        <m:r>
                          <a:rPr lang="en-US" sz="1200" b="0" i="1" smtClean="0">
                            <a:latin typeface="Cambria Math" panose="02040503050406030204" pitchFamily="18" charset="0"/>
                            <a:cs typeface="Aptos Serif" panose="02020604070405020304" pitchFamily="18" charset="0"/>
                          </a:rPr>
                          <m:t>𝑧</m:t>
                        </m:r>
                      </m:sub>
                    </m:sSub>
                    <m:r>
                      <a:rPr lang="en-US" sz="1200" b="0" i="1" smtClean="0">
                        <a:latin typeface="Cambria Math" panose="02040503050406030204" pitchFamily="18" charset="0"/>
                        <a:cs typeface="Aptos Serif" panose="02020604070405020304" pitchFamily="18" charset="0"/>
                      </a:rPr>
                      <m:t>=</m:t>
                    </m:r>
                    <m:f>
                      <m:fPr>
                        <m:ctrlPr>
                          <a:rPr lang="en-US" sz="1200" i="1">
                            <a:latin typeface="Cambria Math" panose="02040503050406030204" pitchFamily="18" charset="0"/>
                            <a:cs typeface="Aptos Serif" panose="02020604070405020304" pitchFamily="18" charset="0"/>
                          </a:rPr>
                        </m:ctrlPr>
                      </m:fPr>
                      <m:num>
                        <m:r>
                          <a:rPr lang="en-US" sz="1200" i="1">
                            <a:latin typeface="Cambria Math" panose="02040503050406030204" pitchFamily="18" charset="0"/>
                            <a:cs typeface="Aptos Serif" panose="02020604070405020304" pitchFamily="18" charset="0"/>
                          </a:rPr>
                          <m:t>1</m:t>
                        </m:r>
                      </m:num>
                      <m:den>
                        <m:r>
                          <a:rPr lang="en-US" sz="1200" i="1">
                            <a:latin typeface="Cambria Math" panose="02040503050406030204" pitchFamily="18" charset="0"/>
                            <a:cs typeface="Aptos Serif" panose="02020604070405020304" pitchFamily="18" charset="0"/>
                          </a:rPr>
                          <m:t>2</m:t>
                        </m:r>
                        <m:r>
                          <a:rPr lang="en-US" sz="1200" i="1">
                            <a:latin typeface="Cambria Math" panose="02040503050406030204" pitchFamily="18" charset="0"/>
                            <a:ea typeface="Cambria Math" panose="02040503050406030204" pitchFamily="18" charset="0"/>
                            <a:cs typeface="Aptos Serif" panose="02020604070405020304" pitchFamily="18" charset="0"/>
                          </a:rPr>
                          <m:t>𝜋</m:t>
                        </m:r>
                        <m:r>
                          <a:rPr lang="en-US" sz="1200" i="1">
                            <a:latin typeface="Cambria Math" panose="02040503050406030204" pitchFamily="18" charset="0"/>
                            <a:ea typeface="Cambria Math" panose="02040503050406030204" pitchFamily="18" charset="0"/>
                            <a:cs typeface="Aptos Serif" panose="02020604070405020304" pitchFamily="18" charset="0"/>
                          </a:rPr>
                          <m:t>.</m:t>
                        </m:r>
                        <m:r>
                          <a:rPr lang="en-US" sz="1200" i="1">
                            <a:latin typeface="Cambria Math" panose="02040503050406030204" pitchFamily="18" charset="0"/>
                            <a:ea typeface="Cambria Math" panose="02040503050406030204" pitchFamily="18" charset="0"/>
                            <a:cs typeface="Aptos Serif" panose="02020604070405020304" pitchFamily="18" charset="0"/>
                          </a:rPr>
                          <m:t>𝑅</m:t>
                        </m:r>
                        <m:r>
                          <a:rPr lang="en-US" sz="1200" b="0" i="1" smtClean="0">
                            <a:latin typeface="Cambria Math" panose="02040503050406030204" pitchFamily="18" charset="0"/>
                            <a:ea typeface="Cambria Math" panose="02040503050406030204" pitchFamily="18" charset="0"/>
                            <a:cs typeface="Aptos Serif" panose="02020604070405020304" pitchFamily="18" charset="0"/>
                          </a:rPr>
                          <m:t>30</m:t>
                        </m:r>
                        <m:r>
                          <a:rPr lang="en-US" sz="1200" i="1">
                            <a:latin typeface="Cambria Math" panose="02040503050406030204" pitchFamily="18" charset="0"/>
                            <a:ea typeface="Cambria Math" panose="02040503050406030204" pitchFamily="18" charset="0"/>
                            <a:cs typeface="Aptos Serif" panose="02020604070405020304" pitchFamily="18" charset="0"/>
                          </a:rPr>
                          <m:t>.</m:t>
                        </m:r>
                        <m:r>
                          <a:rPr lang="en-US" sz="1200" i="1">
                            <a:latin typeface="Cambria Math" panose="02040503050406030204" pitchFamily="18" charset="0"/>
                            <a:ea typeface="Cambria Math" panose="02040503050406030204" pitchFamily="18" charset="0"/>
                            <a:cs typeface="Aptos Serif" panose="02020604070405020304" pitchFamily="18" charset="0"/>
                          </a:rPr>
                          <m:t>𝐶</m:t>
                        </m:r>
                        <m:r>
                          <a:rPr lang="en-US" sz="1200" i="1">
                            <a:latin typeface="Cambria Math" panose="02040503050406030204" pitchFamily="18" charset="0"/>
                            <a:ea typeface="Cambria Math" panose="02040503050406030204" pitchFamily="18" charset="0"/>
                            <a:cs typeface="Aptos Serif" panose="02020604070405020304" pitchFamily="18" charset="0"/>
                          </a:rPr>
                          <m:t>23</m:t>
                        </m:r>
                      </m:den>
                    </m:f>
                    <m:r>
                      <a:rPr lang="en-US" sz="1200" b="0" i="1" smtClean="0">
                        <a:latin typeface="Cambria Math" panose="02040503050406030204" pitchFamily="18" charset="0"/>
                        <a:ea typeface="Cambria Math" panose="02040503050406030204" pitchFamily="18" charset="0"/>
                        <a:cs typeface="Aptos Serif" panose="02020604070405020304" pitchFamily="18" charset="0"/>
                      </a:rPr>
                      <m:t>=225</m:t>
                    </m:r>
                    <m:r>
                      <a:rPr lang="en-US" sz="1200" b="0" i="1" smtClean="0">
                        <a:latin typeface="Cambria Math" panose="02040503050406030204" pitchFamily="18" charset="0"/>
                        <a:ea typeface="Cambria Math" panose="02040503050406030204" pitchFamily="18" charset="0"/>
                        <a:cs typeface="Aptos Serif" panose="02020604070405020304" pitchFamily="18" charset="0"/>
                      </a:rPr>
                      <m:t>𝑘𝐻𝑧</m:t>
                    </m:r>
                  </m:oMath>
                </a14:m>
                <a:endParaRPr lang="en-US" sz="1200" b="0" dirty="0">
                  <a:ea typeface="Cambria Math" panose="02040503050406030204" pitchFamily="18" charset="0"/>
                  <a:cs typeface="Aptos Serif" panose="02020604070405020304" pitchFamily="18" charset="0"/>
                </a:endParaRPr>
              </a:p>
              <a:p>
                <a14:m>
                  <m:oMath xmlns:m="http://schemas.openxmlformats.org/officeDocument/2006/math">
                    <m:sSub>
                      <m:sSubPr>
                        <m:ctrlPr>
                          <a:rPr lang="en-US" sz="1200" i="1">
                            <a:latin typeface="Cambria Math" panose="02040503050406030204" pitchFamily="18" charset="0"/>
                            <a:cs typeface="Aptos Serif" panose="02020604070405020304" pitchFamily="18" charset="0"/>
                          </a:rPr>
                        </m:ctrlPr>
                      </m:sSubPr>
                      <m:e>
                        <m:r>
                          <a:rPr lang="en-US" sz="1200" i="1">
                            <a:latin typeface="Cambria Math" panose="02040503050406030204" pitchFamily="18" charset="0"/>
                            <a:cs typeface="Aptos Serif" panose="02020604070405020304" pitchFamily="18" charset="0"/>
                          </a:rPr>
                          <m:t>𝑓</m:t>
                        </m:r>
                      </m:e>
                      <m:sub>
                        <m:r>
                          <a:rPr lang="en-US" sz="1200" i="1">
                            <a:latin typeface="Cambria Math" panose="02040503050406030204" pitchFamily="18" charset="0"/>
                            <a:cs typeface="Aptos Serif" panose="02020604070405020304" pitchFamily="18" charset="0"/>
                          </a:rPr>
                          <m:t>𝑝</m:t>
                        </m:r>
                        <m:r>
                          <a:rPr lang="en-US" sz="1200" b="0" i="1" smtClean="0">
                            <a:latin typeface="Cambria Math" panose="02040503050406030204" pitchFamily="18" charset="0"/>
                            <a:cs typeface="Aptos Serif" panose="02020604070405020304" pitchFamily="18" charset="0"/>
                          </a:rPr>
                          <m:t>2</m:t>
                        </m:r>
                      </m:sub>
                    </m:sSub>
                    <m:r>
                      <a:rPr lang="en-US" sz="1200" i="1">
                        <a:latin typeface="Cambria Math" panose="02040503050406030204" pitchFamily="18" charset="0"/>
                        <a:cs typeface="Aptos Serif" panose="02020604070405020304" pitchFamily="18" charset="0"/>
                      </a:rPr>
                      <m:t>= </m:t>
                    </m:r>
                    <m:f>
                      <m:fPr>
                        <m:ctrlPr>
                          <a:rPr lang="en-US" sz="1200" i="1">
                            <a:latin typeface="Cambria Math" panose="02040503050406030204" pitchFamily="18" charset="0"/>
                            <a:cs typeface="Aptos Serif" panose="02020604070405020304" pitchFamily="18" charset="0"/>
                          </a:rPr>
                        </m:ctrlPr>
                      </m:fPr>
                      <m:num>
                        <m:r>
                          <a:rPr lang="en-US" sz="1200" i="1">
                            <a:latin typeface="Cambria Math" panose="02040503050406030204" pitchFamily="18" charset="0"/>
                            <a:cs typeface="Aptos Serif" panose="02020604070405020304" pitchFamily="18" charset="0"/>
                          </a:rPr>
                          <m:t>1</m:t>
                        </m:r>
                      </m:num>
                      <m:den>
                        <m:r>
                          <a:rPr lang="en-US" sz="1200" i="1">
                            <a:latin typeface="Cambria Math" panose="02040503050406030204" pitchFamily="18" charset="0"/>
                            <a:cs typeface="Aptos Serif" panose="02020604070405020304" pitchFamily="18" charset="0"/>
                          </a:rPr>
                          <m:t>2</m:t>
                        </m:r>
                        <m:r>
                          <a:rPr lang="en-US" sz="1200" i="1">
                            <a:latin typeface="Cambria Math" panose="02040503050406030204" pitchFamily="18" charset="0"/>
                            <a:ea typeface="Cambria Math" panose="02040503050406030204" pitchFamily="18" charset="0"/>
                            <a:cs typeface="Aptos Serif" panose="02020604070405020304" pitchFamily="18" charset="0"/>
                          </a:rPr>
                          <m:t>𝜋</m:t>
                        </m:r>
                        <m:r>
                          <a:rPr lang="en-US" sz="1200" i="1">
                            <a:latin typeface="Cambria Math" panose="02040503050406030204" pitchFamily="18" charset="0"/>
                            <a:ea typeface="Cambria Math" panose="02040503050406030204" pitchFamily="18" charset="0"/>
                            <a:cs typeface="Aptos Serif" panose="02020604070405020304" pitchFamily="18" charset="0"/>
                          </a:rPr>
                          <m:t>.</m:t>
                        </m:r>
                        <m:r>
                          <a:rPr lang="en-US" sz="1200" i="1">
                            <a:latin typeface="Cambria Math" panose="02040503050406030204" pitchFamily="18" charset="0"/>
                            <a:ea typeface="Cambria Math" panose="02040503050406030204" pitchFamily="18" charset="0"/>
                            <a:cs typeface="Aptos Serif" panose="02020604070405020304" pitchFamily="18" charset="0"/>
                          </a:rPr>
                          <m:t>𝑅</m:t>
                        </m:r>
                        <m:r>
                          <a:rPr lang="en-US" sz="1200" i="1">
                            <a:latin typeface="Cambria Math" panose="02040503050406030204" pitchFamily="18" charset="0"/>
                            <a:ea typeface="Cambria Math" panose="02040503050406030204" pitchFamily="18" charset="0"/>
                            <a:cs typeface="Aptos Serif" panose="02020604070405020304" pitchFamily="18" charset="0"/>
                          </a:rPr>
                          <m:t>30.</m:t>
                        </m:r>
                        <m:r>
                          <a:rPr lang="en-US" sz="1200" i="1">
                            <a:latin typeface="Cambria Math" panose="02040503050406030204" pitchFamily="18" charset="0"/>
                            <a:ea typeface="Cambria Math" panose="02040503050406030204" pitchFamily="18" charset="0"/>
                            <a:cs typeface="Aptos Serif" panose="02020604070405020304" pitchFamily="18" charset="0"/>
                          </a:rPr>
                          <m:t>𝐶</m:t>
                        </m:r>
                        <m:r>
                          <a:rPr lang="en-US" sz="1200" b="0" i="1" smtClean="0">
                            <a:latin typeface="Cambria Math" panose="02040503050406030204" pitchFamily="18" charset="0"/>
                            <a:ea typeface="Cambria Math" panose="02040503050406030204" pitchFamily="18" charset="0"/>
                            <a:cs typeface="Aptos Serif" panose="02020604070405020304" pitchFamily="18" charset="0"/>
                          </a:rPr>
                          <m:t>26</m:t>
                        </m:r>
                      </m:den>
                    </m:f>
                  </m:oMath>
                </a14:m>
                <a:r>
                  <a:rPr lang="en-US" sz="1200" i="1" dirty="0">
                    <a:latin typeface="Aptos Serif" panose="02020604070405020304" pitchFamily="18" charset="0"/>
                    <a:cs typeface="Aptos Serif" panose="02020604070405020304" pitchFamily="18" charset="0"/>
                  </a:rPr>
                  <a:t> = 5.3MHz</a:t>
                </a:r>
                <a:endParaRPr lang="en-US" i="1" dirty="0">
                  <a:latin typeface="Aptos Serif" panose="02020604070405020304" pitchFamily="18" charset="0"/>
                  <a:cs typeface="Aptos Serif" panose="02020604070405020304" pitchFamily="18" charset="0"/>
                </a:endParaRPr>
              </a:p>
            </p:txBody>
          </p:sp>
        </mc:Choice>
        <mc:Fallback xmlns="">
          <p:sp>
            <p:nvSpPr>
              <p:cNvPr id="10" name="TextBox 9">
                <a:extLst>
                  <a:ext uri="{FF2B5EF4-FFF2-40B4-BE49-F238E27FC236}">
                    <a16:creationId xmlns:a16="http://schemas.microsoft.com/office/drawing/2014/main" id="{D9BD389E-4BD5-BA9B-5D7F-014EE9E3DD42}"/>
                  </a:ext>
                </a:extLst>
              </p:cNvPr>
              <p:cNvSpPr txBox="1">
                <a:spLocks noRot="1" noChangeAspect="1" noMove="1" noResize="1" noEditPoints="1" noAdjustHandles="1" noChangeArrowheads="1" noChangeShapeType="1" noTextEdit="1"/>
              </p:cNvSpPr>
              <p:nvPr/>
            </p:nvSpPr>
            <p:spPr>
              <a:xfrm>
                <a:off x="2143098" y="3651512"/>
                <a:ext cx="3831002" cy="1062599"/>
              </a:xfrm>
              <a:prstGeom prst="rect">
                <a:avLst/>
              </a:prstGeom>
              <a:blipFill>
                <a:blip r:embed="rId4"/>
                <a:stretch>
                  <a:fillRect t="-4598" b="-575"/>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7B15B2B7-102A-B5C0-B939-5E62F6369084}"/>
                  </a:ext>
                </a:extLst>
              </p14:cNvPr>
              <p14:cNvContentPartPr/>
              <p14:nvPr/>
            </p14:nvContentPartPr>
            <p14:xfrm>
              <a:off x="456831" y="2246089"/>
              <a:ext cx="360" cy="360"/>
            </p14:xfrm>
          </p:contentPart>
        </mc:Choice>
        <mc:Fallback xmlns="">
          <p:pic>
            <p:nvPicPr>
              <p:cNvPr id="15" name="Ink 14">
                <a:extLst>
                  <a:ext uri="{FF2B5EF4-FFF2-40B4-BE49-F238E27FC236}">
                    <a16:creationId xmlns:a16="http://schemas.microsoft.com/office/drawing/2014/main" id="{7B15B2B7-102A-B5C0-B939-5E62F6369084}"/>
                  </a:ext>
                </a:extLst>
              </p:cNvPr>
              <p:cNvPicPr/>
              <p:nvPr/>
            </p:nvPicPr>
            <p:blipFill>
              <a:blip r:embed="rId6"/>
              <a:stretch>
                <a:fillRect/>
              </a:stretch>
            </p:blipFill>
            <p:spPr>
              <a:xfrm>
                <a:off x="448191" y="223744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8" name="Ink 17">
                <a:extLst>
                  <a:ext uri="{FF2B5EF4-FFF2-40B4-BE49-F238E27FC236}">
                    <a16:creationId xmlns:a16="http://schemas.microsoft.com/office/drawing/2014/main" id="{1097B23A-A0D8-C218-6EE9-0616BBDE1D23}"/>
                  </a:ext>
                </a:extLst>
              </p14:cNvPr>
              <p14:cNvContentPartPr/>
              <p14:nvPr/>
            </p14:nvContentPartPr>
            <p14:xfrm>
              <a:off x="401900" y="3708340"/>
              <a:ext cx="93600" cy="19440"/>
            </p14:xfrm>
          </p:contentPart>
        </mc:Choice>
        <mc:Fallback xmlns="">
          <p:pic>
            <p:nvPicPr>
              <p:cNvPr id="18" name="Ink 17">
                <a:extLst>
                  <a:ext uri="{FF2B5EF4-FFF2-40B4-BE49-F238E27FC236}">
                    <a16:creationId xmlns:a16="http://schemas.microsoft.com/office/drawing/2014/main" id="{1097B23A-A0D8-C218-6EE9-0616BBDE1D23}"/>
                  </a:ext>
                </a:extLst>
              </p:cNvPr>
              <p:cNvPicPr/>
              <p:nvPr/>
            </p:nvPicPr>
            <p:blipFill>
              <a:blip r:embed="rId8"/>
              <a:stretch>
                <a:fillRect/>
              </a:stretch>
            </p:blipFill>
            <p:spPr>
              <a:xfrm>
                <a:off x="393260" y="3699340"/>
                <a:ext cx="11124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9" name="Ink 18">
                <a:extLst>
                  <a:ext uri="{FF2B5EF4-FFF2-40B4-BE49-F238E27FC236}">
                    <a16:creationId xmlns:a16="http://schemas.microsoft.com/office/drawing/2014/main" id="{913A2469-9F09-E147-8835-EC344CE790EE}"/>
                  </a:ext>
                </a:extLst>
              </p14:cNvPr>
              <p14:cNvContentPartPr/>
              <p14:nvPr/>
            </p14:nvContentPartPr>
            <p14:xfrm>
              <a:off x="239067" y="2204980"/>
              <a:ext cx="84240" cy="29520"/>
            </p14:xfrm>
          </p:contentPart>
        </mc:Choice>
        <mc:Fallback xmlns="">
          <p:pic>
            <p:nvPicPr>
              <p:cNvPr id="19" name="Ink 18">
                <a:extLst>
                  <a:ext uri="{FF2B5EF4-FFF2-40B4-BE49-F238E27FC236}">
                    <a16:creationId xmlns:a16="http://schemas.microsoft.com/office/drawing/2014/main" id="{913A2469-9F09-E147-8835-EC344CE790EE}"/>
                  </a:ext>
                </a:extLst>
              </p:cNvPr>
              <p:cNvPicPr/>
              <p:nvPr/>
            </p:nvPicPr>
            <p:blipFill>
              <a:blip r:embed="rId10"/>
              <a:stretch>
                <a:fillRect/>
              </a:stretch>
            </p:blipFill>
            <p:spPr>
              <a:xfrm>
                <a:off x="230067" y="2196340"/>
                <a:ext cx="10188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1" name="Ink 20">
                <a:extLst>
                  <a:ext uri="{FF2B5EF4-FFF2-40B4-BE49-F238E27FC236}">
                    <a16:creationId xmlns:a16="http://schemas.microsoft.com/office/drawing/2014/main" id="{6AFD6405-7A99-AD64-9D0D-2B54174CE001}"/>
                  </a:ext>
                </a:extLst>
              </p14:cNvPr>
              <p14:cNvContentPartPr/>
              <p14:nvPr/>
            </p14:nvContentPartPr>
            <p14:xfrm>
              <a:off x="1539080" y="1330680"/>
              <a:ext cx="360" cy="360"/>
            </p14:xfrm>
          </p:contentPart>
        </mc:Choice>
        <mc:Fallback xmlns="">
          <p:pic>
            <p:nvPicPr>
              <p:cNvPr id="21" name="Ink 20">
                <a:extLst>
                  <a:ext uri="{FF2B5EF4-FFF2-40B4-BE49-F238E27FC236}">
                    <a16:creationId xmlns:a16="http://schemas.microsoft.com/office/drawing/2014/main" id="{6AFD6405-7A99-AD64-9D0D-2B54174CE001}"/>
                  </a:ext>
                </a:extLst>
              </p:cNvPr>
              <p:cNvPicPr/>
              <p:nvPr/>
            </p:nvPicPr>
            <p:blipFill>
              <a:blip r:embed="rId6"/>
              <a:stretch>
                <a:fillRect/>
              </a:stretch>
            </p:blipFill>
            <p:spPr>
              <a:xfrm>
                <a:off x="1530440" y="1321680"/>
                <a:ext cx="18000" cy="18000"/>
              </a:xfrm>
              <a:prstGeom prst="rect">
                <a:avLst/>
              </a:prstGeom>
            </p:spPr>
          </p:pic>
        </mc:Fallback>
      </mc:AlternateContent>
      <p:grpSp>
        <p:nvGrpSpPr>
          <p:cNvPr id="37" name="Group 36">
            <a:extLst>
              <a:ext uri="{FF2B5EF4-FFF2-40B4-BE49-F238E27FC236}">
                <a16:creationId xmlns:a16="http://schemas.microsoft.com/office/drawing/2014/main" id="{F0D1430D-545F-3930-6FA7-069B4FEAF926}"/>
              </a:ext>
            </a:extLst>
          </p:cNvPr>
          <p:cNvGrpSpPr/>
          <p:nvPr/>
        </p:nvGrpSpPr>
        <p:grpSpPr>
          <a:xfrm>
            <a:off x="233720" y="2189280"/>
            <a:ext cx="91440" cy="36000"/>
            <a:chOff x="233720" y="2189280"/>
            <a:chExt cx="91440" cy="36000"/>
          </a:xfrm>
        </p:grpSpPr>
        <mc:AlternateContent xmlns:mc="http://schemas.openxmlformats.org/markup-compatibility/2006" xmlns:p14="http://schemas.microsoft.com/office/powerpoint/2010/main">
          <mc:Choice Requires="p14">
            <p:contentPart p14:bwMode="auto" r:id="rId12">
              <p14:nvContentPartPr>
                <p14:cNvPr id="23" name="Ink 22">
                  <a:extLst>
                    <a:ext uri="{FF2B5EF4-FFF2-40B4-BE49-F238E27FC236}">
                      <a16:creationId xmlns:a16="http://schemas.microsoft.com/office/drawing/2014/main" id="{8F7B144E-0528-0E1B-DB45-3F56CE381EFA}"/>
                    </a:ext>
                  </a:extLst>
                </p14:cNvPr>
                <p14:cNvContentPartPr/>
                <p14:nvPr/>
              </p14:nvContentPartPr>
              <p14:xfrm>
                <a:off x="233720" y="2194320"/>
                <a:ext cx="360" cy="360"/>
              </p14:xfrm>
            </p:contentPart>
          </mc:Choice>
          <mc:Fallback xmlns="">
            <p:pic>
              <p:nvPicPr>
                <p:cNvPr id="23" name="Ink 22">
                  <a:extLst>
                    <a:ext uri="{FF2B5EF4-FFF2-40B4-BE49-F238E27FC236}">
                      <a16:creationId xmlns:a16="http://schemas.microsoft.com/office/drawing/2014/main" id="{8F7B144E-0528-0E1B-DB45-3F56CE381EFA}"/>
                    </a:ext>
                  </a:extLst>
                </p:cNvPr>
                <p:cNvPicPr/>
                <p:nvPr/>
              </p:nvPicPr>
              <p:blipFill>
                <a:blip r:embed="rId6"/>
                <a:stretch>
                  <a:fillRect/>
                </a:stretch>
              </p:blipFill>
              <p:spPr>
                <a:xfrm>
                  <a:off x="224720" y="21856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4" name="Ink 23">
                  <a:extLst>
                    <a:ext uri="{FF2B5EF4-FFF2-40B4-BE49-F238E27FC236}">
                      <a16:creationId xmlns:a16="http://schemas.microsoft.com/office/drawing/2014/main" id="{583C1A47-AE94-DF00-BBE5-B986414C6B16}"/>
                    </a:ext>
                  </a:extLst>
                </p14:cNvPr>
                <p14:cNvContentPartPr/>
                <p14:nvPr/>
              </p14:nvContentPartPr>
              <p14:xfrm>
                <a:off x="274400" y="2189280"/>
                <a:ext cx="360" cy="360"/>
              </p14:xfrm>
            </p:contentPart>
          </mc:Choice>
          <mc:Fallback xmlns="">
            <p:pic>
              <p:nvPicPr>
                <p:cNvPr id="24" name="Ink 23">
                  <a:extLst>
                    <a:ext uri="{FF2B5EF4-FFF2-40B4-BE49-F238E27FC236}">
                      <a16:creationId xmlns:a16="http://schemas.microsoft.com/office/drawing/2014/main" id="{583C1A47-AE94-DF00-BBE5-B986414C6B16}"/>
                    </a:ext>
                  </a:extLst>
                </p:cNvPr>
                <p:cNvPicPr/>
                <p:nvPr/>
              </p:nvPicPr>
              <p:blipFill>
                <a:blip r:embed="rId6"/>
                <a:stretch>
                  <a:fillRect/>
                </a:stretch>
              </p:blipFill>
              <p:spPr>
                <a:xfrm>
                  <a:off x="265400" y="21802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5" name="Ink 24">
                  <a:extLst>
                    <a:ext uri="{FF2B5EF4-FFF2-40B4-BE49-F238E27FC236}">
                      <a16:creationId xmlns:a16="http://schemas.microsoft.com/office/drawing/2014/main" id="{67A018E8-467A-86E8-BCC9-8BD9082C4C5A}"/>
                    </a:ext>
                  </a:extLst>
                </p14:cNvPr>
                <p14:cNvContentPartPr/>
                <p14:nvPr/>
              </p14:nvContentPartPr>
              <p14:xfrm>
                <a:off x="289520" y="2189280"/>
                <a:ext cx="360" cy="360"/>
              </p14:xfrm>
            </p:contentPart>
          </mc:Choice>
          <mc:Fallback xmlns="">
            <p:pic>
              <p:nvPicPr>
                <p:cNvPr id="25" name="Ink 24">
                  <a:extLst>
                    <a:ext uri="{FF2B5EF4-FFF2-40B4-BE49-F238E27FC236}">
                      <a16:creationId xmlns:a16="http://schemas.microsoft.com/office/drawing/2014/main" id="{67A018E8-467A-86E8-BCC9-8BD9082C4C5A}"/>
                    </a:ext>
                  </a:extLst>
                </p:cNvPr>
                <p:cNvPicPr/>
                <p:nvPr/>
              </p:nvPicPr>
              <p:blipFill>
                <a:blip r:embed="rId6"/>
                <a:stretch>
                  <a:fillRect/>
                </a:stretch>
              </p:blipFill>
              <p:spPr>
                <a:xfrm>
                  <a:off x="280520" y="21802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7" name="Ink 26">
                  <a:extLst>
                    <a:ext uri="{FF2B5EF4-FFF2-40B4-BE49-F238E27FC236}">
                      <a16:creationId xmlns:a16="http://schemas.microsoft.com/office/drawing/2014/main" id="{F77DBB88-8D53-66A5-6F10-C9B5574B2AA3}"/>
                    </a:ext>
                  </a:extLst>
                </p14:cNvPr>
                <p14:cNvContentPartPr/>
                <p14:nvPr/>
              </p14:nvContentPartPr>
              <p14:xfrm>
                <a:off x="309680" y="2199720"/>
                <a:ext cx="360" cy="360"/>
              </p14:xfrm>
            </p:contentPart>
          </mc:Choice>
          <mc:Fallback xmlns="">
            <p:pic>
              <p:nvPicPr>
                <p:cNvPr id="27" name="Ink 26">
                  <a:extLst>
                    <a:ext uri="{FF2B5EF4-FFF2-40B4-BE49-F238E27FC236}">
                      <a16:creationId xmlns:a16="http://schemas.microsoft.com/office/drawing/2014/main" id="{F77DBB88-8D53-66A5-6F10-C9B5574B2AA3}"/>
                    </a:ext>
                  </a:extLst>
                </p:cNvPr>
                <p:cNvPicPr/>
                <p:nvPr/>
              </p:nvPicPr>
              <p:blipFill>
                <a:blip r:embed="rId6"/>
                <a:stretch>
                  <a:fillRect/>
                </a:stretch>
              </p:blipFill>
              <p:spPr>
                <a:xfrm>
                  <a:off x="300680" y="21907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9" name="Ink 28">
                  <a:extLst>
                    <a:ext uri="{FF2B5EF4-FFF2-40B4-BE49-F238E27FC236}">
                      <a16:creationId xmlns:a16="http://schemas.microsoft.com/office/drawing/2014/main" id="{A054BC01-EDA1-1529-8C2C-1D4B70FCCD1C}"/>
                    </a:ext>
                  </a:extLst>
                </p14:cNvPr>
                <p14:cNvContentPartPr/>
                <p14:nvPr/>
              </p14:nvContentPartPr>
              <p14:xfrm>
                <a:off x="319760" y="2194320"/>
                <a:ext cx="360" cy="360"/>
              </p14:xfrm>
            </p:contentPart>
          </mc:Choice>
          <mc:Fallback xmlns="">
            <p:pic>
              <p:nvPicPr>
                <p:cNvPr id="29" name="Ink 28">
                  <a:extLst>
                    <a:ext uri="{FF2B5EF4-FFF2-40B4-BE49-F238E27FC236}">
                      <a16:creationId xmlns:a16="http://schemas.microsoft.com/office/drawing/2014/main" id="{A054BC01-EDA1-1529-8C2C-1D4B70FCCD1C}"/>
                    </a:ext>
                  </a:extLst>
                </p:cNvPr>
                <p:cNvPicPr/>
                <p:nvPr/>
              </p:nvPicPr>
              <p:blipFill>
                <a:blip r:embed="rId6"/>
                <a:stretch>
                  <a:fillRect/>
                </a:stretch>
              </p:blipFill>
              <p:spPr>
                <a:xfrm>
                  <a:off x="310760" y="21856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1" name="Ink 30">
                  <a:extLst>
                    <a:ext uri="{FF2B5EF4-FFF2-40B4-BE49-F238E27FC236}">
                      <a16:creationId xmlns:a16="http://schemas.microsoft.com/office/drawing/2014/main" id="{6E0B1EED-BB70-009F-6D21-079FEEFED3A5}"/>
                    </a:ext>
                  </a:extLst>
                </p14:cNvPr>
                <p14:cNvContentPartPr/>
                <p14:nvPr/>
              </p14:nvContentPartPr>
              <p14:xfrm>
                <a:off x="248480" y="2194320"/>
                <a:ext cx="360" cy="360"/>
              </p14:xfrm>
            </p:contentPart>
          </mc:Choice>
          <mc:Fallback xmlns="">
            <p:pic>
              <p:nvPicPr>
                <p:cNvPr id="31" name="Ink 30">
                  <a:extLst>
                    <a:ext uri="{FF2B5EF4-FFF2-40B4-BE49-F238E27FC236}">
                      <a16:creationId xmlns:a16="http://schemas.microsoft.com/office/drawing/2014/main" id="{6E0B1EED-BB70-009F-6D21-079FEEFED3A5}"/>
                    </a:ext>
                  </a:extLst>
                </p:cNvPr>
                <p:cNvPicPr/>
                <p:nvPr/>
              </p:nvPicPr>
              <p:blipFill>
                <a:blip r:embed="rId6"/>
                <a:stretch>
                  <a:fillRect/>
                </a:stretch>
              </p:blipFill>
              <p:spPr>
                <a:xfrm>
                  <a:off x="239840" y="21856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3" name="Ink 32">
                  <a:extLst>
                    <a:ext uri="{FF2B5EF4-FFF2-40B4-BE49-F238E27FC236}">
                      <a16:creationId xmlns:a16="http://schemas.microsoft.com/office/drawing/2014/main" id="{0CF2DAAB-373F-6EE2-377E-485520D7D96D}"/>
                    </a:ext>
                  </a:extLst>
                </p14:cNvPr>
                <p14:cNvContentPartPr/>
                <p14:nvPr/>
              </p14:nvContentPartPr>
              <p14:xfrm>
                <a:off x="324800" y="2214840"/>
                <a:ext cx="360" cy="360"/>
              </p14:xfrm>
            </p:contentPart>
          </mc:Choice>
          <mc:Fallback xmlns="">
            <p:pic>
              <p:nvPicPr>
                <p:cNvPr id="33" name="Ink 32">
                  <a:extLst>
                    <a:ext uri="{FF2B5EF4-FFF2-40B4-BE49-F238E27FC236}">
                      <a16:creationId xmlns:a16="http://schemas.microsoft.com/office/drawing/2014/main" id="{0CF2DAAB-373F-6EE2-377E-485520D7D96D}"/>
                    </a:ext>
                  </a:extLst>
                </p:cNvPr>
                <p:cNvPicPr/>
                <p:nvPr/>
              </p:nvPicPr>
              <p:blipFill>
                <a:blip r:embed="rId6"/>
                <a:stretch>
                  <a:fillRect/>
                </a:stretch>
              </p:blipFill>
              <p:spPr>
                <a:xfrm>
                  <a:off x="316160" y="22058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4" name="Ink 33">
                  <a:extLst>
                    <a:ext uri="{FF2B5EF4-FFF2-40B4-BE49-F238E27FC236}">
                      <a16:creationId xmlns:a16="http://schemas.microsoft.com/office/drawing/2014/main" id="{7AA16074-5308-CE0B-4979-73F842DEA0C1}"/>
                    </a:ext>
                  </a:extLst>
                </p14:cNvPr>
                <p14:cNvContentPartPr/>
                <p14:nvPr/>
              </p14:nvContentPartPr>
              <p14:xfrm>
                <a:off x="299600" y="2214840"/>
                <a:ext cx="360" cy="360"/>
              </p14:xfrm>
            </p:contentPart>
          </mc:Choice>
          <mc:Fallback xmlns="">
            <p:pic>
              <p:nvPicPr>
                <p:cNvPr id="34" name="Ink 33">
                  <a:extLst>
                    <a:ext uri="{FF2B5EF4-FFF2-40B4-BE49-F238E27FC236}">
                      <a16:creationId xmlns:a16="http://schemas.microsoft.com/office/drawing/2014/main" id="{7AA16074-5308-CE0B-4979-73F842DEA0C1}"/>
                    </a:ext>
                  </a:extLst>
                </p:cNvPr>
                <p:cNvPicPr/>
                <p:nvPr/>
              </p:nvPicPr>
              <p:blipFill>
                <a:blip r:embed="rId6"/>
                <a:stretch>
                  <a:fillRect/>
                </a:stretch>
              </p:blipFill>
              <p:spPr>
                <a:xfrm>
                  <a:off x="290600" y="22058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6" name="Ink 35">
                  <a:extLst>
                    <a:ext uri="{FF2B5EF4-FFF2-40B4-BE49-F238E27FC236}">
                      <a16:creationId xmlns:a16="http://schemas.microsoft.com/office/drawing/2014/main" id="{44F572A0-D614-D730-8284-4ADCB32F337B}"/>
                    </a:ext>
                  </a:extLst>
                </p14:cNvPr>
                <p14:cNvContentPartPr/>
                <p14:nvPr/>
              </p14:nvContentPartPr>
              <p14:xfrm>
                <a:off x="238400" y="2224920"/>
                <a:ext cx="360" cy="360"/>
              </p14:xfrm>
            </p:contentPart>
          </mc:Choice>
          <mc:Fallback xmlns="">
            <p:pic>
              <p:nvPicPr>
                <p:cNvPr id="36" name="Ink 35">
                  <a:extLst>
                    <a:ext uri="{FF2B5EF4-FFF2-40B4-BE49-F238E27FC236}">
                      <a16:creationId xmlns:a16="http://schemas.microsoft.com/office/drawing/2014/main" id="{44F572A0-D614-D730-8284-4ADCB32F337B}"/>
                    </a:ext>
                  </a:extLst>
                </p:cNvPr>
                <p:cNvPicPr/>
                <p:nvPr/>
              </p:nvPicPr>
              <p:blipFill>
                <a:blip r:embed="rId6"/>
                <a:stretch>
                  <a:fillRect/>
                </a:stretch>
              </p:blipFill>
              <p:spPr>
                <a:xfrm>
                  <a:off x="229760" y="2215920"/>
                  <a:ext cx="18000" cy="18000"/>
                </a:xfrm>
                <a:prstGeom prst="rect">
                  <a:avLst/>
                </a:prstGeom>
              </p:spPr>
            </p:pic>
          </mc:Fallback>
        </mc:AlternateContent>
      </p:grpSp>
      <p:sp>
        <p:nvSpPr>
          <p:cNvPr id="20" name="TextBox 19">
            <a:extLst>
              <a:ext uri="{FF2B5EF4-FFF2-40B4-BE49-F238E27FC236}">
                <a16:creationId xmlns:a16="http://schemas.microsoft.com/office/drawing/2014/main" id="{CF5B195A-6863-98F3-D375-3ED94E54F5C1}"/>
              </a:ext>
            </a:extLst>
          </p:cNvPr>
          <p:cNvSpPr txBox="1"/>
          <p:nvPr/>
        </p:nvSpPr>
        <p:spPr>
          <a:xfrm>
            <a:off x="139479" y="2137896"/>
            <a:ext cx="312906" cy="161583"/>
          </a:xfrm>
          <a:prstGeom prst="rect">
            <a:avLst/>
          </a:prstGeom>
          <a:noFill/>
        </p:spPr>
        <p:txBody>
          <a:bodyPr wrap="none" rtlCol="0">
            <a:spAutoFit/>
          </a:bodyPr>
          <a:lstStyle/>
          <a:p>
            <a:r>
              <a:rPr lang="en-US" sz="450" dirty="0"/>
              <a:t>800p</a:t>
            </a:r>
          </a:p>
        </p:txBody>
      </p:sp>
      <mc:AlternateContent xmlns:mc="http://schemas.openxmlformats.org/markup-compatibility/2006" xmlns:p14="http://schemas.microsoft.com/office/powerpoint/2010/main">
        <mc:Choice Requires="p14">
          <p:contentPart p14:bwMode="auto" r:id="rId21">
            <p14:nvContentPartPr>
              <p14:cNvPr id="38" name="Ink 37">
                <a:extLst>
                  <a:ext uri="{FF2B5EF4-FFF2-40B4-BE49-F238E27FC236}">
                    <a16:creationId xmlns:a16="http://schemas.microsoft.com/office/drawing/2014/main" id="{99A43D4D-C0A0-450C-59C5-97C88FBF311F}"/>
                  </a:ext>
                </a:extLst>
              </p14:cNvPr>
              <p14:cNvContentPartPr/>
              <p14:nvPr/>
            </p14:nvContentPartPr>
            <p14:xfrm>
              <a:off x="2230640" y="2853480"/>
              <a:ext cx="55080" cy="32400"/>
            </p14:xfrm>
          </p:contentPart>
        </mc:Choice>
        <mc:Fallback xmlns="">
          <p:pic>
            <p:nvPicPr>
              <p:cNvPr id="38" name="Ink 37">
                <a:extLst>
                  <a:ext uri="{FF2B5EF4-FFF2-40B4-BE49-F238E27FC236}">
                    <a16:creationId xmlns:a16="http://schemas.microsoft.com/office/drawing/2014/main" id="{99A43D4D-C0A0-450C-59C5-97C88FBF311F}"/>
                  </a:ext>
                </a:extLst>
              </p:cNvPr>
              <p:cNvPicPr/>
              <p:nvPr/>
            </p:nvPicPr>
            <p:blipFill>
              <a:blip r:embed="rId22"/>
              <a:stretch>
                <a:fillRect/>
              </a:stretch>
            </p:blipFill>
            <p:spPr>
              <a:xfrm>
                <a:off x="2222000" y="2844840"/>
                <a:ext cx="72720" cy="50040"/>
              </a:xfrm>
              <a:prstGeom prst="rect">
                <a:avLst/>
              </a:prstGeom>
            </p:spPr>
          </p:pic>
        </mc:Fallback>
      </mc:AlternateContent>
      <p:grpSp>
        <p:nvGrpSpPr>
          <p:cNvPr id="41" name="Group 40">
            <a:extLst>
              <a:ext uri="{FF2B5EF4-FFF2-40B4-BE49-F238E27FC236}">
                <a16:creationId xmlns:a16="http://schemas.microsoft.com/office/drawing/2014/main" id="{EA5C50CD-C3CC-EE6D-2B4A-DCEECCC337D9}"/>
              </a:ext>
            </a:extLst>
          </p:cNvPr>
          <p:cNvGrpSpPr/>
          <p:nvPr/>
        </p:nvGrpSpPr>
        <p:grpSpPr>
          <a:xfrm>
            <a:off x="2270600" y="2870040"/>
            <a:ext cx="10440" cy="15480"/>
            <a:chOff x="2270600" y="2870040"/>
            <a:chExt cx="10440" cy="15480"/>
          </a:xfrm>
        </p:grpSpPr>
        <mc:AlternateContent xmlns:mc="http://schemas.openxmlformats.org/markup-compatibility/2006" xmlns:p14="http://schemas.microsoft.com/office/powerpoint/2010/main">
          <mc:Choice Requires="p14">
            <p:contentPart p14:bwMode="auto" r:id="rId23">
              <p14:nvContentPartPr>
                <p14:cNvPr id="39" name="Ink 38">
                  <a:extLst>
                    <a:ext uri="{FF2B5EF4-FFF2-40B4-BE49-F238E27FC236}">
                      <a16:creationId xmlns:a16="http://schemas.microsoft.com/office/drawing/2014/main" id="{DC32DAD9-CE0F-6AB2-B02B-09F565493582}"/>
                    </a:ext>
                  </a:extLst>
                </p14:cNvPr>
                <p14:cNvContentPartPr/>
                <p14:nvPr/>
              </p14:nvContentPartPr>
              <p14:xfrm>
                <a:off x="2270600" y="2870040"/>
                <a:ext cx="360" cy="360"/>
              </p14:xfrm>
            </p:contentPart>
          </mc:Choice>
          <mc:Fallback xmlns="">
            <p:pic>
              <p:nvPicPr>
                <p:cNvPr id="39" name="Ink 38">
                  <a:extLst>
                    <a:ext uri="{FF2B5EF4-FFF2-40B4-BE49-F238E27FC236}">
                      <a16:creationId xmlns:a16="http://schemas.microsoft.com/office/drawing/2014/main" id="{DC32DAD9-CE0F-6AB2-B02B-09F565493582}"/>
                    </a:ext>
                  </a:extLst>
                </p:cNvPr>
                <p:cNvPicPr/>
                <p:nvPr/>
              </p:nvPicPr>
              <p:blipFill>
                <a:blip r:embed="rId6"/>
                <a:stretch>
                  <a:fillRect/>
                </a:stretch>
              </p:blipFill>
              <p:spPr>
                <a:xfrm>
                  <a:off x="2261960" y="28610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0" name="Ink 39">
                  <a:extLst>
                    <a:ext uri="{FF2B5EF4-FFF2-40B4-BE49-F238E27FC236}">
                      <a16:creationId xmlns:a16="http://schemas.microsoft.com/office/drawing/2014/main" id="{4AE5391C-F8DA-4C2B-D433-09A285B6377F}"/>
                    </a:ext>
                  </a:extLst>
                </p14:cNvPr>
                <p14:cNvContentPartPr/>
                <p14:nvPr/>
              </p14:nvContentPartPr>
              <p14:xfrm>
                <a:off x="2280680" y="2885160"/>
                <a:ext cx="360" cy="360"/>
              </p14:xfrm>
            </p:contentPart>
          </mc:Choice>
          <mc:Fallback xmlns="">
            <p:pic>
              <p:nvPicPr>
                <p:cNvPr id="40" name="Ink 39">
                  <a:extLst>
                    <a:ext uri="{FF2B5EF4-FFF2-40B4-BE49-F238E27FC236}">
                      <a16:creationId xmlns:a16="http://schemas.microsoft.com/office/drawing/2014/main" id="{4AE5391C-F8DA-4C2B-D433-09A285B6377F}"/>
                    </a:ext>
                  </a:extLst>
                </p:cNvPr>
                <p:cNvPicPr/>
                <p:nvPr/>
              </p:nvPicPr>
              <p:blipFill>
                <a:blip r:embed="rId6"/>
                <a:stretch>
                  <a:fillRect/>
                </a:stretch>
              </p:blipFill>
              <p:spPr>
                <a:xfrm>
                  <a:off x="2272040" y="2876520"/>
                  <a:ext cx="18000" cy="18000"/>
                </a:xfrm>
                <a:prstGeom prst="rect">
                  <a:avLst/>
                </a:prstGeom>
              </p:spPr>
            </p:pic>
          </mc:Fallback>
        </mc:AlternateContent>
      </p:grpSp>
      <p:sp>
        <p:nvSpPr>
          <p:cNvPr id="42" name="TextBox 41">
            <a:extLst>
              <a:ext uri="{FF2B5EF4-FFF2-40B4-BE49-F238E27FC236}">
                <a16:creationId xmlns:a16="http://schemas.microsoft.com/office/drawing/2014/main" id="{C85C57E5-74D1-54F0-5DE6-8B5CD43E6F31}"/>
              </a:ext>
            </a:extLst>
          </p:cNvPr>
          <p:cNvSpPr txBox="1"/>
          <p:nvPr/>
        </p:nvSpPr>
        <p:spPr>
          <a:xfrm>
            <a:off x="2155947" y="2788888"/>
            <a:ext cx="248786" cy="161583"/>
          </a:xfrm>
          <a:prstGeom prst="rect">
            <a:avLst/>
          </a:prstGeom>
          <a:noFill/>
        </p:spPr>
        <p:txBody>
          <a:bodyPr wrap="none" rtlCol="0">
            <a:spAutoFit/>
          </a:bodyPr>
          <a:lstStyle/>
          <a:p>
            <a:r>
              <a:rPr lang="en-US" sz="450" dirty="0"/>
              <a:t>10</a:t>
            </a:r>
          </a:p>
        </p:txBody>
      </p:sp>
      <mc:AlternateContent xmlns:mc="http://schemas.openxmlformats.org/markup-compatibility/2006" xmlns:p14="http://schemas.microsoft.com/office/powerpoint/2010/main">
        <mc:Choice Requires="p14">
          <p:contentPart p14:bwMode="auto" r:id="rId25">
            <p14:nvContentPartPr>
              <p14:cNvPr id="44" name="Ink 43">
                <a:extLst>
                  <a:ext uri="{FF2B5EF4-FFF2-40B4-BE49-F238E27FC236}">
                    <a16:creationId xmlns:a16="http://schemas.microsoft.com/office/drawing/2014/main" id="{A1DE6BC6-EFA8-CD98-8536-6953829D6B13}"/>
                  </a:ext>
                </a:extLst>
              </p14:cNvPr>
              <p14:cNvContentPartPr/>
              <p14:nvPr/>
            </p14:nvContentPartPr>
            <p14:xfrm>
              <a:off x="609231" y="2398489"/>
              <a:ext cx="360" cy="360"/>
            </p14:xfrm>
          </p:contentPart>
        </mc:Choice>
        <mc:Fallback xmlns="">
          <p:pic>
            <p:nvPicPr>
              <p:cNvPr id="44" name="Ink 43">
                <a:extLst>
                  <a:ext uri="{FF2B5EF4-FFF2-40B4-BE49-F238E27FC236}">
                    <a16:creationId xmlns:a16="http://schemas.microsoft.com/office/drawing/2014/main" id="{A1DE6BC6-EFA8-CD98-8536-6953829D6B13}"/>
                  </a:ext>
                </a:extLst>
              </p:cNvPr>
              <p:cNvPicPr/>
              <p:nvPr/>
            </p:nvPicPr>
            <p:blipFill>
              <a:blip r:embed="rId6"/>
              <a:stretch>
                <a:fillRect/>
              </a:stretch>
            </p:blipFill>
            <p:spPr>
              <a:xfrm>
                <a:off x="600591" y="238984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5" name="Ink 44">
                <a:extLst>
                  <a:ext uri="{FF2B5EF4-FFF2-40B4-BE49-F238E27FC236}">
                    <a16:creationId xmlns:a16="http://schemas.microsoft.com/office/drawing/2014/main" id="{6306187B-FBED-9F4C-012B-9E2F27762C4F}"/>
                  </a:ext>
                </a:extLst>
              </p14:cNvPr>
              <p14:cNvContentPartPr/>
              <p14:nvPr/>
            </p14:nvContentPartPr>
            <p14:xfrm>
              <a:off x="554300" y="3860740"/>
              <a:ext cx="93600" cy="19440"/>
            </p14:xfrm>
          </p:contentPart>
        </mc:Choice>
        <mc:Fallback xmlns="">
          <p:pic>
            <p:nvPicPr>
              <p:cNvPr id="45" name="Ink 44">
                <a:extLst>
                  <a:ext uri="{FF2B5EF4-FFF2-40B4-BE49-F238E27FC236}">
                    <a16:creationId xmlns:a16="http://schemas.microsoft.com/office/drawing/2014/main" id="{6306187B-FBED-9F4C-012B-9E2F27762C4F}"/>
                  </a:ext>
                </a:extLst>
              </p:cNvPr>
              <p:cNvPicPr/>
              <p:nvPr/>
            </p:nvPicPr>
            <p:blipFill>
              <a:blip r:embed="rId8"/>
              <a:stretch>
                <a:fillRect/>
              </a:stretch>
            </p:blipFill>
            <p:spPr>
              <a:xfrm>
                <a:off x="545660" y="3851740"/>
                <a:ext cx="11124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6" name="Ink 45">
                <a:extLst>
                  <a:ext uri="{FF2B5EF4-FFF2-40B4-BE49-F238E27FC236}">
                    <a16:creationId xmlns:a16="http://schemas.microsoft.com/office/drawing/2014/main" id="{C8ED8CBA-634F-F232-0FEE-B2F2292A927D}"/>
                  </a:ext>
                </a:extLst>
              </p14:cNvPr>
              <p14:cNvContentPartPr/>
              <p14:nvPr/>
            </p14:nvContentPartPr>
            <p14:xfrm>
              <a:off x="391467" y="2357380"/>
              <a:ext cx="84240" cy="29520"/>
            </p14:xfrm>
          </p:contentPart>
        </mc:Choice>
        <mc:Fallback xmlns="">
          <p:pic>
            <p:nvPicPr>
              <p:cNvPr id="46" name="Ink 45">
                <a:extLst>
                  <a:ext uri="{FF2B5EF4-FFF2-40B4-BE49-F238E27FC236}">
                    <a16:creationId xmlns:a16="http://schemas.microsoft.com/office/drawing/2014/main" id="{C8ED8CBA-634F-F232-0FEE-B2F2292A927D}"/>
                  </a:ext>
                </a:extLst>
              </p:cNvPr>
              <p:cNvPicPr/>
              <p:nvPr/>
            </p:nvPicPr>
            <p:blipFill>
              <a:blip r:embed="rId10"/>
              <a:stretch>
                <a:fillRect/>
              </a:stretch>
            </p:blipFill>
            <p:spPr>
              <a:xfrm>
                <a:off x="382467" y="2348740"/>
                <a:ext cx="10188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7" name="Ink 46">
                <a:extLst>
                  <a:ext uri="{FF2B5EF4-FFF2-40B4-BE49-F238E27FC236}">
                    <a16:creationId xmlns:a16="http://schemas.microsoft.com/office/drawing/2014/main" id="{8FF43C0B-8CC3-4ED5-8CE0-2B6054A094FC}"/>
                  </a:ext>
                </a:extLst>
              </p14:cNvPr>
              <p14:cNvContentPartPr/>
              <p14:nvPr/>
            </p14:nvContentPartPr>
            <p14:xfrm>
              <a:off x="1691480" y="1483080"/>
              <a:ext cx="360" cy="360"/>
            </p14:xfrm>
          </p:contentPart>
        </mc:Choice>
        <mc:Fallback xmlns="">
          <p:pic>
            <p:nvPicPr>
              <p:cNvPr id="47" name="Ink 46">
                <a:extLst>
                  <a:ext uri="{FF2B5EF4-FFF2-40B4-BE49-F238E27FC236}">
                    <a16:creationId xmlns:a16="http://schemas.microsoft.com/office/drawing/2014/main" id="{8FF43C0B-8CC3-4ED5-8CE0-2B6054A094FC}"/>
                  </a:ext>
                </a:extLst>
              </p:cNvPr>
              <p:cNvPicPr/>
              <p:nvPr/>
            </p:nvPicPr>
            <p:blipFill>
              <a:blip r:embed="rId6"/>
              <a:stretch>
                <a:fillRect/>
              </a:stretch>
            </p:blipFill>
            <p:spPr>
              <a:xfrm>
                <a:off x="1682840" y="1474080"/>
                <a:ext cx="18000" cy="18000"/>
              </a:xfrm>
              <a:prstGeom prst="rect">
                <a:avLst/>
              </a:prstGeom>
            </p:spPr>
          </p:pic>
        </mc:Fallback>
      </mc:AlternateContent>
      <p:grpSp>
        <p:nvGrpSpPr>
          <p:cNvPr id="48" name="Group 47">
            <a:extLst>
              <a:ext uri="{FF2B5EF4-FFF2-40B4-BE49-F238E27FC236}">
                <a16:creationId xmlns:a16="http://schemas.microsoft.com/office/drawing/2014/main" id="{356CD710-850E-1B10-E183-D7DB4C510FA8}"/>
              </a:ext>
            </a:extLst>
          </p:cNvPr>
          <p:cNvGrpSpPr/>
          <p:nvPr/>
        </p:nvGrpSpPr>
        <p:grpSpPr>
          <a:xfrm>
            <a:off x="386120" y="2341680"/>
            <a:ext cx="91440" cy="36000"/>
            <a:chOff x="233720" y="2189280"/>
            <a:chExt cx="91440" cy="36000"/>
          </a:xfrm>
        </p:grpSpPr>
        <mc:AlternateContent xmlns:mc="http://schemas.openxmlformats.org/markup-compatibility/2006" xmlns:p14="http://schemas.microsoft.com/office/powerpoint/2010/main">
          <mc:Choice Requires="p14">
            <p:contentPart p14:bwMode="auto" r:id="rId29">
              <p14:nvContentPartPr>
                <p14:cNvPr id="49" name="Ink 48">
                  <a:extLst>
                    <a:ext uri="{FF2B5EF4-FFF2-40B4-BE49-F238E27FC236}">
                      <a16:creationId xmlns:a16="http://schemas.microsoft.com/office/drawing/2014/main" id="{162FDB0F-A1D8-D8B4-8195-FC6DB70CBBD4}"/>
                    </a:ext>
                  </a:extLst>
                </p14:cNvPr>
                <p14:cNvContentPartPr/>
                <p14:nvPr/>
              </p14:nvContentPartPr>
              <p14:xfrm>
                <a:off x="233720" y="2194320"/>
                <a:ext cx="360" cy="360"/>
              </p14:xfrm>
            </p:contentPart>
          </mc:Choice>
          <mc:Fallback xmlns="">
            <p:pic>
              <p:nvPicPr>
                <p:cNvPr id="49" name="Ink 48">
                  <a:extLst>
                    <a:ext uri="{FF2B5EF4-FFF2-40B4-BE49-F238E27FC236}">
                      <a16:creationId xmlns:a16="http://schemas.microsoft.com/office/drawing/2014/main" id="{162FDB0F-A1D8-D8B4-8195-FC6DB70CBBD4}"/>
                    </a:ext>
                  </a:extLst>
                </p:cNvPr>
                <p:cNvPicPr/>
                <p:nvPr/>
              </p:nvPicPr>
              <p:blipFill>
                <a:blip r:embed="rId6"/>
                <a:stretch>
                  <a:fillRect/>
                </a:stretch>
              </p:blipFill>
              <p:spPr>
                <a:xfrm>
                  <a:off x="224720" y="21856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0" name="Ink 49">
                  <a:extLst>
                    <a:ext uri="{FF2B5EF4-FFF2-40B4-BE49-F238E27FC236}">
                      <a16:creationId xmlns:a16="http://schemas.microsoft.com/office/drawing/2014/main" id="{F027089E-8686-BE27-4BF7-6D6AAC70FFC3}"/>
                    </a:ext>
                  </a:extLst>
                </p14:cNvPr>
                <p14:cNvContentPartPr/>
                <p14:nvPr/>
              </p14:nvContentPartPr>
              <p14:xfrm>
                <a:off x="274400" y="2189280"/>
                <a:ext cx="360" cy="360"/>
              </p14:xfrm>
            </p:contentPart>
          </mc:Choice>
          <mc:Fallback xmlns="">
            <p:pic>
              <p:nvPicPr>
                <p:cNvPr id="50" name="Ink 49">
                  <a:extLst>
                    <a:ext uri="{FF2B5EF4-FFF2-40B4-BE49-F238E27FC236}">
                      <a16:creationId xmlns:a16="http://schemas.microsoft.com/office/drawing/2014/main" id="{F027089E-8686-BE27-4BF7-6D6AAC70FFC3}"/>
                    </a:ext>
                  </a:extLst>
                </p:cNvPr>
                <p:cNvPicPr/>
                <p:nvPr/>
              </p:nvPicPr>
              <p:blipFill>
                <a:blip r:embed="rId6"/>
                <a:stretch>
                  <a:fillRect/>
                </a:stretch>
              </p:blipFill>
              <p:spPr>
                <a:xfrm>
                  <a:off x="265400" y="21802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51" name="Ink 50">
                  <a:extLst>
                    <a:ext uri="{FF2B5EF4-FFF2-40B4-BE49-F238E27FC236}">
                      <a16:creationId xmlns:a16="http://schemas.microsoft.com/office/drawing/2014/main" id="{F6D5CDA3-C97B-5A8A-A190-74051D1E6287}"/>
                    </a:ext>
                  </a:extLst>
                </p14:cNvPr>
                <p14:cNvContentPartPr/>
                <p14:nvPr/>
              </p14:nvContentPartPr>
              <p14:xfrm>
                <a:off x="289520" y="2189280"/>
                <a:ext cx="360" cy="360"/>
              </p14:xfrm>
            </p:contentPart>
          </mc:Choice>
          <mc:Fallback xmlns="">
            <p:pic>
              <p:nvPicPr>
                <p:cNvPr id="51" name="Ink 50">
                  <a:extLst>
                    <a:ext uri="{FF2B5EF4-FFF2-40B4-BE49-F238E27FC236}">
                      <a16:creationId xmlns:a16="http://schemas.microsoft.com/office/drawing/2014/main" id="{F6D5CDA3-C97B-5A8A-A190-74051D1E6287}"/>
                    </a:ext>
                  </a:extLst>
                </p:cNvPr>
                <p:cNvPicPr/>
                <p:nvPr/>
              </p:nvPicPr>
              <p:blipFill>
                <a:blip r:embed="rId6"/>
                <a:stretch>
                  <a:fillRect/>
                </a:stretch>
              </p:blipFill>
              <p:spPr>
                <a:xfrm>
                  <a:off x="280520" y="21802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2" name="Ink 51">
                  <a:extLst>
                    <a:ext uri="{FF2B5EF4-FFF2-40B4-BE49-F238E27FC236}">
                      <a16:creationId xmlns:a16="http://schemas.microsoft.com/office/drawing/2014/main" id="{5990B1DE-0D55-E4A2-64DB-D304607B34B5}"/>
                    </a:ext>
                  </a:extLst>
                </p14:cNvPr>
                <p14:cNvContentPartPr/>
                <p14:nvPr/>
              </p14:nvContentPartPr>
              <p14:xfrm>
                <a:off x="309680" y="2199720"/>
                <a:ext cx="360" cy="360"/>
              </p14:xfrm>
            </p:contentPart>
          </mc:Choice>
          <mc:Fallback xmlns="">
            <p:pic>
              <p:nvPicPr>
                <p:cNvPr id="52" name="Ink 51">
                  <a:extLst>
                    <a:ext uri="{FF2B5EF4-FFF2-40B4-BE49-F238E27FC236}">
                      <a16:creationId xmlns:a16="http://schemas.microsoft.com/office/drawing/2014/main" id="{5990B1DE-0D55-E4A2-64DB-D304607B34B5}"/>
                    </a:ext>
                  </a:extLst>
                </p:cNvPr>
                <p:cNvPicPr/>
                <p:nvPr/>
              </p:nvPicPr>
              <p:blipFill>
                <a:blip r:embed="rId6"/>
                <a:stretch>
                  <a:fillRect/>
                </a:stretch>
              </p:blipFill>
              <p:spPr>
                <a:xfrm>
                  <a:off x="300680" y="21907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53" name="Ink 52">
                  <a:extLst>
                    <a:ext uri="{FF2B5EF4-FFF2-40B4-BE49-F238E27FC236}">
                      <a16:creationId xmlns:a16="http://schemas.microsoft.com/office/drawing/2014/main" id="{51531ECC-0B1D-2156-AF6A-6D342A550129}"/>
                    </a:ext>
                  </a:extLst>
                </p14:cNvPr>
                <p14:cNvContentPartPr/>
                <p14:nvPr/>
              </p14:nvContentPartPr>
              <p14:xfrm>
                <a:off x="319760" y="2194320"/>
                <a:ext cx="360" cy="360"/>
              </p14:xfrm>
            </p:contentPart>
          </mc:Choice>
          <mc:Fallback xmlns="">
            <p:pic>
              <p:nvPicPr>
                <p:cNvPr id="53" name="Ink 52">
                  <a:extLst>
                    <a:ext uri="{FF2B5EF4-FFF2-40B4-BE49-F238E27FC236}">
                      <a16:creationId xmlns:a16="http://schemas.microsoft.com/office/drawing/2014/main" id="{51531ECC-0B1D-2156-AF6A-6D342A550129}"/>
                    </a:ext>
                  </a:extLst>
                </p:cNvPr>
                <p:cNvPicPr/>
                <p:nvPr/>
              </p:nvPicPr>
              <p:blipFill>
                <a:blip r:embed="rId6"/>
                <a:stretch>
                  <a:fillRect/>
                </a:stretch>
              </p:blipFill>
              <p:spPr>
                <a:xfrm>
                  <a:off x="310760" y="21856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4" name="Ink 53">
                  <a:extLst>
                    <a:ext uri="{FF2B5EF4-FFF2-40B4-BE49-F238E27FC236}">
                      <a16:creationId xmlns:a16="http://schemas.microsoft.com/office/drawing/2014/main" id="{F92A56A2-7C83-4CF8-1CE4-202A99BFF79F}"/>
                    </a:ext>
                  </a:extLst>
                </p14:cNvPr>
                <p14:cNvContentPartPr/>
                <p14:nvPr/>
              </p14:nvContentPartPr>
              <p14:xfrm>
                <a:off x="248480" y="2194320"/>
                <a:ext cx="360" cy="360"/>
              </p14:xfrm>
            </p:contentPart>
          </mc:Choice>
          <mc:Fallback xmlns="">
            <p:pic>
              <p:nvPicPr>
                <p:cNvPr id="54" name="Ink 53">
                  <a:extLst>
                    <a:ext uri="{FF2B5EF4-FFF2-40B4-BE49-F238E27FC236}">
                      <a16:creationId xmlns:a16="http://schemas.microsoft.com/office/drawing/2014/main" id="{F92A56A2-7C83-4CF8-1CE4-202A99BFF79F}"/>
                    </a:ext>
                  </a:extLst>
                </p:cNvPr>
                <p:cNvPicPr/>
                <p:nvPr/>
              </p:nvPicPr>
              <p:blipFill>
                <a:blip r:embed="rId6"/>
                <a:stretch>
                  <a:fillRect/>
                </a:stretch>
              </p:blipFill>
              <p:spPr>
                <a:xfrm>
                  <a:off x="239840" y="21856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55" name="Ink 54">
                  <a:extLst>
                    <a:ext uri="{FF2B5EF4-FFF2-40B4-BE49-F238E27FC236}">
                      <a16:creationId xmlns:a16="http://schemas.microsoft.com/office/drawing/2014/main" id="{FA17BA09-5209-872E-A949-48CB141BAD07}"/>
                    </a:ext>
                  </a:extLst>
                </p14:cNvPr>
                <p14:cNvContentPartPr/>
                <p14:nvPr/>
              </p14:nvContentPartPr>
              <p14:xfrm>
                <a:off x="324800" y="2214840"/>
                <a:ext cx="360" cy="360"/>
              </p14:xfrm>
            </p:contentPart>
          </mc:Choice>
          <mc:Fallback xmlns="">
            <p:pic>
              <p:nvPicPr>
                <p:cNvPr id="55" name="Ink 54">
                  <a:extLst>
                    <a:ext uri="{FF2B5EF4-FFF2-40B4-BE49-F238E27FC236}">
                      <a16:creationId xmlns:a16="http://schemas.microsoft.com/office/drawing/2014/main" id="{FA17BA09-5209-872E-A949-48CB141BAD07}"/>
                    </a:ext>
                  </a:extLst>
                </p:cNvPr>
                <p:cNvPicPr/>
                <p:nvPr/>
              </p:nvPicPr>
              <p:blipFill>
                <a:blip r:embed="rId6"/>
                <a:stretch>
                  <a:fillRect/>
                </a:stretch>
              </p:blipFill>
              <p:spPr>
                <a:xfrm>
                  <a:off x="316160" y="22058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6" name="Ink 55">
                  <a:extLst>
                    <a:ext uri="{FF2B5EF4-FFF2-40B4-BE49-F238E27FC236}">
                      <a16:creationId xmlns:a16="http://schemas.microsoft.com/office/drawing/2014/main" id="{D235FB34-E04C-961B-DDCA-B9EDB032A372}"/>
                    </a:ext>
                  </a:extLst>
                </p14:cNvPr>
                <p14:cNvContentPartPr/>
                <p14:nvPr/>
              </p14:nvContentPartPr>
              <p14:xfrm>
                <a:off x="299600" y="2214840"/>
                <a:ext cx="360" cy="360"/>
              </p14:xfrm>
            </p:contentPart>
          </mc:Choice>
          <mc:Fallback xmlns="">
            <p:pic>
              <p:nvPicPr>
                <p:cNvPr id="56" name="Ink 55">
                  <a:extLst>
                    <a:ext uri="{FF2B5EF4-FFF2-40B4-BE49-F238E27FC236}">
                      <a16:creationId xmlns:a16="http://schemas.microsoft.com/office/drawing/2014/main" id="{D235FB34-E04C-961B-DDCA-B9EDB032A372}"/>
                    </a:ext>
                  </a:extLst>
                </p:cNvPr>
                <p:cNvPicPr/>
                <p:nvPr/>
              </p:nvPicPr>
              <p:blipFill>
                <a:blip r:embed="rId6"/>
                <a:stretch>
                  <a:fillRect/>
                </a:stretch>
              </p:blipFill>
              <p:spPr>
                <a:xfrm>
                  <a:off x="290600" y="22058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57" name="Ink 56">
                  <a:extLst>
                    <a:ext uri="{FF2B5EF4-FFF2-40B4-BE49-F238E27FC236}">
                      <a16:creationId xmlns:a16="http://schemas.microsoft.com/office/drawing/2014/main" id="{327B8FC1-01B4-1972-54A2-1A88BFF6681F}"/>
                    </a:ext>
                  </a:extLst>
                </p14:cNvPr>
                <p14:cNvContentPartPr/>
                <p14:nvPr/>
              </p14:nvContentPartPr>
              <p14:xfrm>
                <a:off x="238400" y="2224920"/>
                <a:ext cx="360" cy="360"/>
              </p14:xfrm>
            </p:contentPart>
          </mc:Choice>
          <mc:Fallback xmlns="">
            <p:pic>
              <p:nvPicPr>
                <p:cNvPr id="57" name="Ink 56">
                  <a:extLst>
                    <a:ext uri="{FF2B5EF4-FFF2-40B4-BE49-F238E27FC236}">
                      <a16:creationId xmlns:a16="http://schemas.microsoft.com/office/drawing/2014/main" id="{327B8FC1-01B4-1972-54A2-1A88BFF6681F}"/>
                    </a:ext>
                  </a:extLst>
                </p:cNvPr>
                <p:cNvPicPr/>
                <p:nvPr/>
              </p:nvPicPr>
              <p:blipFill>
                <a:blip r:embed="rId6"/>
                <a:stretch>
                  <a:fillRect/>
                </a:stretch>
              </p:blipFill>
              <p:spPr>
                <a:xfrm>
                  <a:off x="229760" y="2215920"/>
                  <a:ext cx="18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
            <p14:nvContentPartPr>
              <p14:cNvPr id="59" name="Ink 58">
                <a:extLst>
                  <a:ext uri="{FF2B5EF4-FFF2-40B4-BE49-F238E27FC236}">
                    <a16:creationId xmlns:a16="http://schemas.microsoft.com/office/drawing/2014/main" id="{8BF0BD2B-9EF1-8815-90CE-3936342BB574}"/>
                  </a:ext>
                </a:extLst>
              </p14:cNvPr>
              <p14:cNvContentPartPr/>
              <p14:nvPr/>
            </p14:nvContentPartPr>
            <p14:xfrm>
              <a:off x="2383040" y="3005880"/>
              <a:ext cx="55080" cy="32400"/>
            </p14:xfrm>
          </p:contentPart>
        </mc:Choice>
        <mc:Fallback xmlns="">
          <p:pic>
            <p:nvPicPr>
              <p:cNvPr id="59" name="Ink 58">
                <a:extLst>
                  <a:ext uri="{FF2B5EF4-FFF2-40B4-BE49-F238E27FC236}">
                    <a16:creationId xmlns:a16="http://schemas.microsoft.com/office/drawing/2014/main" id="{8BF0BD2B-9EF1-8815-90CE-3936342BB574}"/>
                  </a:ext>
                </a:extLst>
              </p:cNvPr>
              <p:cNvPicPr/>
              <p:nvPr/>
            </p:nvPicPr>
            <p:blipFill>
              <a:blip r:embed="rId22"/>
              <a:stretch>
                <a:fillRect/>
              </a:stretch>
            </p:blipFill>
            <p:spPr>
              <a:xfrm>
                <a:off x="2374400" y="2997240"/>
                <a:ext cx="72720" cy="50040"/>
              </a:xfrm>
              <a:prstGeom prst="rect">
                <a:avLst/>
              </a:prstGeom>
            </p:spPr>
          </p:pic>
        </mc:Fallback>
      </mc:AlternateContent>
      <p:grpSp>
        <p:nvGrpSpPr>
          <p:cNvPr id="60" name="Group 59">
            <a:extLst>
              <a:ext uri="{FF2B5EF4-FFF2-40B4-BE49-F238E27FC236}">
                <a16:creationId xmlns:a16="http://schemas.microsoft.com/office/drawing/2014/main" id="{CE00BFDF-239C-852A-233E-ECF2A0B290AB}"/>
              </a:ext>
            </a:extLst>
          </p:cNvPr>
          <p:cNvGrpSpPr/>
          <p:nvPr/>
        </p:nvGrpSpPr>
        <p:grpSpPr>
          <a:xfrm>
            <a:off x="2423000" y="3022440"/>
            <a:ext cx="10440" cy="15480"/>
            <a:chOff x="2270600" y="2870040"/>
            <a:chExt cx="10440" cy="15480"/>
          </a:xfrm>
        </p:grpSpPr>
        <mc:AlternateContent xmlns:mc="http://schemas.openxmlformats.org/markup-compatibility/2006" xmlns:p14="http://schemas.microsoft.com/office/powerpoint/2010/main">
          <mc:Choice Requires="p14">
            <p:contentPart p14:bwMode="auto" r:id="rId39">
              <p14:nvContentPartPr>
                <p14:cNvPr id="61" name="Ink 60">
                  <a:extLst>
                    <a:ext uri="{FF2B5EF4-FFF2-40B4-BE49-F238E27FC236}">
                      <a16:creationId xmlns:a16="http://schemas.microsoft.com/office/drawing/2014/main" id="{56E2C313-0EE5-DC8D-4973-97D6C3AF4C88}"/>
                    </a:ext>
                  </a:extLst>
                </p14:cNvPr>
                <p14:cNvContentPartPr/>
                <p14:nvPr/>
              </p14:nvContentPartPr>
              <p14:xfrm>
                <a:off x="2270600" y="2870040"/>
                <a:ext cx="360" cy="360"/>
              </p14:xfrm>
            </p:contentPart>
          </mc:Choice>
          <mc:Fallback xmlns="">
            <p:pic>
              <p:nvPicPr>
                <p:cNvPr id="61" name="Ink 60">
                  <a:extLst>
                    <a:ext uri="{FF2B5EF4-FFF2-40B4-BE49-F238E27FC236}">
                      <a16:creationId xmlns:a16="http://schemas.microsoft.com/office/drawing/2014/main" id="{56E2C313-0EE5-DC8D-4973-97D6C3AF4C88}"/>
                    </a:ext>
                  </a:extLst>
                </p:cNvPr>
                <p:cNvPicPr/>
                <p:nvPr/>
              </p:nvPicPr>
              <p:blipFill>
                <a:blip r:embed="rId6"/>
                <a:stretch>
                  <a:fillRect/>
                </a:stretch>
              </p:blipFill>
              <p:spPr>
                <a:xfrm>
                  <a:off x="2261960" y="28610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2" name="Ink 61">
                  <a:extLst>
                    <a:ext uri="{FF2B5EF4-FFF2-40B4-BE49-F238E27FC236}">
                      <a16:creationId xmlns:a16="http://schemas.microsoft.com/office/drawing/2014/main" id="{33660F4C-7F0E-986D-21F3-93F5E6507F8B}"/>
                    </a:ext>
                  </a:extLst>
                </p14:cNvPr>
                <p14:cNvContentPartPr/>
                <p14:nvPr/>
              </p14:nvContentPartPr>
              <p14:xfrm>
                <a:off x="2280680" y="2885160"/>
                <a:ext cx="360" cy="360"/>
              </p14:xfrm>
            </p:contentPart>
          </mc:Choice>
          <mc:Fallback xmlns="">
            <p:pic>
              <p:nvPicPr>
                <p:cNvPr id="62" name="Ink 61">
                  <a:extLst>
                    <a:ext uri="{FF2B5EF4-FFF2-40B4-BE49-F238E27FC236}">
                      <a16:creationId xmlns:a16="http://schemas.microsoft.com/office/drawing/2014/main" id="{33660F4C-7F0E-986D-21F3-93F5E6507F8B}"/>
                    </a:ext>
                  </a:extLst>
                </p:cNvPr>
                <p:cNvPicPr/>
                <p:nvPr/>
              </p:nvPicPr>
              <p:blipFill>
                <a:blip r:embed="rId6"/>
                <a:stretch>
                  <a:fillRect/>
                </a:stretch>
              </p:blipFill>
              <p:spPr>
                <a:xfrm>
                  <a:off x="2272040" y="2876520"/>
                  <a:ext cx="18000" cy="18000"/>
                </a:xfrm>
                <a:prstGeom prst="rect">
                  <a:avLst/>
                </a:prstGeom>
              </p:spPr>
            </p:pic>
          </mc:Fallback>
        </mc:AlternateContent>
      </p:grpSp>
      <p:sp>
        <p:nvSpPr>
          <p:cNvPr id="64" name="Rectangle 63">
            <a:extLst>
              <a:ext uri="{FF2B5EF4-FFF2-40B4-BE49-F238E27FC236}">
                <a16:creationId xmlns:a16="http://schemas.microsoft.com/office/drawing/2014/main" id="{B2764308-353E-80DA-A630-26F942A46B38}"/>
              </a:ext>
            </a:extLst>
          </p:cNvPr>
          <p:cNvSpPr/>
          <p:nvPr/>
        </p:nvSpPr>
        <p:spPr>
          <a:xfrm>
            <a:off x="554300" y="1779814"/>
            <a:ext cx="1250957" cy="839405"/>
          </a:xfrm>
          <a:prstGeom prst="rect">
            <a:avLst/>
          </a:prstGeom>
          <a:noFill/>
          <a:ln w="9525">
            <a:solidFill>
              <a:schemeClr val="accent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BE9042FD-8F30-9CF8-E8E8-9408830BFC83}"/>
                  </a:ext>
                </a:extLst>
              </p:cNvPr>
              <p:cNvSpPr txBox="1"/>
              <p:nvPr/>
            </p:nvSpPr>
            <p:spPr>
              <a:xfrm>
                <a:off x="922564" y="1530500"/>
                <a:ext cx="492508" cy="27514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100" i="1" smtClean="0">
                              <a:solidFill>
                                <a:schemeClr val="accent3"/>
                              </a:solidFill>
                              <a:latin typeface="Cambria Math" panose="02040503050406030204" pitchFamily="18" charset="0"/>
                            </a:rPr>
                          </m:ctrlPr>
                        </m:sSubPr>
                        <m:e>
                          <m:r>
                            <a:rPr lang="en-US" sz="1100" i="1">
                              <a:solidFill>
                                <a:schemeClr val="accent3"/>
                              </a:solidFill>
                              <a:latin typeface="Cambria Math" panose="02040503050406030204" pitchFamily="18" charset="0"/>
                            </a:rPr>
                            <m:t>𝑍</m:t>
                          </m:r>
                        </m:e>
                        <m:sub>
                          <m:r>
                            <a:rPr lang="en-US" sz="1100" i="1">
                              <a:solidFill>
                                <a:schemeClr val="accent3"/>
                              </a:solidFill>
                              <a:latin typeface="Cambria Math" panose="02040503050406030204" pitchFamily="18" charset="0"/>
                            </a:rPr>
                            <m:t>𝑓𝑏</m:t>
                          </m:r>
                        </m:sub>
                      </m:sSub>
                    </m:oMath>
                  </m:oMathPara>
                </a14:m>
                <a:endParaRPr lang="en-US" dirty="0"/>
              </a:p>
            </p:txBody>
          </p:sp>
        </mc:Choice>
        <mc:Fallback xmlns="">
          <p:sp>
            <p:nvSpPr>
              <p:cNvPr id="66" name="TextBox 65">
                <a:extLst>
                  <a:ext uri="{FF2B5EF4-FFF2-40B4-BE49-F238E27FC236}">
                    <a16:creationId xmlns:a16="http://schemas.microsoft.com/office/drawing/2014/main" id="{BE9042FD-8F30-9CF8-E8E8-9408830BFC83}"/>
                  </a:ext>
                </a:extLst>
              </p:cNvPr>
              <p:cNvSpPr txBox="1">
                <a:spLocks noRot="1" noChangeAspect="1" noMove="1" noResize="1" noEditPoints="1" noAdjustHandles="1" noChangeArrowheads="1" noChangeShapeType="1" noTextEdit="1"/>
              </p:cNvSpPr>
              <p:nvPr/>
            </p:nvSpPr>
            <p:spPr>
              <a:xfrm>
                <a:off x="922564" y="1530500"/>
                <a:ext cx="492508" cy="275140"/>
              </a:xfrm>
              <a:prstGeom prst="rect">
                <a:avLst/>
              </a:prstGeom>
              <a:blipFill>
                <a:blip r:embed="rId41"/>
                <a:stretch>
                  <a:fillRect b="-4444"/>
                </a:stretch>
              </a:blipFill>
            </p:spPr>
            <p:txBody>
              <a:bodyPr/>
              <a:lstStyle/>
              <a:p>
                <a:r>
                  <a:rPr lang="en-US">
                    <a:noFill/>
                  </a:rPr>
                  <a:t> </a:t>
                </a:r>
              </a:p>
            </p:txBody>
          </p:sp>
        </mc:Fallback>
      </mc:AlternateContent>
      <p:sp>
        <p:nvSpPr>
          <p:cNvPr id="67" name="Rectangle 66">
            <a:extLst>
              <a:ext uri="{FF2B5EF4-FFF2-40B4-BE49-F238E27FC236}">
                <a16:creationId xmlns:a16="http://schemas.microsoft.com/office/drawing/2014/main" id="{5FA0D886-2CA0-887F-70DF-848C7629483D}"/>
              </a:ext>
            </a:extLst>
          </p:cNvPr>
          <p:cNvSpPr/>
          <p:nvPr/>
        </p:nvSpPr>
        <p:spPr>
          <a:xfrm>
            <a:off x="0" y="1668070"/>
            <a:ext cx="400460" cy="1088171"/>
          </a:xfrm>
          <a:prstGeom prst="rect">
            <a:avLst/>
          </a:prstGeom>
          <a:noFill/>
          <a:ln w="9525">
            <a:solidFill>
              <a:schemeClr val="accent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76CFEF11-D635-E854-CEB8-0B84D7C350F2}"/>
                  </a:ext>
                </a:extLst>
              </p:cNvPr>
              <p:cNvSpPr txBox="1"/>
              <p:nvPr/>
            </p:nvSpPr>
            <p:spPr>
              <a:xfrm>
                <a:off x="101584" y="1423315"/>
                <a:ext cx="550784"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100" i="1" smtClean="0">
                              <a:solidFill>
                                <a:schemeClr val="accent3"/>
                              </a:solidFill>
                              <a:latin typeface="Cambria Math" panose="02040503050406030204" pitchFamily="18" charset="0"/>
                            </a:rPr>
                          </m:ctrlPr>
                        </m:sSubPr>
                        <m:e>
                          <m:r>
                            <a:rPr lang="en-US" sz="1100" i="1">
                              <a:solidFill>
                                <a:schemeClr val="accent3"/>
                              </a:solidFill>
                              <a:latin typeface="Cambria Math" panose="02040503050406030204" pitchFamily="18" charset="0"/>
                            </a:rPr>
                            <m:t>𝑍</m:t>
                          </m:r>
                        </m:e>
                        <m:sub>
                          <m:r>
                            <a:rPr lang="en-US" sz="1100" i="1">
                              <a:solidFill>
                                <a:schemeClr val="accent3"/>
                              </a:solidFill>
                              <a:latin typeface="Cambria Math" panose="02040503050406030204" pitchFamily="18" charset="0"/>
                            </a:rPr>
                            <m:t>𝑠𝑒𝑛𝑠</m:t>
                          </m:r>
                        </m:sub>
                      </m:sSub>
                    </m:oMath>
                  </m:oMathPara>
                </a14:m>
                <a:endParaRPr lang="en-US" dirty="0"/>
              </a:p>
            </p:txBody>
          </p:sp>
        </mc:Choice>
        <mc:Fallback xmlns="">
          <p:sp>
            <p:nvSpPr>
              <p:cNvPr id="68" name="TextBox 67">
                <a:extLst>
                  <a:ext uri="{FF2B5EF4-FFF2-40B4-BE49-F238E27FC236}">
                    <a16:creationId xmlns:a16="http://schemas.microsoft.com/office/drawing/2014/main" id="{76CFEF11-D635-E854-CEB8-0B84D7C350F2}"/>
                  </a:ext>
                </a:extLst>
              </p:cNvPr>
              <p:cNvSpPr txBox="1">
                <a:spLocks noRot="1" noChangeAspect="1" noMove="1" noResize="1" noEditPoints="1" noAdjustHandles="1" noChangeArrowheads="1" noChangeShapeType="1" noTextEdit="1"/>
              </p:cNvSpPr>
              <p:nvPr/>
            </p:nvSpPr>
            <p:spPr>
              <a:xfrm>
                <a:off x="101584" y="1423315"/>
                <a:ext cx="550784" cy="261610"/>
              </a:xfrm>
              <a:prstGeom prst="rect">
                <a:avLst/>
              </a:prstGeom>
              <a:blipFill>
                <a:blip r:embed="rId4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847377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2" name="Picture 81">
            <a:extLst>
              <a:ext uri="{FF2B5EF4-FFF2-40B4-BE49-F238E27FC236}">
                <a16:creationId xmlns:a16="http://schemas.microsoft.com/office/drawing/2014/main" id="{7E33CC06-2895-BF2C-268A-383CB68B40A9}"/>
              </a:ext>
            </a:extLst>
          </p:cNvPr>
          <p:cNvPicPr>
            <a:picLocks noChangeAspect="1"/>
          </p:cNvPicPr>
          <p:nvPr/>
        </p:nvPicPr>
        <p:blipFill>
          <a:blip r:embed="rId2"/>
          <a:stretch>
            <a:fillRect/>
          </a:stretch>
        </p:blipFill>
        <p:spPr>
          <a:xfrm>
            <a:off x="377269" y="1650647"/>
            <a:ext cx="4106022" cy="2964216"/>
          </a:xfrm>
          <a:prstGeom prst="rect">
            <a:avLst/>
          </a:prstGeom>
        </p:spPr>
      </p:pic>
      <p:sp>
        <p:nvSpPr>
          <p:cNvPr id="2" name="Title 1">
            <a:extLst>
              <a:ext uri="{FF2B5EF4-FFF2-40B4-BE49-F238E27FC236}">
                <a16:creationId xmlns:a16="http://schemas.microsoft.com/office/drawing/2014/main" id="{D54E8C6E-8847-F1CA-5C80-A954DB29DDEB}"/>
              </a:ext>
            </a:extLst>
          </p:cNvPr>
          <p:cNvSpPr>
            <a:spLocks noGrp="1"/>
          </p:cNvSpPr>
          <p:nvPr>
            <p:ph type="title"/>
          </p:nvPr>
        </p:nvSpPr>
        <p:spPr/>
        <p:txBody>
          <a:bodyPr/>
          <a:lstStyle/>
          <a:p>
            <a:r>
              <a:rPr lang="en-US" dirty="0"/>
              <a:t>Total Loop Gain and Phase curves of the compensation network (with power line effects)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0B87DDB-CE31-14EF-7FC5-57832A96CDEE}"/>
                  </a:ext>
                </a:extLst>
              </p:cNvPr>
              <p:cNvSpPr>
                <a:spLocks noGrp="1"/>
              </p:cNvSpPr>
              <p:nvPr>
                <p:ph sz="half" idx="2"/>
              </p:nvPr>
            </p:nvSpPr>
            <p:spPr>
              <a:xfrm>
                <a:off x="4643438" y="1535243"/>
                <a:ext cx="4473499" cy="3079620"/>
              </a:xfrm>
            </p:spPr>
            <p:txBody>
              <a:bodyPr/>
              <a:lstStyle/>
              <a:p>
                <a:r>
                  <a:rPr lang="en-US" sz="1050" dirty="0">
                    <a:latin typeface="Aptos Serif" panose="02020604070405020304" pitchFamily="18" charset="0"/>
                    <a:cs typeface="Aptos Serif" panose="02020604070405020304" pitchFamily="18" charset="0"/>
                  </a:rPr>
                  <a:t>Below 1.2kHz : There is a hidden pole at 723Hz because of C24 and R34. Hence the -20dB/decade drop since the start.</a:t>
                </a:r>
              </a:p>
              <a:p>
                <a:r>
                  <a:rPr lang="en-US" sz="1050" dirty="0">
                    <a:latin typeface="Aptos Serif" panose="02020604070405020304" pitchFamily="18" charset="0"/>
                    <a:cs typeface="Aptos Serif" panose="02020604070405020304" pitchFamily="18" charset="0"/>
                  </a:rPr>
                  <a:t>Between 1.2kHz and 28kHz : The internal </a:t>
                </a:r>
                <a:r>
                  <a:rPr lang="en-US" sz="1050" dirty="0" err="1">
                    <a:latin typeface="Aptos Serif" panose="02020604070405020304" pitchFamily="18" charset="0"/>
                    <a:cs typeface="Aptos Serif" panose="02020604070405020304" pitchFamily="18" charset="0"/>
                  </a:rPr>
                  <a:t>opamp</a:t>
                </a:r>
                <a:r>
                  <a:rPr lang="en-US" sz="1050" dirty="0">
                    <a:latin typeface="Aptos Serif" panose="02020604070405020304" pitchFamily="18" charset="0"/>
                    <a:cs typeface="Aptos Serif" panose="02020604070405020304" pitchFamily="18" charset="0"/>
                  </a:rPr>
                  <a:t> pole at 1.2kHz activates. Thus the -40dB/decade slope.</a:t>
                </a:r>
              </a:p>
              <a:p>
                <a:r>
                  <a:rPr lang="en-US" sz="1050" dirty="0">
                    <a:latin typeface="Aptos Serif" panose="02020604070405020304" pitchFamily="18" charset="0"/>
                    <a:cs typeface="Aptos Serif" panose="02020604070405020304" pitchFamily="18" charset="0"/>
                  </a:rPr>
                  <a:t>Between 28kHz and 225kHz : The compensator pole activates which is effectively a zero for </a:t>
                </a:r>
                <a14:m>
                  <m:oMath xmlns:m="http://schemas.openxmlformats.org/officeDocument/2006/math">
                    <m:r>
                      <a:rPr lang="en-US" sz="1050" i="1">
                        <a:latin typeface="Cambria Math" panose="02040503050406030204" pitchFamily="18" charset="0"/>
                        <a:ea typeface="Cambria Math" panose="02040503050406030204" pitchFamily="18" charset="0"/>
                      </a:rPr>
                      <m:t>𝛽</m:t>
                    </m:r>
                  </m:oMath>
                </a14:m>
                <a:r>
                  <a:rPr lang="en-US" sz="1050" dirty="0">
                    <a:latin typeface="Aptos Serif" panose="02020604070405020304" pitchFamily="18" charset="0"/>
                    <a:cs typeface="Aptos Serif" panose="02020604070405020304" pitchFamily="18" charset="0"/>
                  </a:rPr>
                  <a:t>. Thus it introduces a +20dB/decade rise in slope.(Currently -20dB/decade)</a:t>
                </a:r>
              </a:p>
              <a:p>
                <a:r>
                  <a:rPr lang="en-US" sz="1050" dirty="0">
                    <a:latin typeface="Aptos Serif" panose="02020604070405020304" pitchFamily="18" charset="0"/>
                    <a:cs typeface="Aptos Serif" panose="02020604070405020304" pitchFamily="18" charset="0"/>
                  </a:rPr>
                  <a:t>Between 225kHz and 367kHz: The compensator zero activates which is effectively a pole for </a:t>
                </a:r>
                <a14:m>
                  <m:oMath xmlns:m="http://schemas.openxmlformats.org/officeDocument/2006/math">
                    <m:r>
                      <a:rPr lang="en-US" sz="1050" i="1">
                        <a:latin typeface="Cambria Math" panose="02040503050406030204" pitchFamily="18" charset="0"/>
                        <a:ea typeface="Cambria Math" panose="02040503050406030204" pitchFamily="18" charset="0"/>
                      </a:rPr>
                      <m:t>𝛽</m:t>
                    </m:r>
                  </m:oMath>
                </a14:m>
                <a:r>
                  <a:rPr lang="en-US" sz="1050" dirty="0">
                    <a:latin typeface="Aptos Serif" panose="02020604070405020304" pitchFamily="18" charset="0"/>
                    <a:cs typeface="Aptos Serif" panose="02020604070405020304" pitchFamily="18" charset="0"/>
                  </a:rPr>
                  <a:t>. Thus it introduces a -20dB/decade rise in slope. .(Currently -40dB/decade)</a:t>
                </a:r>
              </a:p>
              <a:p>
                <a:r>
                  <a:rPr lang="en-US" sz="1050" dirty="0">
                    <a:latin typeface="Aptos Serif" panose="02020604070405020304" pitchFamily="18" charset="0"/>
                    <a:cs typeface="Aptos Serif" panose="02020604070405020304" pitchFamily="18" charset="0"/>
                  </a:rPr>
                  <a:t>Between 367kHz and 6MHz : The power lines come into play and give a +40dB/decade rise. The injection capacitors are trying to inject current into the inductor, thus </a:t>
                </a:r>
                <a:r>
                  <a:rPr lang="en-US" sz="1050" dirty="0" err="1">
                    <a:latin typeface="Aptos Serif" panose="02020604070405020304" pitchFamily="18" charset="0"/>
                    <a:cs typeface="Aptos Serif" panose="02020604070405020304" pitchFamily="18" charset="0"/>
                  </a:rPr>
                  <a:t>sC</a:t>
                </a:r>
                <a:r>
                  <a:rPr lang="en-US" sz="1050" dirty="0">
                    <a:latin typeface="Aptos Serif" panose="02020604070405020304" pitchFamily="18" charset="0"/>
                    <a:cs typeface="Aptos Serif" panose="02020604070405020304" pitchFamily="18" charset="0"/>
                  </a:rPr>
                  <a:t>*</a:t>
                </a:r>
                <a:r>
                  <a:rPr lang="en-US" sz="1050" dirty="0" err="1">
                    <a:latin typeface="Aptos Serif" panose="02020604070405020304" pitchFamily="18" charset="0"/>
                    <a:cs typeface="Aptos Serif" panose="02020604070405020304" pitchFamily="18" charset="0"/>
                  </a:rPr>
                  <a:t>sL</a:t>
                </a:r>
                <a:r>
                  <a:rPr lang="en-US" sz="1050" dirty="0">
                    <a:latin typeface="Aptos Serif" panose="02020604070405020304" pitchFamily="18" charset="0"/>
                    <a:cs typeface="Aptos Serif" panose="02020604070405020304" pitchFamily="18" charset="0"/>
                  </a:rPr>
                  <a:t> would give </a:t>
                </a:r>
                <a14:m>
                  <m:oMath xmlns:m="http://schemas.openxmlformats.org/officeDocument/2006/math">
                    <m:sSup>
                      <m:sSupPr>
                        <m:ctrlPr>
                          <a:rPr lang="en-US" sz="1050" i="1" smtClean="0">
                            <a:latin typeface="Cambria Math" panose="02040503050406030204" pitchFamily="18" charset="0"/>
                          </a:rPr>
                        </m:ctrlPr>
                      </m:sSupPr>
                      <m:e>
                        <m:r>
                          <a:rPr lang="en-US" sz="1050" b="0" i="1" smtClean="0">
                            <a:latin typeface="Cambria Math" panose="02040503050406030204" pitchFamily="18" charset="0"/>
                          </a:rPr>
                          <m:t>𝑠</m:t>
                        </m:r>
                      </m:e>
                      <m:sup>
                        <m:r>
                          <a:rPr lang="en-US" sz="1050" b="0" i="1" smtClean="0">
                            <a:latin typeface="Cambria Math" panose="02040503050406030204" pitchFamily="18" charset="0"/>
                          </a:rPr>
                          <m:t>2</m:t>
                        </m:r>
                      </m:sup>
                    </m:sSup>
                    <m:r>
                      <a:rPr lang="en-US" sz="1050" b="0" i="1" smtClean="0">
                        <a:latin typeface="Cambria Math" panose="02040503050406030204" pitchFamily="18" charset="0"/>
                      </a:rPr>
                      <m:t>𝐿𝐶</m:t>
                    </m:r>
                    <m:r>
                      <a:rPr lang="en-US" sz="1050" b="0" i="1" smtClean="0">
                        <a:latin typeface="Cambria Math" panose="02040503050406030204" pitchFamily="18" charset="0"/>
                      </a:rPr>
                      <m:t>. </m:t>
                    </m:r>
                  </m:oMath>
                </a14:m>
                <a:r>
                  <a:rPr lang="en-US" sz="1050" dirty="0">
                    <a:latin typeface="Aptos Serif" panose="02020604070405020304" pitchFamily="18" charset="0"/>
                    <a:cs typeface="Aptos Serif" panose="02020604070405020304" pitchFamily="18" charset="0"/>
                  </a:rPr>
                  <a:t>(Currently 0dB/decade).</a:t>
                </a:r>
              </a:p>
              <a:p>
                <a:r>
                  <a:rPr lang="en-US" sz="1050" dirty="0">
                    <a:latin typeface="Aptos Serif" panose="02020604070405020304" pitchFamily="18" charset="0"/>
                    <a:cs typeface="Aptos Serif" panose="02020604070405020304" pitchFamily="18" charset="0"/>
                  </a:rPr>
                  <a:t>After 6MHz : The silicon limit is hit, and now the overall -20dB/decade drop is solely due to the internal op-amp pole.</a:t>
                </a:r>
              </a:p>
              <a:p>
                <a:endParaRPr lang="en-US" sz="1200" dirty="0"/>
              </a:p>
            </p:txBody>
          </p:sp>
        </mc:Choice>
        <mc:Fallback xmlns="">
          <p:sp>
            <p:nvSpPr>
              <p:cNvPr id="4" name="Content Placeholder 3">
                <a:extLst>
                  <a:ext uri="{FF2B5EF4-FFF2-40B4-BE49-F238E27FC236}">
                    <a16:creationId xmlns:a16="http://schemas.microsoft.com/office/drawing/2014/main" id="{F0B87DDB-CE31-14EF-7FC5-57832A96CDEE}"/>
                  </a:ext>
                </a:extLst>
              </p:cNvPr>
              <p:cNvSpPr>
                <a:spLocks noGrp="1" noRot="1" noChangeAspect="1" noMove="1" noResize="1" noEditPoints="1" noAdjustHandles="1" noChangeArrowheads="1" noChangeShapeType="1" noTextEdit="1"/>
              </p:cNvSpPr>
              <p:nvPr>
                <p:ph sz="half" idx="2"/>
              </p:nvPr>
            </p:nvSpPr>
            <p:spPr>
              <a:xfrm>
                <a:off x="4643438" y="1535243"/>
                <a:ext cx="4473499" cy="3079620"/>
              </a:xfrm>
              <a:blipFill>
                <a:blip r:embed="rId3"/>
                <a:stretch>
                  <a:fillRect l="-272" t="-396" r="-136" b="-1584"/>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7D6D91F2-CE14-1420-4F34-EC24368F9409}"/>
              </a:ext>
            </a:extLst>
          </p:cNvPr>
          <p:cNvSpPr>
            <a:spLocks noGrp="1"/>
          </p:cNvSpPr>
          <p:nvPr>
            <p:ph type="sldNum" sz="quarter" idx="10"/>
          </p:nvPr>
        </p:nvSpPr>
        <p:spPr/>
        <p:txBody>
          <a:bodyPr/>
          <a:lstStyle/>
          <a:p>
            <a:pPr>
              <a:defRPr/>
            </a:pPr>
            <a:fld id="{B53548F6-AAA9-4A8D-A869-511B3DFE3256}" type="slidenum">
              <a:rPr lang="en-US" smtClean="0"/>
              <a:pPr>
                <a:defRPr/>
              </a:pPr>
              <a:t>17</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6C0882B-D657-B771-8966-5CB085FE41B0}"/>
                  </a:ext>
                </a:extLst>
              </p:cNvPr>
              <p:cNvSpPr txBox="1"/>
              <p:nvPr/>
            </p:nvSpPr>
            <p:spPr>
              <a:xfrm>
                <a:off x="180533" y="737084"/>
                <a:ext cx="8803217" cy="898964"/>
              </a:xfrm>
              <a:prstGeom prst="rect">
                <a:avLst/>
              </a:prstGeom>
              <a:noFill/>
            </p:spPr>
            <p:txBody>
              <a:bodyPr wrap="square" rtlCol="0">
                <a:spAutoFit/>
              </a:bodyPr>
              <a:lstStyle/>
              <a:p>
                <a:r>
                  <a:rPr lang="en-US" sz="1200" dirty="0">
                    <a:latin typeface="Aptos Serif" panose="02020604070405020304" pitchFamily="18" charset="0"/>
                    <a:cs typeface="Aptos Serif" panose="02020604070405020304" pitchFamily="18" charset="0"/>
                  </a:rPr>
                  <a:t>The Total loop gain is given by  </a:t>
                </a:r>
                <a:r>
                  <a:rPr lang="en-US" sz="1200" i="1" dirty="0">
                    <a:latin typeface="Aptos Serif" panose="02020604070405020304" pitchFamily="18" charset="0"/>
                    <a:cs typeface="Aptos Serif" panose="02020604070405020304" pitchFamily="18" charset="0"/>
                  </a:rPr>
                  <a:t>T</a:t>
                </a:r>
                <a:r>
                  <a:rPr lang="en-US" sz="1200" dirty="0">
                    <a:latin typeface="Aptos Serif" panose="02020604070405020304" pitchFamily="18" charset="0"/>
                    <a:cs typeface="Aptos Serif" panose="02020604070405020304" pitchFamily="18" charset="0"/>
                  </a:rPr>
                  <a:t> = </a:t>
                </a:r>
                <a14:m>
                  <m:oMath xmlns:m="http://schemas.openxmlformats.org/officeDocument/2006/math">
                    <m:r>
                      <a:rPr lang="en-US" sz="1200" i="1" smtClean="0">
                        <a:latin typeface="Cambria Math" panose="02040503050406030204" pitchFamily="18" charset="0"/>
                        <a:ea typeface="Cambria Math" panose="02040503050406030204" pitchFamily="18" charset="0"/>
                      </a:rPr>
                      <m:t>𝛽</m:t>
                    </m:r>
                  </m:oMath>
                </a14:m>
                <a:r>
                  <a:rPr lang="en-US" sz="1200" dirty="0">
                    <a:latin typeface="Aptos Serif" panose="02020604070405020304" pitchFamily="18" charset="0"/>
                    <a:cs typeface="Aptos Serif" panose="02020604070405020304" pitchFamily="18" charset="0"/>
                  </a:rPr>
                  <a:t>*</a:t>
                </a:r>
                <a14:m>
                  <m:oMath xmlns:m="http://schemas.openxmlformats.org/officeDocument/2006/math">
                    <m:sSub>
                      <m:sSubPr>
                        <m:ctrlPr>
                          <a:rPr lang="en-US" sz="1200" i="1" dirty="0" smtClean="0">
                            <a:latin typeface="Cambria Math" panose="02040503050406030204" pitchFamily="18" charset="0"/>
                          </a:rPr>
                        </m:ctrlPr>
                      </m:sSubPr>
                      <m:e>
                        <m:r>
                          <a:rPr lang="en-US" sz="1200" b="0" i="1" dirty="0" smtClean="0">
                            <a:latin typeface="Cambria Math" panose="02040503050406030204" pitchFamily="18" charset="0"/>
                          </a:rPr>
                          <m:t>𝐴</m:t>
                        </m:r>
                      </m:e>
                      <m:sub>
                        <m:r>
                          <a:rPr lang="en-US" sz="1200" b="0" i="1" dirty="0" smtClean="0">
                            <a:latin typeface="Cambria Math" panose="02040503050406030204" pitchFamily="18" charset="0"/>
                          </a:rPr>
                          <m:t>𝑂𝐿</m:t>
                        </m:r>
                      </m:sub>
                    </m:sSub>
                  </m:oMath>
                </a14:m>
                <a:r>
                  <a:rPr lang="en-US" sz="1200" dirty="0">
                    <a:latin typeface="Aptos Serif" panose="02020604070405020304" pitchFamily="18" charset="0"/>
                    <a:cs typeface="Aptos Serif" panose="02020604070405020304" pitchFamily="18" charset="0"/>
                  </a:rPr>
                  <a:t>*</a:t>
                </a:r>
                <a14:m>
                  <m:oMath xmlns:m="http://schemas.openxmlformats.org/officeDocument/2006/math">
                    <m:sSub>
                      <m:sSubPr>
                        <m:ctrlPr>
                          <a:rPr lang="en-US" sz="1200" i="1" dirty="0" smtClean="0">
                            <a:latin typeface="Cambria Math" panose="02040503050406030204" pitchFamily="18" charset="0"/>
                          </a:rPr>
                        </m:ctrlPr>
                      </m:sSubPr>
                      <m:e>
                        <m:r>
                          <a:rPr lang="en-US" sz="1200" b="0" i="1" dirty="0" smtClean="0">
                            <a:latin typeface="Cambria Math" panose="02040503050406030204" pitchFamily="18" charset="0"/>
                          </a:rPr>
                          <m:t>𝐻</m:t>
                        </m:r>
                      </m:e>
                      <m:sub>
                        <m:r>
                          <a:rPr lang="en-US" sz="1200" b="0" i="1" dirty="0" smtClean="0">
                            <a:latin typeface="Cambria Math" panose="02040503050406030204" pitchFamily="18" charset="0"/>
                          </a:rPr>
                          <m:t>𝑙𝑖𝑛𝑒</m:t>
                        </m:r>
                      </m:sub>
                    </m:sSub>
                  </m:oMath>
                </a14:m>
                <a:r>
                  <a:rPr lang="en-US" sz="1400" dirty="0">
                    <a:latin typeface="Aptos Serif" panose="02020604070405020304" pitchFamily="18" charset="0"/>
                    <a:cs typeface="Aptos Serif" panose="02020604070405020304" pitchFamily="18" charset="0"/>
                  </a:rPr>
                  <a:t> </a:t>
                </a:r>
                <a:r>
                  <a:rPr lang="en-US" sz="1200" dirty="0">
                    <a:latin typeface="Aptos Serif" panose="02020604070405020304" pitchFamily="18" charset="0"/>
                    <a:cs typeface="Aptos Serif" panose="02020604070405020304" pitchFamily="18" charset="0"/>
                  </a:rPr>
                  <a:t>where</a:t>
                </a:r>
                <a:r>
                  <a:rPr lang="en-US" sz="1400" dirty="0">
                    <a:latin typeface="Aptos Serif" panose="02020604070405020304" pitchFamily="18" charset="0"/>
                    <a:cs typeface="Aptos Serif" panose="02020604070405020304" pitchFamily="18" charset="0"/>
                  </a:rPr>
                  <a:t> </a:t>
                </a:r>
                <a14:m>
                  <m:oMath xmlns:m="http://schemas.openxmlformats.org/officeDocument/2006/math">
                    <m:r>
                      <a:rPr lang="en-US" sz="1200" i="1">
                        <a:latin typeface="Cambria Math" panose="02040503050406030204" pitchFamily="18" charset="0"/>
                        <a:ea typeface="Cambria Math" panose="02040503050406030204" pitchFamily="18" charset="0"/>
                      </a:rPr>
                      <m:t>𝛽</m:t>
                    </m:r>
                    <m:r>
                      <a:rPr lang="en-US" sz="1200" i="1">
                        <a:latin typeface="Cambria Math" panose="02040503050406030204" pitchFamily="18" charset="0"/>
                        <a:ea typeface="Cambria Math" panose="02040503050406030204" pitchFamily="18" charset="0"/>
                      </a:rPr>
                      <m:t>≈ </m:t>
                    </m:r>
                    <m:f>
                      <m:fPr>
                        <m:ctrlPr>
                          <a:rPr lang="en-US" sz="1200" b="0" i="1" smtClean="0">
                            <a:latin typeface="Cambria Math" panose="02040503050406030204" pitchFamily="18" charset="0"/>
                            <a:ea typeface="Cambria Math" panose="02040503050406030204" pitchFamily="18" charset="0"/>
                          </a:rPr>
                        </m:ctrlPr>
                      </m:fPr>
                      <m:num>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𝑍</m:t>
                            </m:r>
                          </m:e>
                          <m:sub>
                            <m:r>
                              <a:rPr lang="en-US" sz="1200" b="0" i="1" smtClean="0">
                                <a:latin typeface="Cambria Math" panose="02040503050406030204" pitchFamily="18" charset="0"/>
                                <a:ea typeface="Cambria Math" panose="02040503050406030204" pitchFamily="18" charset="0"/>
                              </a:rPr>
                              <m:t>𝑖𝑛</m:t>
                            </m:r>
                          </m:sub>
                        </m:sSub>
                      </m:num>
                      <m:den>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𝑍</m:t>
                            </m:r>
                          </m:e>
                          <m:sub>
                            <m:r>
                              <a:rPr lang="en-US" sz="1200" b="0" i="1" smtClean="0">
                                <a:latin typeface="Cambria Math" panose="02040503050406030204" pitchFamily="18" charset="0"/>
                                <a:ea typeface="Cambria Math" panose="02040503050406030204" pitchFamily="18" charset="0"/>
                              </a:rPr>
                              <m:t>𝑓𝑏</m:t>
                            </m:r>
                          </m:sub>
                        </m:sSub>
                      </m:den>
                    </m:f>
                    <m:r>
                      <a:rPr lang="en-US" sz="1200" b="0" i="1" smtClean="0">
                        <a:latin typeface="Cambria Math" panose="02040503050406030204" pitchFamily="18" charset="0"/>
                        <a:ea typeface="Cambria Math" panose="02040503050406030204" pitchFamily="18" charset="0"/>
                      </a:rPr>
                      <m:t> </m:t>
                    </m:r>
                    <m:d>
                      <m:dPr>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𝑓𝑒𝑒𝑑𝑏𝑎𝑐𝑘</m:t>
                        </m:r>
                        <m:r>
                          <a:rPr lang="en-US" sz="1200" b="0" i="1" smtClean="0">
                            <a:latin typeface="Cambria Math" panose="02040503050406030204" pitchFamily="18" charset="0"/>
                            <a:ea typeface="Cambria Math" panose="02040503050406030204" pitchFamily="18" charset="0"/>
                          </a:rPr>
                          <m:t> </m:t>
                        </m:r>
                        <m:r>
                          <a:rPr lang="en-US" sz="1200" b="0" i="1" smtClean="0">
                            <a:latin typeface="Cambria Math" panose="02040503050406030204" pitchFamily="18" charset="0"/>
                            <a:ea typeface="Cambria Math" panose="02040503050406030204" pitchFamily="18" charset="0"/>
                          </a:rPr>
                          <m:t>𝑓𝑎𝑐𝑡𝑜𝑟</m:t>
                        </m:r>
                      </m:e>
                    </m:d>
                    <m:r>
                      <a:rPr lang="en-US" sz="1200" b="0" i="1" smtClean="0">
                        <a:latin typeface="Cambria Math" panose="02040503050406030204" pitchFamily="18" charset="0"/>
                        <a:ea typeface="Cambria Math" panose="02040503050406030204" pitchFamily="18" charset="0"/>
                      </a:rPr>
                      <m:t>,</m:t>
                    </m:r>
                    <m:sSub>
                      <m:sSubPr>
                        <m:ctrlPr>
                          <a:rPr lang="en-US" sz="1200" i="1" dirty="0">
                            <a:latin typeface="Cambria Math" panose="02040503050406030204" pitchFamily="18" charset="0"/>
                          </a:rPr>
                        </m:ctrlPr>
                      </m:sSubPr>
                      <m:e>
                        <m:r>
                          <a:rPr lang="en-US" sz="1200" i="1" dirty="0">
                            <a:latin typeface="Cambria Math" panose="02040503050406030204" pitchFamily="18" charset="0"/>
                          </a:rPr>
                          <m:t>𝐴</m:t>
                        </m:r>
                      </m:e>
                      <m:sub>
                        <m:r>
                          <a:rPr lang="en-US" sz="1200" i="1" dirty="0">
                            <a:latin typeface="Cambria Math" panose="02040503050406030204" pitchFamily="18" charset="0"/>
                          </a:rPr>
                          <m:t>𝑂𝐿</m:t>
                        </m:r>
                      </m:sub>
                    </m:sSub>
                    <m:r>
                      <a:rPr lang="en-US" sz="1200" b="0" i="1" dirty="0" smtClean="0">
                        <a:latin typeface="Cambria Math" panose="02040503050406030204" pitchFamily="18" charset="0"/>
                      </a:rPr>
                      <m:t> </m:t>
                    </m:r>
                    <m:r>
                      <a:rPr lang="en-US" sz="1200" b="0" i="1" dirty="0" smtClean="0">
                        <a:latin typeface="Cambria Math" panose="02040503050406030204" pitchFamily="18" charset="0"/>
                      </a:rPr>
                      <m:t>𝑖𝑠</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𝑜𝑝𝑒𝑛</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𝑙𝑜𝑜𝑝</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𝑎𝑚𝑝𝑙𝑖𝑓𝑖𝑒𝑟</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𝑔𝑎𝑖𝑛</m:t>
                    </m:r>
                    <m:r>
                      <a:rPr lang="en-US" sz="1200" b="0" i="1" dirty="0" smtClean="0">
                        <a:latin typeface="Cambria Math" panose="02040503050406030204" pitchFamily="18" charset="0"/>
                      </a:rPr>
                      <m:t> </m:t>
                    </m:r>
                  </m:oMath>
                </a14:m>
                <a:endParaRPr lang="en-US" sz="1200" b="0" i="1" dirty="0">
                  <a:latin typeface="Aptos Serif" panose="02020604070405020304" pitchFamily="18" charset="0"/>
                  <a:cs typeface="Aptos Serif" panose="02020604070405020304" pitchFamily="18" charset="0"/>
                </a:endParaRPr>
              </a:p>
              <a:p>
                <a14:m>
                  <m:oMath xmlns:m="http://schemas.openxmlformats.org/officeDocument/2006/math">
                    <m:r>
                      <a:rPr lang="en-US" sz="1200" b="0" i="1" dirty="0" smtClean="0">
                        <a:latin typeface="Cambria Math" panose="02040503050406030204" pitchFamily="18" charset="0"/>
                      </a:rPr>
                      <m:t>𝑎𝑛𝑑</m:t>
                    </m:r>
                    <m:sSub>
                      <m:sSubPr>
                        <m:ctrlPr>
                          <a:rPr lang="en-US" sz="1200" i="1" dirty="0">
                            <a:latin typeface="Cambria Math" panose="02040503050406030204" pitchFamily="18" charset="0"/>
                          </a:rPr>
                        </m:ctrlPr>
                      </m:sSubPr>
                      <m:e>
                        <m:r>
                          <a:rPr lang="en-US" sz="1200" b="0" i="1" dirty="0" smtClean="0">
                            <a:latin typeface="Cambria Math" panose="02040503050406030204" pitchFamily="18" charset="0"/>
                          </a:rPr>
                          <m:t> </m:t>
                        </m:r>
                        <m:r>
                          <a:rPr lang="en-US" sz="1200" i="1" dirty="0">
                            <a:latin typeface="Cambria Math" panose="02040503050406030204" pitchFamily="18" charset="0"/>
                          </a:rPr>
                          <m:t>𝐻</m:t>
                        </m:r>
                      </m:e>
                      <m:sub>
                        <m:r>
                          <a:rPr lang="en-US" sz="1200" i="1" dirty="0">
                            <a:latin typeface="Cambria Math" panose="02040503050406030204" pitchFamily="18" charset="0"/>
                          </a:rPr>
                          <m:t>𝑙𝑖𝑛𝑒</m:t>
                        </m:r>
                      </m:sub>
                    </m:sSub>
                    <m:r>
                      <a:rPr lang="en-US" sz="1200" b="0" i="1" dirty="0" smtClean="0">
                        <a:latin typeface="Cambria Math" panose="02040503050406030204" pitchFamily="18" charset="0"/>
                      </a:rPr>
                      <m:t> </m:t>
                    </m:r>
                    <m:r>
                      <a:rPr lang="en-US" sz="1200" b="0" i="1" dirty="0" smtClean="0">
                        <a:latin typeface="Cambria Math" panose="02040503050406030204" pitchFamily="18" charset="0"/>
                      </a:rPr>
                      <m:t>𝑖𝑠</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𝑡h𝑒</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𝑡𝑟𝑎𝑛𝑠𝑓𝑒𝑟</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𝑓𝑢𝑛𝑐𝑡𝑖𝑜𝑛</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𝑖𝑛𝑡𝑜</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𝑡h𝑒</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𝑝h𝑦𝑠𝑖𝑐𝑎𝑙</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𝑐𝑜𝑝𝑝𝑒𝑟</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𝑎𝑡</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𝑡h𝑒</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𝑖𝑛𝑗𝑒𝑐𝑡𝑖𝑜𝑛</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𝑝𝑜𝑖𝑛𝑡</m:t>
                    </m:r>
                    <m:r>
                      <a:rPr lang="en-US" sz="1200" b="0" i="1" dirty="0" smtClean="0">
                        <a:latin typeface="Cambria Math" panose="02040503050406030204" pitchFamily="18" charset="0"/>
                      </a:rPr>
                      <m:t> </m:t>
                    </m:r>
                  </m:oMath>
                </a14:m>
                <a:r>
                  <a:rPr lang="en-US" sz="1200" dirty="0">
                    <a:latin typeface="Aptos Serif" panose="02020604070405020304" pitchFamily="18" charset="0"/>
                    <a:cs typeface="Aptos Serif" panose="02020604070405020304" pitchFamily="18" charset="0"/>
                  </a:rPr>
                  <a:t>. The op-amp has a GBW of 120MHz. That introduces an internal pole of </a:t>
                </a:r>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𝑓</m:t>
                        </m:r>
                      </m:e>
                      <m:sub>
                        <m:r>
                          <a:rPr lang="en-US" sz="1200" b="0" i="1" smtClean="0">
                            <a:latin typeface="Cambria Math" panose="02040503050406030204" pitchFamily="18" charset="0"/>
                          </a:rPr>
                          <m:t>𝑝</m:t>
                        </m:r>
                        <m:r>
                          <a:rPr lang="en-US" sz="1200" b="0" i="1" smtClean="0">
                            <a:latin typeface="Cambria Math" panose="02040503050406030204" pitchFamily="18" charset="0"/>
                          </a:rPr>
                          <m:t>_</m:t>
                        </m:r>
                        <m:r>
                          <a:rPr lang="en-US" sz="1200" b="0" i="1" smtClean="0">
                            <a:latin typeface="Cambria Math" panose="02040503050406030204" pitchFamily="18" charset="0"/>
                          </a:rPr>
                          <m:t>𝑜𝑝𝑎𝑚𝑝</m:t>
                        </m:r>
                      </m:sub>
                    </m:sSub>
                    <m:r>
                      <a:rPr lang="en-US" sz="1200" b="0" i="1" smtClean="0">
                        <a:latin typeface="Cambria Math" panose="02040503050406030204" pitchFamily="18" charset="0"/>
                      </a:rPr>
                      <m:t>= </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𝐺𝐵𝑊</m:t>
                        </m:r>
                      </m:num>
                      <m:den>
                        <m:sSub>
                          <m:sSubPr>
                            <m:ctrlPr>
                              <a:rPr lang="en-US" sz="1200" i="1" dirty="0">
                                <a:latin typeface="Cambria Math" panose="02040503050406030204" pitchFamily="18" charset="0"/>
                              </a:rPr>
                            </m:ctrlPr>
                          </m:sSubPr>
                          <m:e>
                            <m:r>
                              <a:rPr lang="en-US" sz="1200" i="1" dirty="0">
                                <a:latin typeface="Cambria Math" panose="02040503050406030204" pitchFamily="18" charset="0"/>
                              </a:rPr>
                              <m:t>𝐴</m:t>
                            </m:r>
                          </m:e>
                          <m:sub>
                            <m:r>
                              <a:rPr lang="en-US" sz="1200" i="1" dirty="0">
                                <a:latin typeface="Cambria Math" panose="02040503050406030204" pitchFamily="18" charset="0"/>
                              </a:rPr>
                              <m:t>𝑂𝐿</m:t>
                            </m:r>
                          </m:sub>
                        </m:sSub>
                      </m:den>
                    </m:f>
                  </m:oMath>
                </a14:m>
                <a:r>
                  <a:rPr lang="en-US" sz="1200" dirty="0">
                    <a:latin typeface="Aptos Serif" panose="02020604070405020304" pitchFamily="18" charset="0"/>
                    <a:cs typeface="Aptos Serif" panose="02020604070405020304" pitchFamily="18" charset="0"/>
                  </a:rPr>
                  <a:t> = 1.2kHz.</a:t>
                </a:r>
                <a:endParaRPr lang="en-US" sz="1400" dirty="0">
                  <a:latin typeface="Aptos Serif" panose="02020604070405020304" pitchFamily="18" charset="0"/>
                  <a:cs typeface="Aptos Serif" panose="02020604070405020304" pitchFamily="18" charset="0"/>
                </a:endParaRPr>
              </a:p>
            </p:txBody>
          </p:sp>
        </mc:Choice>
        <mc:Fallback xmlns="">
          <p:sp>
            <p:nvSpPr>
              <p:cNvPr id="6" name="TextBox 5">
                <a:extLst>
                  <a:ext uri="{FF2B5EF4-FFF2-40B4-BE49-F238E27FC236}">
                    <a16:creationId xmlns:a16="http://schemas.microsoft.com/office/drawing/2014/main" id="{F6C0882B-D657-B771-8966-5CB085FE41B0}"/>
                  </a:ext>
                </a:extLst>
              </p:cNvPr>
              <p:cNvSpPr txBox="1">
                <a:spLocks noRot="1" noChangeAspect="1" noMove="1" noResize="1" noEditPoints="1" noAdjustHandles="1" noChangeArrowheads="1" noChangeShapeType="1" noTextEdit="1"/>
              </p:cNvSpPr>
              <p:nvPr/>
            </p:nvSpPr>
            <p:spPr>
              <a:xfrm>
                <a:off x="180533" y="737084"/>
                <a:ext cx="8803217" cy="898964"/>
              </a:xfrm>
              <a:prstGeom prst="rect">
                <a:avLst/>
              </a:prstGeom>
              <a:blipFill>
                <a:blip r:embed="rId4"/>
                <a:stretch>
                  <a:fillRect l="-69"/>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BA2DAC45-F64A-45A7-8BDD-E85968FFB152}"/>
              </a:ext>
            </a:extLst>
          </p:cNvPr>
          <p:cNvCxnSpPr>
            <a:cxnSpLocks/>
          </p:cNvCxnSpPr>
          <p:nvPr/>
        </p:nvCxnSpPr>
        <p:spPr>
          <a:xfrm>
            <a:off x="923344" y="3053460"/>
            <a:ext cx="896281" cy="533802"/>
          </a:xfrm>
          <a:prstGeom prst="line">
            <a:avLst/>
          </a:prstGeom>
          <a:ln w="12700">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39654B1-8977-DAAF-4C28-426755D9F712}"/>
              </a:ext>
            </a:extLst>
          </p:cNvPr>
          <p:cNvCxnSpPr>
            <a:cxnSpLocks/>
          </p:cNvCxnSpPr>
          <p:nvPr/>
        </p:nvCxnSpPr>
        <p:spPr>
          <a:xfrm>
            <a:off x="1819625" y="3587262"/>
            <a:ext cx="727851" cy="214428"/>
          </a:xfrm>
          <a:prstGeom prst="line">
            <a:avLst/>
          </a:prstGeom>
          <a:ln w="12700">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DCF3C6E-CAA9-7F72-E38D-2A1020E2CFAF}"/>
              </a:ext>
            </a:extLst>
          </p:cNvPr>
          <p:cNvCxnSpPr>
            <a:cxnSpLocks/>
          </p:cNvCxnSpPr>
          <p:nvPr/>
        </p:nvCxnSpPr>
        <p:spPr>
          <a:xfrm>
            <a:off x="2547476" y="3801690"/>
            <a:ext cx="142876" cy="148196"/>
          </a:xfrm>
          <a:prstGeom prst="line">
            <a:avLst/>
          </a:prstGeom>
          <a:ln w="12700">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29F1D07-97A1-EF3C-C061-63CE65892195}"/>
              </a:ext>
            </a:extLst>
          </p:cNvPr>
          <p:cNvCxnSpPr>
            <a:cxnSpLocks/>
          </p:cNvCxnSpPr>
          <p:nvPr/>
        </p:nvCxnSpPr>
        <p:spPr>
          <a:xfrm>
            <a:off x="2690352" y="3949886"/>
            <a:ext cx="900343" cy="0"/>
          </a:xfrm>
          <a:prstGeom prst="line">
            <a:avLst/>
          </a:prstGeom>
          <a:ln w="12700">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796085-18EA-97B1-6D3A-C0F548B86282}"/>
              </a:ext>
            </a:extLst>
          </p:cNvPr>
          <p:cNvCxnSpPr>
            <a:cxnSpLocks/>
          </p:cNvCxnSpPr>
          <p:nvPr/>
        </p:nvCxnSpPr>
        <p:spPr>
          <a:xfrm>
            <a:off x="3571346" y="3949886"/>
            <a:ext cx="732449" cy="209326"/>
          </a:xfrm>
          <a:prstGeom prst="line">
            <a:avLst/>
          </a:prstGeom>
          <a:ln w="12700">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2851E5A-8A80-8F78-0327-AFA0BFD5D162}"/>
              </a:ext>
            </a:extLst>
          </p:cNvPr>
          <p:cNvCxnSpPr>
            <a:cxnSpLocks/>
          </p:cNvCxnSpPr>
          <p:nvPr/>
        </p:nvCxnSpPr>
        <p:spPr>
          <a:xfrm>
            <a:off x="836163" y="3021796"/>
            <a:ext cx="87181" cy="31664"/>
          </a:xfrm>
          <a:prstGeom prst="line">
            <a:avLst/>
          </a:prstGeom>
          <a:ln w="12700">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C626C8E-C891-AFA0-6FB9-8BC7E7DA7791}"/>
              </a:ext>
            </a:extLst>
          </p:cNvPr>
          <p:cNvCxnSpPr>
            <a:cxnSpLocks/>
          </p:cNvCxnSpPr>
          <p:nvPr/>
        </p:nvCxnSpPr>
        <p:spPr>
          <a:xfrm>
            <a:off x="849501" y="1662895"/>
            <a:ext cx="73843" cy="5788"/>
          </a:xfrm>
          <a:prstGeom prst="line">
            <a:avLst/>
          </a:prstGeom>
          <a:ln>
            <a:tailEnd type="none"/>
          </a:ln>
        </p:spPr>
        <p:style>
          <a:lnRef idx="1">
            <a:schemeClr val="accent5"/>
          </a:lnRef>
          <a:fillRef idx="0">
            <a:schemeClr val="accent5"/>
          </a:fillRef>
          <a:effectRef idx="0">
            <a:schemeClr val="accent5"/>
          </a:effectRef>
          <a:fontRef idx="minor">
            <a:schemeClr val="tx1"/>
          </a:fontRef>
        </p:style>
      </p:cxnSp>
      <p:cxnSp>
        <p:nvCxnSpPr>
          <p:cNvPr id="35" name="Straight Connector 34">
            <a:extLst>
              <a:ext uri="{FF2B5EF4-FFF2-40B4-BE49-F238E27FC236}">
                <a16:creationId xmlns:a16="http://schemas.microsoft.com/office/drawing/2014/main" id="{F4A7E34C-5A77-FFD5-5496-0905038353BA}"/>
              </a:ext>
            </a:extLst>
          </p:cNvPr>
          <p:cNvCxnSpPr>
            <a:cxnSpLocks/>
          </p:cNvCxnSpPr>
          <p:nvPr/>
        </p:nvCxnSpPr>
        <p:spPr>
          <a:xfrm>
            <a:off x="953033" y="2308698"/>
            <a:ext cx="297999" cy="656704"/>
          </a:xfrm>
          <a:prstGeom prst="line">
            <a:avLst/>
          </a:prstGeom>
          <a:ln>
            <a:tailEnd type="none"/>
          </a:ln>
        </p:spPr>
        <p:style>
          <a:lnRef idx="1">
            <a:schemeClr val="accent5"/>
          </a:lnRef>
          <a:fillRef idx="0">
            <a:schemeClr val="accent5"/>
          </a:fillRef>
          <a:effectRef idx="0">
            <a:schemeClr val="accent5"/>
          </a:effectRef>
          <a:fontRef idx="minor">
            <a:schemeClr val="tx1"/>
          </a:fontRef>
        </p:style>
      </p:cxnSp>
      <p:cxnSp>
        <p:nvCxnSpPr>
          <p:cNvPr id="40" name="Straight Connector 39">
            <a:extLst>
              <a:ext uri="{FF2B5EF4-FFF2-40B4-BE49-F238E27FC236}">
                <a16:creationId xmlns:a16="http://schemas.microsoft.com/office/drawing/2014/main" id="{59D20464-BAB3-452B-E332-561BF22DC96B}"/>
              </a:ext>
            </a:extLst>
          </p:cNvPr>
          <p:cNvCxnSpPr>
            <a:cxnSpLocks/>
          </p:cNvCxnSpPr>
          <p:nvPr/>
        </p:nvCxnSpPr>
        <p:spPr>
          <a:xfrm>
            <a:off x="1251032" y="2960896"/>
            <a:ext cx="689137" cy="0"/>
          </a:xfrm>
          <a:prstGeom prst="line">
            <a:avLst/>
          </a:prstGeom>
          <a:ln>
            <a:tailEnd type="none"/>
          </a:ln>
        </p:spPr>
        <p:style>
          <a:lnRef idx="1">
            <a:schemeClr val="accent5"/>
          </a:lnRef>
          <a:fillRef idx="0">
            <a:schemeClr val="accent5"/>
          </a:fillRef>
          <a:effectRef idx="0">
            <a:schemeClr val="accent5"/>
          </a:effectRef>
          <a:fontRef idx="minor">
            <a:schemeClr val="tx1"/>
          </a:fontRef>
        </p:style>
      </p:cxnSp>
      <p:cxnSp>
        <p:nvCxnSpPr>
          <p:cNvPr id="42" name="Straight Connector 41">
            <a:extLst>
              <a:ext uri="{FF2B5EF4-FFF2-40B4-BE49-F238E27FC236}">
                <a16:creationId xmlns:a16="http://schemas.microsoft.com/office/drawing/2014/main" id="{F1CBBBCA-B837-E56C-9AEB-F57779A20968}"/>
              </a:ext>
            </a:extLst>
          </p:cNvPr>
          <p:cNvCxnSpPr>
            <a:cxnSpLocks/>
          </p:cNvCxnSpPr>
          <p:nvPr/>
        </p:nvCxnSpPr>
        <p:spPr>
          <a:xfrm flipH="1">
            <a:off x="1916079" y="2636227"/>
            <a:ext cx="197099" cy="343227"/>
          </a:xfrm>
          <a:prstGeom prst="line">
            <a:avLst/>
          </a:prstGeom>
          <a:ln>
            <a:tailEnd type="none"/>
          </a:ln>
        </p:spPr>
        <p:style>
          <a:lnRef idx="1">
            <a:schemeClr val="accent5"/>
          </a:lnRef>
          <a:fillRef idx="0">
            <a:schemeClr val="accent5"/>
          </a:fillRef>
          <a:effectRef idx="0">
            <a:schemeClr val="accent5"/>
          </a:effectRef>
          <a:fontRef idx="minor">
            <a:schemeClr val="tx1"/>
          </a:fontRef>
        </p:style>
      </p:cxnSp>
      <p:cxnSp>
        <p:nvCxnSpPr>
          <p:cNvPr id="49" name="Straight Connector 48">
            <a:extLst>
              <a:ext uri="{FF2B5EF4-FFF2-40B4-BE49-F238E27FC236}">
                <a16:creationId xmlns:a16="http://schemas.microsoft.com/office/drawing/2014/main" id="{D54CE6EA-BADE-7703-C97E-FBB364BFEF8E}"/>
              </a:ext>
            </a:extLst>
          </p:cNvPr>
          <p:cNvCxnSpPr>
            <a:cxnSpLocks/>
          </p:cNvCxnSpPr>
          <p:nvPr/>
        </p:nvCxnSpPr>
        <p:spPr>
          <a:xfrm>
            <a:off x="2074149" y="2636227"/>
            <a:ext cx="544765" cy="0"/>
          </a:xfrm>
          <a:prstGeom prst="line">
            <a:avLst/>
          </a:prstGeom>
          <a:ln>
            <a:tailEnd type="none"/>
          </a:ln>
        </p:spPr>
        <p:style>
          <a:lnRef idx="1">
            <a:schemeClr val="accent5"/>
          </a:lnRef>
          <a:fillRef idx="0">
            <a:schemeClr val="accent5"/>
          </a:fillRef>
          <a:effectRef idx="0">
            <a:schemeClr val="accent5"/>
          </a:effectRef>
          <a:fontRef idx="minor">
            <a:schemeClr val="tx1"/>
          </a:fontRef>
        </p:style>
      </p:cxnSp>
      <p:cxnSp>
        <p:nvCxnSpPr>
          <p:cNvPr id="52" name="Straight Connector 51">
            <a:extLst>
              <a:ext uri="{FF2B5EF4-FFF2-40B4-BE49-F238E27FC236}">
                <a16:creationId xmlns:a16="http://schemas.microsoft.com/office/drawing/2014/main" id="{AD3BE42E-BEE1-9B01-5A83-62DE9D8381A9}"/>
              </a:ext>
            </a:extLst>
          </p:cNvPr>
          <p:cNvCxnSpPr>
            <a:cxnSpLocks/>
          </p:cNvCxnSpPr>
          <p:nvPr/>
        </p:nvCxnSpPr>
        <p:spPr>
          <a:xfrm>
            <a:off x="2609660" y="2623648"/>
            <a:ext cx="47240" cy="398148"/>
          </a:xfrm>
          <a:prstGeom prst="line">
            <a:avLst/>
          </a:prstGeom>
          <a:ln>
            <a:tailEnd type="none"/>
          </a:ln>
        </p:spPr>
        <p:style>
          <a:lnRef idx="1">
            <a:schemeClr val="accent5"/>
          </a:lnRef>
          <a:fillRef idx="0">
            <a:schemeClr val="accent5"/>
          </a:fillRef>
          <a:effectRef idx="0">
            <a:schemeClr val="accent5"/>
          </a:effectRef>
          <a:fontRef idx="minor">
            <a:schemeClr val="tx1"/>
          </a:fontRef>
        </p:style>
      </p:cxnSp>
      <p:cxnSp>
        <p:nvCxnSpPr>
          <p:cNvPr id="55" name="Straight Connector 54">
            <a:extLst>
              <a:ext uri="{FF2B5EF4-FFF2-40B4-BE49-F238E27FC236}">
                <a16:creationId xmlns:a16="http://schemas.microsoft.com/office/drawing/2014/main" id="{A4FCCD8E-6FA4-AFB1-4B7E-469EF4A9F73C}"/>
              </a:ext>
            </a:extLst>
          </p:cNvPr>
          <p:cNvCxnSpPr>
            <a:cxnSpLocks/>
          </p:cNvCxnSpPr>
          <p:nvPr/>
        </p:nvCxnSpPr>
        <p:spPr>
          <a:xfrm flipH="1">
            <a:off x="2677065" y="1769510"/>
            <a:ext cx="13287" cy="1247685"/>
          </a:xfrm>
          <a:prstGeom prst="line">
            <a:avLst/>
          </a:prstGeom>
          <a:ln>
            <a:prstDash val="dashDot"/>
            <a:tailEnd type="none"/>
          </a:ln>
        </p:spPr>
        <p:style>
          <a:lnRef idx="1">
            <a:schemeClr val="accent4"/>
          </a:lnRef>
          <a:fillRef idx="0">
            <a:schemeClr val="accent4"/>
          </a:fillRef>
          <a:effectRef idx="0">
            <a:schemeClr val="accent4"/>
          </a:effectRef>
          <a:fontRef idx="minor">
            <a:schemeClr val="tx1"/>
          </a:fontRef>
        </p:style>
      </p:cxnSp>
      <p:cxnSp>
        <p:nvCxnSpPr>
          <p:cNvPr id="56" name="Straight Connector 55">
            <a:extLst>
              <a:ext uri="{FF2B5EF4-FFF2-40B4-BE49-F238E27FC236}">
                <a16:creationId xmlns:a16="http://schemas.microsoft.com/office/drawing/2014/main" id="{99850849-67E4-D0B7-2902-71A23C5D9D0B}"/>
              </a:ext>
            </a:extLst>
          </p:cNvPr>
          <p:cNvCxnSpPr>
            <a:cxnSpLocks/>
          </p:cNvCxnSpPr>
          <p:nvPr/>
        </p:nvCxnSpPr>
        <p:spPr>
          <a:xfrm>
            <a:off x="2690352" y="1727200"/>
            <a:ext cx="160147" cy="443004"/>
          </a:xfrm>
          <a:prstGeom prst="line">
            <a:avLst/>
          </a:prstGeom>
          <a:ln>
            <a:tailEnd type="none"/>
          </a:ln>
        </p:spPr>
        <p:style>
          <a:lnRef idx="1">
            <a:schemeClr val="accent5"/>
          </a:lnRef>
          <a:fillRef idx="0">
            <a:schemeClr val="accent5"/>
          </a:fillRef>
          <a:effectRef idx="0">
            <a:schemeClr val="accent5"/>
          </a:effectRef>
          <a:fontRef idx="minor">
            <a:schemeClr val="tx1"/>
          </a:fontRef>
        </p:style>
      </p:cxnSp>
      <p:cxnSp>
        <p:nvCxnSpPr>
          <p:cNvPr id="59" name="Straight Connector 58">
            <a:extLst>
              <a:ext uri="{FF2B5EF4-FFF2-40B4-BE49-F238E27FC236}">
                <a16:creationId xmlns:a16="http://schemas.microsoft.com/office/drawing/2014/main" id="{2C873882-E6FE-35B2-493D-CF57122D5189}"/>
              </a:ext>
            </a:extLst>
          </p:cNvPr>
          <p:cNvCxnSpPr>
            <a:cxnSpLocks/>
          </p:cNvCxnSpPr>
          <p:nvPr/>
        </p:nvCxnSpPr>
        <p:spPr>
          <a:xfrm>
            <a:off x="2850499" y="2154511"/>
            <a:ext cx="689137" cy="0"/>
          </a:xfrm>
          <a:prstGeom prst="line">
            <a:avLst/>
          </a:prstGeom>
          <a:ln>
            <a:tailEnd type="none"/>
          </a:ln>
        </p:spPr>
        <p:style>
          <a:lnRef idx="1">
            <a:schemeClr val="accent5"/>
          </a:lnRef>
          <a:fillRef idx="0">
            <a:schemeClr val="accent5"/>
          </a:fillRef>
          <a:effectRef idx="0">
            <a:schemeClr val="accent5"/>
          </a:effectRef>
          <a:fontRef idx="minor">
            <a:schemeClr val="tx1"/>
          </a:fontRef>
        </p:style>
      </p:cxnSp>
      <p:cxnSp>
        <p:nvCxnSpPr>
          <p:cNvPr id="60" name="Straight Connector 59">
            <a:extLst>
              <a:ext uri="{FF2B5EF4-FFF2-40B4-BE49-F238E27FC236}">
                <a16:creationId xmlns:a16="http://schemas.microsoft.com/office/drawing/2014/main" id="{E00BEF93-9221-2F32-9464-6A42B339FAFD}"/>
              </a:ext>
            </a:extLst>
          </p:cNvPr>
          <p:cNvCxnSpPr>
            <a:cxnSpLocks/>
          </p:cNvCxnSpPr>
          <p:nvPr/>
        </p:nvCxnSpPr>
        <p:spPr>
          <a:xfrm>
            <a:off x="3529341" y="2148112"/>
            <a:ext cx="171922" cy="124570"/>
          </a:xfrm>
          <a:prstGeom prst="line">
            <a:avLst/>
          </a:prstGeom>
          <a:ln>
            <a:tailEnd type="none"/>
          </a:ln>
        </p:spPr>
        <p:style>
          <a:lnRef idx="1">
            <a:schemeClr val="accent5"/>
          </a:lnRef>
          <a:fillRef idx="0">
            <a:schemeClr val="accent5"/>
          </a:fillRef>
          <a:effectRef idx="0">
            <a:schemeClr val="accent5"/>
          </a:effectRef>
          <a:fontRef idx="minor">
            <a:schemeClr val="tx1"/>
          </a:fontRef>
        </p:style>
      </p:cxnSp>
      <p:cxnSp>
        <p:nvCxnSpPr>
          <p:cNvPr id="62" name="Straight Connector 61">
            <a:extLst>
              <a:ext uri="{FF2B5EF4-FFF2-40B4-BE49-F238E27FC236}">
                <a16:creationId xmlns:a16="http://schemas.microsoft.com/office/drawing/2014/main" id="{4C222C2C-6528-89C1-8056-D2831E68E909}"/>
              </a:ext>
            </a:extLst>
          </p:cNvPr>
          <p:cNvCxnSpPr>
            <a:cxnSpLocks/>
          </p:cNvCxnSpPr>
          <p:nvPr/>
        </p:nvCxnSpPr>
        <p:spPr>
          <a:xfrm>
            <a:off x="3695375" y="2254250"/>
            <a:ext cx="689137" cy="0"/>
          </a:xfrm>
          <a:prstGeom prst="line">
            <a:avLst/>
          </a:prstGeom>
          <a:ln>
            <a:tailEnd type="none"/>
          </a:ln>
        </p:spPr>
        <p:style>
          <a:lnRef idx="1">
            <a:schemeClr val="accent5"/>
          </a:lnRef>
          <a:fillRef idx="0">
            <a:schemeClr val="accent5"/>
          </a:fillRef>
          <a:effectRef idx="0">
            <a:schemeClr val="accent5"/>
          </a:effectRef>
          <a:fontRef idx="minor">
            <a:schemeClr val="tx1"/>
          </a:fontRef>
        </p:style>
      </p:cxnSp>
      <p:sp>
        <p:nvSpPr>
          <p:cNvPr id="63" name="Rectangle 62">
            <a:extLst>
              <a:ext uri="{FF2B5EF4-FFF2-40B4-BE49-F238E27FC236}">
                <a16:creationId xmlns:a16="http://schemas.microsoft.com/office/drawing/2014/main" id="{E4FC33BE-AE30-706D-CF54-C53B2B550220}"/>
              </a:ext>
            </a:extLst>
          </p:cNvPr>
          <p:cNvSpPr/>
          <p:nvPr/>
        </p:nvSpPr>
        <p:spPr>
          <a:xfrm>
            <a:off x="3810462" y="2586748"/>
            <a:ext cx="805187" cy="60500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6388BA0E-4509-2658-5A70-4086F94632AF}"/>
              </a:ext>
            </a:extLst>
          </p:cNvPr>
          <p:cNvSpPr txBox="1"/>
          <p:nvPr/>
        </p:nvSpPr>
        <p:spPr>
          <a:xfrm>
            <a:off x="3917030" y="2616239"/>
            <a:ext cx="715260" cy="553998"/>
          </a:xfrm>
          <a:prstGeom prst="rect">
            <a:avLst/>
          </a:prstGeom>
          <a:noFill/>
        </p:spPr>
        <p:txBody>
          <a:bodyPr wrap="none" rtlCol="0">
            <a:spAutoFit/>
          </a:bodyPr>
          <a:lstStyle/>
          <a:p>
            <a:r>
              <a:rPr lang="en-US" sz="1000" dirty="0"/>
              <a:t>Actual</a:t>
            </a:r>
          </a:p>
          <a:p>
            <a:endParaRPr lang="en-US" sz="1000" dirty="0"/>
          </a:p>
          <a:p>
            <a:r>
              <a:rPr lang="en-US" sz="1000" dirty="0"/>
              <a:t>Expected</a:t>
            </a:r>
          </a:p>
        </p:txBody>
      </p:sp>
      <p:cxnSp>
        <p:nvCxnSpPr>
          <p:cNvPr id="65" name="Straight Connector 64">
            <a:extLst>
              <a:ext uri="{FF2B5EF4-FFF2-40B4-BE49-F238E27FC236}">
                <a16:creationId xmlns:a16="http://schemas.microsoft.com/office/drawing/2014/main" id="{9854BD64-7CF8-FFD5-AAF7-5FB854A1BA43}"/>
              </a:ext>
            </a:extLst>
          </p:cNvPr>
          <p:cNvCxnSpPr>
            <a:cxnSpLocks/>
          </p:cNvCxnSpPr>
          <p:nvPr/>
        </p:nvCxnSpPr>
        <p:spPr>
          <a:xfrm>
            <a:off x="3858638" y="3037628"/>
            <a:ext cx="163481" cy="0"/>
          </a:xfrm>
          <a:prstGeom prst="line">
            <a:avLst/>
          </a:prstGeom>
          <a:ln w="28575">
            <a:tailEnd type="none"/>
          </a:ln>
        </p:spPr>
        <p:style>
          <a:lnRef idx="1">
            <a:schemeClr val="accent5"/>
          </a:lnRef>
          <a:fillRef idx="0">
            <a:schemeClr val="accent5"/>
          </a:fillRef>
          <a:effectRef idx="0">
            <a:schemeClr val="accent5"/>
          </a:effectRef>
          <a:fontRef idx="minor">
            <a:schemeClr val="tx1"/>
          </a:fontRef>
        </p:style>
      </p:cxnSp>
      <p:cxnSp>
        <p:nvCxnSpPr>
          <p:cNvPr id="71" name="Straight Connector 70">
            <a:extLst>
              <a:ext uri="{FF2B5EF4-FFF2-40B4-BE49-F238E27FC236}">
                <a16:creationId xmlns:a16="http://schemas.microsoft.com/office/drawing/2014/main" id="{D0126DE0-AFF2-57C1-C2D0-4610A4354BFE}"/>
              </a:ext>
            </a:extLst>
          </p:cNvPr>
          <p:cNvCxnSpPr>
            <a:cxnSpLocks/>
          </p:cNvCxnSpPr>
          <p:nvPr/>
        </p:nvCxnSpPr>
        <p:spPr>
          <a:xfrm>
            <a:off x="3858638" y="2734518"/>
            <a:ext cx="163481" cy="0"/>
          </a:xfrm>
          <a:prstGeom prst="line">
            <a:avLst/>
          </a:prstGeom>
          <a:ln w="28575">
            <a:solidFill>
              <a:schemeClr val="tx2"/>
            </a:solidFill>
            <a:tailEnd type="none"/>
          </a:ln>
        </p:spPr>
        <p:style>
          <a:lnRef idx="1">
            <a:schemeClr val="accent5"/>
          </a:lnRef>
          <a:fillRef idx="0">
            <a:schemeClr val="accent5"/>
          </a:fillRef>
          <a:effectRef idx="0">
            <a:schemeClr val="accent5"/>
          </a:effectRef>
          <a:fontRef idx="minor">
            <a:schemeClr val="tx1"/>
          </a:fontRef>
        </p:style>
      </p:cxnSp>
      <p:cxnSp>
        <p:nvCxnSpPr>
          <p:cNvPr id="74" name="Straight Connector 73">
            <a:extLst>
              <a:ext uri="{FF2B5EF4-FFF2-40B4-BE49-F238E27FC236}">
                <a16:creationId xmlns:a16="http://schemas.microsoft.com/office/drawing/2014/main" id="{BDB8988E-2146-E85B-F2A7-834D48E16A9C}"/>
              </a:ext>
            </a:extLst>
          </p:cNvPr>
          <p:cNvCxnSpPr/>
          <p:nvPr/>
        </p:nvCxnSpPr>
        <p:spPr>
          <a:xfrm>
            <a:off x="953033" y="1524677"/>
            <a:ext cx="0" cy="2708451"/>
          </a:xfrm>
          <a:prstGeom prst="line">
            <a:avLst/>
          </a:prstGeom>
          <a:ln w="19050">
            <a:solidFill>
              <a:srgbClr val="7030A0"/>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002C5AC8-021B-5ADD-C10B-DD78FC29A163}"/>
              </a:ext>
            </a:extLst>
          </p:cNvPr>
          <p:cNvCxnSpPr/>
          <p:nvPr/>
        </p:nvCxnSpPr>
        <p:spPr>
          <a:xfrm>
            <a:off x="1859977" y="1575681"/>
            <a:ext cx="0" cy="2708451"/>
          </a:xfrm>
          <a:prstGeom prst="line">
            <a:avLst/>
          </a:prstGeom>
          <a:ln w="19050">
            <a:solidFill>
              <a:srgbClr val="7030A0"/>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E8A94EFD-82A7-7752-6B93-037F52B8BC09}"/>
              </a:ext>
            </a:extLst>
          </p:cNvPr>
          <p:cNvCxnSpPr/>
          <p:nvPr/>
        </p:nvCxnSpPr>
        <p:spPr>
          <a:xfrm>
            <a:off x="2556634" y="1583039"/>
            <a:ext cx="0" cy="2708451"/>
          </a:xfrm>
          <a:prstGeom prst="line">
            <a:avLst/>
          </a:prstGeom>
          <a:ln w="19050">
            <a:solidFill>
              <a:srgbClr val="7030A0"/>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BF1E6BF-5747-A4BD-0026-5EFEE59DCB96}"/>
              </a:ext>
            </a:extLst>
          </p:cNvPr>
          <p:cNvCxnSpPr/>
          <p:nvPr/>
        </p:nvCxnSpPr>
        <p:spPr>
          <a:xfrm>
            <a:off x="2690352" y="1590499"/>
            <a:ext cx="0" cy="2708451"/>
          </a:xfrm>
          <a:prstGeom prst="line">
            <a:avLst/>
          </a:prstGeom>
          <a:ln w="19050">
            <a:solidFill>
              <a:srgbClr val="7030A0"/>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DEFB8D05-330F-4FC4-437D-617E27D17220}"/>
              </a:ext>
            </a:extLst>
          </p:cNvPr>
          <p:cNvCxnSpPr/>
          <p:nvPr/>
        </p:nvCxnSpPr>
        <p:spPr>
          <a:xfrm>
            <a:off x="3669901" y="1555948"/>
            <a:ext cx="0" cy="2708451"/>
          </a:xfrm>
          <a:prstGeom prst="line">
            <a:avLst/>
          </a:prstGeom>
          <a:ln w="19050">
            <a:solidFill>
              <a:srgbClr val="7030A0"/>
            </a:solidFill>
            <a:prstDash val="dash"/>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21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3119D1E-BC58-48F4-EC0A-29F5DF19AC36}"/>
            </a:ext>
          </a:extLst>
        </p:cNvPr>
        <p:cNvGrpSpPr/>
        <p:nvPr/>
      </p:nvGrpSpPr>
      <p:grpSpPr>
        <a:xfrm>
          <a:off x="0" y="0"/>
          <a:ext cx="0" cy="0"/>
          <a:chOff x="0" y="0"/>
          <a:chExt cx="0" cy="0"/>
        </a:xfrm>
      </p:grpSpPr>
      <p:pic>
        <p:nvPicPr>
          <p:cNvPr id="82" name="Picture 81">
            <a:extLst>
              <a:ext uri="{FF2B5EF4-FFF2-40B4-BE49-F238E27FC236}">
                <a16:creationId xmlns:a16="http://schemas.microsoft.com/office/drawing/2014/main" id="{0145F99C-A07C-C631-6DCF-499565EE7C39}"/>
              </a:ext>
            </a:extLst>
          </p:cNvPr>
          <p:cNvPicPr>
            <a:picLocks noChangeAspect="1"/>
          </p:cNvPicPr>
          <p:nvPr/>
        </p:nvPicPr>
        <p:blipFill>
          <a:blip r:embed="rId2"/>
          <a:stretch>
            <a:fillRect/>
          </a:stretch>
        </p:blipFill>
        <p:spPr>
          <a:xfrm>
            <a:off x="377269" y="1650647"/>
            <a:ext cx="4106022" cy="2964216"/>
          </a:xfrm>
          <a:prstGeom prst="rect">
            <a:avLst/>
          </a:prstGeom>
        </p:spPr>
      </p:pic>
      <p:sp>
        <p:nvSpPr>
          <p:cNvPr id="2" name="Title 1">
            <a:extLst>
              <a:ext uri="{FF2B5EF4-FFF2-40B4-BE49-F238E27FC236}">
                <a16:creationId xmlns:a16="http://schemas.microsoft.com/office/drawing/2014/main" id="{2038378A-2611-5E95-D012-E473FD2573D9}"/>
              </a:ext>
            </a:extLst>
          </p:cNvPr>
          <p:cNvSpPr>
            <a:spLocks noGrp="1"/>
          </p:cNvSpPr>
          <p:nvPr>
            <p:ph type="title"/>
          </p:nvPr>
        </p:nvSpPr>
        <p:spPr/>
        <p:txBody>
          <a:bodyPr/>
          <a:lstStyle/>
          <a:p>
            <a:r>
              <a:rPr lang="en-US" dirty="0"/>
              <a:t>Total Loop Gain and Phase curves of the compensation network (with power line effects)</a:t>
            </a:r>
          </a:p>
        </p:txBody>
      </p:sp>
      <p:sp>
        <p:nvSpPr>
          <p:cNvPr id="4" name="Content Placeholder 3">
            <a:extLst>
              <a:ext uri="{FF2B5EF4-FFF2-40B4-BE49-F238E27FC236}">
                <a16:creationId xmlns:a16="http://schemas.microsoft.com/office/drawing/2014/main" id="{8D09290C-9471-81EE-BD10-C54965BD91FF}"/>
              </a:ext>
            </a:extLst>
          </p:cNvPr>
          <p:cNvSpPr>
            <a:spLocks noGrp="1"/>
          </p:cNvSpPr>
          <p:nvPr>
            <p:ph sz="half" idx="2"/>
          </p:nvPr>
        </p:nvSpPr>
        <p:spPr>
          <a:xfrm>
            <a:off x="4643438" y="1535243"/>
            <a:ext cx="4473499" cy="3079620"/>
          </a:xfrm>
        </p:spPr>
        <p:txBody>
          <a:bodyPr/>
          <a:lstStyle/>
          <a:p>
            <a:r>
              <a:rPr lang="en-US" sz="1200" dirty="0">
                <a:latin typeface="Aptos Serif" panose="02020604070405020304" pitchFamily="18" charset="0"/>
                <a:cs typeface="Aptos Serif" panose="02020604070405020304" pitchFamily="18" charset="0"/>
              </a:rPr>
              <a:t>The phase stays bounded between 0˚ to -180˚. It never warps around to -360˚. </a:t>
            </a:r>
          </a:p>
          <a:p>
            <a:r>
              <a:rPr lang="en-US" sz="1200" dirty="0">
                <a:latin typeface="Aptos Serif" panose="02020604070405020304" pitchFamily="18" charset="0"/>
                <a:cs typeface="Aptos Serif" panose="02020604070405020304" pitchFamily="18" charset="0"/>
              </a:rPr>
              <a:t>Gain crossover frequency : 13MHz</a:t>
            </a:r>
          </a:p>
          <a:p>
            <a:r>
              <a:rPr lang="en-US" sz="1200" dirty="0">
                <a:latin typeface="Aptos Serif" panose="02020604070405020304" pitchFamily="18" charset="0"/>
                <a:cs typeface="Aptos Serif" panose="02020604070405020304" pitchFamily="18" charset="0"/>
              </a:rPr>
              <a:t>Phase Margin : At Gain crossover frequency, the phase is at -75 ̊  </a:t>
            </a:r>
          </a:p>
          <a:p>
            <a:pPr marL="0" indent="0">
              <a:buNone/>
            </a:pPr>
            <a:r>
              <a:rPr lang="en-US" sz="1200" dirty="0">
                <a:latin typeface="Aptos Serif" panose="02020604070405020304" pitchFamily="18" charset="0"/>
                <a:cs typeface="Aptos Serif" panose="02020604070405020304" pitchFamily="18" charset="0"/>
              </a:rPr>
              <a:t>	Thus PM = 180 + (-75) = 105 ̊  </a:t>
            </a:r>
          </a:p>
          <a:p>
            <a:pPr marL="0" indent="0">
              <a:buNone/>
            </a:pPr>
            <a:r>
              <a:rPr lang="en-US" sz="1200" dirty="0">
                <a:latin typeface="Aptos Serif" panose="02020604070405020304" pitchFamily="18" charset="0"/>
                <a:cs typeface="Aptos Serif" panose="02020604070405020304" pitchFamily="18" charset="0"/>
              </a:rPr>
              <a:t>     ( Minimum PM required is 45̊. ) </a:t>
            </a:r>
          </a:p>
          <a:p>
            <a:pPr marL="0" indent="0">
              <a:buNone/>
            </a:pPr>
            <a:r>
              <a:rPr lang="en-US" sz="1200" b="1" dirty="0">
                <a:latin typeface="Aptos Serif" panose="02020604070405020304" pitchFamily="18" charset="0"/>
                <a:cs typeface="Aptos Serif" panose="02020604070405020304" pitchFamily="18" charset="0"/>
              </a:rPr>
              <a:t>      Thus we have a stable system.</a:t>
            </a:r>
          </a:p>
        </p:txBody>
      </p:sp>
      <p:sp>
        <p:nvSpPr>
          <p:cNvPr id="5" name="Slide Number Placeholder 4">
            <a:extLst>
              <a:ext uri="{FF2B5EF4-FFF2-40B4-BE49-F238E27FC236}">
                <a16:creationId xmlns:a16="http://schemas.microsoft.com/office/drawing/2014/main" id="{F895CCC5-CD9F-6AD5-2E7D-7686E88AAF78}"/>
              </a:ext>
            </a:extLst>
          </p:cNvPr>
          <p:cNvSpPr>
            <a:spLocks noGrp="1"/>
          </p:cNvSpPr>
          <p:nvPr>
            <p:ph type="sldNum" sz="quarter" idx="10"/>
          </p:nvPr>
        </p:nvSpPr>
        <p:spPr/>
        <p:txBody>
          <a:bodyPr/>
          <a:lstStyle/>
          <a:p>
            <a:pPr>
              <a:defRPr/>
            </a:pPr>
            <a:fld id="{B53548F6-AAA9-4A8D-A869-511B3DFE3256}" type="slidenum">
              <a:rPr lang="en-US" smtClean="0"/>
              <a:pPr>
                <a:defRPr/>
              </a:pPr>
              <a:t>18</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FEC963A-2E39-4E21-0D62-01773DC64FF2}"/>
                  </a:ext>
                </a:extLst>
              </p:cNvPr>
              <p:cNvSpPr txBox="1"/>
              <p:nvPr/>
            </p:nvSpPr>
            <p:spPr>
              <a:xfrm>
                <a:off x="180533" y="737084"/>
                <a:ext cx="8803217" cy="898964"/>
              </a:xfrm>
              <a:prstGeom prst="rect">
                <a:avLst/>
              </a:prstGeom>
              <a:noFill/>
            </p:spPr>
            <p:txBody>
              <a:bodyPr wrap="square" rtlCol="0">
                <a:spAutoFit/>
              </a:bodyPr>
              <a:lstStyle/>
              <a:p>
                <a:r>
                  <a:rPr lang="en-US" sz="1200" dirty="0">
                    <a:latin typeface="Aptos Serif" panose="02020604070405020304" pitchFamily="18" charset="0"/>
                    <a:cs typeface="Aptos Serif" panose="02020604070405020304" pitchFamily="18" charset="0"/>
                  </a:rPr>
                  <a:t>The Total loop gain is given by  </a:t>
                </a:r>
                <a:r>
                  <a:rPr lang="en-US" sz="1200" i="1" dirty="0">
                    <a:latin typeface="Aptos Serif" panose="02020604070405020304" pitchFamily="18" charset="0"/>
                    <a:cs typeface="Aptos Serif" panose="02020604070405020304" pitchFamily="18" charset="0"/>
                  </a:rPr>
                  <a:t>T</a:t>
                </a:r>
                <a:r>
                  <a:rPr lang="en-US" sz="1200" dirty="0">
                    <a:latin typeface="Aptos Serif" panose="02020604070405020304" pitchFamily="18" charset="0"/>
                    <a:cs typeface="Aptos Serif" panose="02020604070405020304" pitchFamily="18" charset="0"/>
                  </a:rPr>
                  <a:t> = </a:t>
                </a:r>
                <a14:m>
                  <m:oMath xmlns:m="http://schemas.openxmlformats.org/officeDocument/2006/math">
                    <m:r>
                      <a:rPr lang="en-US" sz="1200" i="1" smtClean="0">
                        <a:latin typeface="Cambria Math" panose="02040503050406030204" pitchFamily="18" charset="0"/>
                        <a:ea typeface="Cambria Math" panose="02040503050406030204" pitchFamily="18" charset="0"/>
                      </a:rPr>
                      <m:t>𝛽</m:t>
                    </m:r>
                  </m:oMath>
                </a14:m>
                <a:r>
                  <a:rPr lang="en-US" sz="1200" dirty="0">
                    <a:latin typeface="Aptos Serif" panose="02020604070405020304" pitchFamily="18" charset="0"/>
                    <a:cs typeface="Aptos Serif" panose="02020604070405020304" pitchFamily="18" charset="0"/>
                  </a:rPr>
                  <a:t>*</a:t>
                </a:r>
                <a14:m>
                  <m:oMath xmlns:m="http://schemas.openxmlformats.org/officeDocument/2006/math">
                    <m:sSub>
                      <m:sSubPr>
                        <m:ctrlPr>
                          <a:rPr lang="en-US" sz="1200" i="1" dirty="0" smtClean="0">
                            <a:latin typeface="Cambria Math" panose="02040503050406030204" pitchFamily="18" charset="0"/>
                          </a:rPr>
                        </m:ctrlPr>
                      </m:sSubPr>
                      <m:e>
                        <m:r>
                          <a:rPr lang="en-US" sz="1200" b="0" i="1" dirty="0" smtClean="0">
                            <a:latin typeface="Cambria Math" panose="02040503050406030204" pitchFamily="18" charset="0"/>
                          </a:rPr>
                          <m:t>𝐴</m:t>
                        </m:r>
                      </m:e>
                      <m:sub>
                        <m:r>
                          <a:rPr lang="en-US" sz="1200" b="0" i="1" dirty="0" smtClean="0">
                            <a:latin typeface="Cambria Math" panose="02040503050406030204" pitchFamily="18" charset="0"/>
                          </a:rPr>
                          <m:t>𝑂𝐿</m:t>
                        </m:r>
                      </m:sub>
                    </m:sSub>
                  </m:oMath>
                </a14:m>
                <a:r>
                  <a:rPr lang="en-US" sz="1200" dirty="0">
                    <a:latin typeface="Aptos Serif" panose="02020604070405020304" pitchFamily="18" charset="0"/>
                    <a:cs typeface="Aptos Serif" panose="02020604070405020304" pitchFamily="18" charset="0"/>
                  </a:rPr>
                  <a:t>*</a:t>
                </a:r>
                <a14:m>
                  <m:oMath xmlns:m="http://schemas.openxmlformats.org/officeDocument/2006/math">
                    <m:sSub>
                      <m:sSubPr>
                        <m:ctrlPr>
                          <a:rPr lang="en-US" sz="1200" i="1" dirty="0" smtClean="0">
                            <a:latin typeface="Cambria Math" panose="02040503050406030204" pitchFamily="18" charset="0"/>
                          </a:rPr>
                        </m:ctrlPr>
                      </m:sSubPr>
                      <m:e>
                        <m:r>
                          <a:rPr lang="en-US" sz="1200" b="0" i="1" dirty="0" smtClean="0">
                            <a:latin typeface="Cambria Math" panose="02040503050406030204" pitchFamily="18" charset="0"/>
                          </a:rPr>
                          <m:t>𝐻</m:t>
                        </m:r>
                      </m:e>
                      <m:sub>
                        <m:r>
                          <a:rPr lang="en-US" sz="1200" b="0" i="1" dirty="0" smtClean="0">
                            <a:latin typeface="Cambria Math" panose="02040503050406030204" pitchFamily="18" charset="0"/>
                          </a:rPr>
                          <m:t>𝑙𝑖𝑛𝑒</m:t>
                        </m:r>
                      </m:sub>
                    </m:sSub>
                  </m:oMath>
                </a14:m>
                <a:r>
                  <a:rPr lang="en-US" sz="1400" dirty="0">
                    <a:latin typeface="Aptos Serif" panose="02020604070405020304" pitchFamily="18" charset="0"/>
                    <a:cs typeface="Aptos Serif" panose="02020604070405020304" pitchFamily="18" charset="0"/>
                  </a:rPr>
                  <a:t> </a:t>
                </a:r>
                <a:r>
                  <a:rPr lang="en-US" sz="1200" dirty="0">
                    <a:latin typeface="Aptos Serif" panose="02020604070405020304" pitchFamily="18" charset="0"/>
                    <a:cs typeface="Aptos Serif" panose="02020604070405020304" pitchFamily="18" charset="0"/>
                  </a:rPr>
                  <a:t>where</a:t>
                </a:r>
                <a:r>
                  <a:rPr lang="en-US" sz="1400" dirty="0">
                    <a:latin typeface="Aptos Serif" panose="02020604070405020304" pitchFamily="18" charset="0"/>
                    <a:cs typeface="Aptos Serif" panose="02020604070405020304" pitchFamily="18" charset="0"/>
                  </a:rPr>
                  <a:t> </a:t>
                </a:r>
                <a14:m>
                  <m:oMath xmlns:m="http://schemas.openxmlformats.org/officeDocument/2006/math">
                    <m:r>
                      <a:rPr lang="en-US" sz="1200" i="1">
                        <a:latin typeface="Cambria Math" panose="02040503050406030204" pitchFamily="18" charset="0"/>
                        <a:ea typeface="Cambria Math" panose="02040503050406030204" pitchFamily="18" charset="0"/>
                      </a:rPr>
                      <m:t>𝛽</m:t>
                    </m:r>
                    <m:r>
                      <a:rPr lang="en-US" sz="1200" i="1">
                        <a:latin typeface="Cambria Math" panose="02040503050406030204" pitchFamily="18" charset="0"/>
                        <a:ea typeface="Cambria Math" panose="02040503050406030204" pitchFamily="18" charset="0"/>
                      </a:rPr>
                      <m:t>≈ </m:t>
                    </m:r>
                    <m:f>
                      <m:fPr>
                        <m:ctrlPr>
                          <a:rPr lang="en-US" sz="1200" b="0" i="1" smtClean="0">
                            <a:latin typeface="Cambria Math" panose="02040503050406030204" pitchFamily="18" charset="0"/>
                            <a:ea typeface="Cambria Math" panose="02040503050406030204" pitchFamily="18" charset="0"/>
                          </a:rPr>
                        </m:ctrlPr>
                      </m:fPr>
                      <m:num>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𝑍</m:t>
                            </m:r>
                          </m:e>
                          <m:sub>
                            <m:r>
                              <a:rPr lang="en-US" sz="1200" b="0" i="1" smtClean="0">
                                <a:latin typeface="Cambria Math" panose="02040503050406030204" pitchFamily="18" charset="0"/>
                                <a:ea typeface="Cambria Math" panose="02040503050406030204" pitchFamily="18" charset="0"/>
                              </a:rPr>
                              <m:t>𝑖𝑛</m:t>
                            </m:r>
                          </m:sub>
                        </m:sSub>
                      </m:num>
                      <m:den>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𝑍</m:t>
                            </m:r>
                          </m:e>
                          <m:sub>
                            <m:r>
                              <a:rPr lang="en-US" sz="1200" b="0" i="1" smtClean="0">
                                <a:latin typeface="Cambria Math" panose="02040503050406030204" pitchFamily="18" charset="0"/>
                                <a:ea typeface="Cambria Math" panose="02040503050406030204" pitchFamily="18" charset="0"/>
                              </a:rPr>
                              <m:t>𝑓𝑏</m:t>
                            </m:r>
                          </m:sub>
                        </m:sSub>
                      </m:den>
                    </m:f>
                    <m:r>
                      <a:rPr lang="en-US" sz="1200" b="0" i="1" smtClean="0">
                        <a:latin typeface="Cambria Math" panose="02040503050406030204" pitchFamily="18" charset="0"/>
                        <a:ea typeface="Cambria Math" panose="02040503050406030204" pitchFamily="18" charset="0"/>
                      </a:rPr>
                      <m:t> </m:t>
                    </m:r>
                    <m:d>
                      <m:dPr>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𝑓𝑒𝑒𝑑𝑏𝑎𝑐𝑘</m:t>
                        </m:r>
                        <m:r>
                          <a:rPr lang="en-US" sz="1200" b="0" i="1" smtClean="0">
                            <a:latin typeface="Cambria Math" panose="02040503050406030204" pitchFamily="18" charset="0"/>
                            <a:ea typeface="Cambria Math" panose="02040503050406030204" pitchFamily="18" charset="0"/>
                          </a:rPr>
                          <m:t> </m:t>
                        </m:r>
                        <m:r>
                          <a:rPr lang="en-US" sz="1200" b="0" i="1" smtClean="0">
                            <a:latin typeface="Cambria Math" panose="02040503050406030204" pitchFamily="18" charset="0"/>
                            <a:ea typeface="Cambria Math" panose="02040503050406030204" pitchFamily="18" charset="0"/>
                          </a:rPr>
                          <m:t>𝑓𝑎𝑐𝑡𝑜𝑟</m:t>
                        </m:r>
                      </m:e>
                    </m:d>
                    <m:r>
                      <a:rPr lang="en-US" sz="1200" b="0" i="1" smtClean="0">
                        <a:latin typeface="Cambria Math" panose="02040503050406030204" pitchFamily="18" charset="0"/>
                        <a:ea typeface="Cambria Math" panose="02040503050406030204" pitchFamily="18" charset="0"/>
                      </a:rPr>
                      <m:t>,</m:t>
                    </m:r>
                    <m:sSub>
                      <m:sSubPr>
                        <m:ctrlPr>
                          <a:rPr lang="en-US" sz="1200" i="1" dirty="0">
                            <a:latin typeface="Cambria Math" panose="02040503050406030204" pitchFamily="18" charset="0"/>
                          </a:rPr>
                        </m:ctrlPr>
                      </m:sSubPr>
                      <m:e>
                        <m:r>
                          <a:rPr lang="en-US" sz="1200" i="1" dirty="0">
                            <a:latin typeface="Cambria Math" panose="02040503050406030204" pitchFamily="18" charset="0"/>
                          </a:rPr>
                          <m:t>𝐴</m:t>
                        </m:r>
                      </m:e>
                      <m:sub>
                        <m:r>
                          <a:rPr lang="en-US" sz="1200" i="1" dirty="0">
                            <a:latin typeface="Cambria Math" panose="02040503050406030204" pitchFamily="18" charset="0"/>
                          </a:rPr>
                          <m:t>𝑂𝐿</m:t>
                        </m:r>
                      </m:sub>
                    </m:sSub>
                    <m:r>
                      <a:rPr lang="en-US" sz="1200" b="0" i="1" dirty="0" smtClean="0">
                        <a:latin typeface="Cambria Math" panose="02040503050406030204" pitchFamily="18" charset="0"/>
                      </a:rPr>
                      <m:t> </m:t>
                    </m:r>
                    <m:r>
                      <a:rPr lang="en-US" sz="1200" b="0" i="1" dirty="0" smtClean="0">
                        <a:latin typeface="Cambria Math" panose="02040503050406030204" pitchFamily="18" charset="0"/>
                      </a:rPr>
                      <m:t>𝑖𝑠</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𝑜𝑝𝑒𝑛</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𝑙𝑜𝑜𝑝</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𝑎𝑚𝑝𝑙𝑖𝑓𝑖𝑒𝑟</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𝑔𝑎𝑖𝑛</m:t>
                    </m:r>
                    <m:r>
                      <a:rPr lang="en-US" sz="1200" b="0" i="1" dirty="0" smtClean="0">
                        <a:latin typeface="Cambria Math" panose="02040503050406030204" pitchFamily="18" charset="0"/>
                      </a:rPr>
                      <m:t> </m:t>
                    </m:r>
                  </m:oMath>
                </a14:m>
                <a:endParaRPr lang="en-US" sz="1200" b="0" i="1" dirty="0">
                  <a:latin typeface="Aptos Serif" panose="02020604070405020304" pitchFamily="18" charset="0"/>
                  <a:cs typeface="Aptos Serif" panose="02020604070405020304" pitchFamily="18" charset="0"/>
                </a:endParaRPr>
              </a:p>
              <a:p>
                <a14:m>
                  <m:oMath xmlns:m="http://schemas.openxmlformats.org/officeDocument/2006/math">
                    <m:r>
                      <a:rPr lang="en-US" sz="1200" b="0" i="1" dirty="0" smtClean="0">
                        <a:latin typeface="Cambria Math" panose="02040503050406030204" pitchFamily="18" charset="0"/>
                      </a:rPr>
                      <m:t>𝑎𝑛𝑑</m:t>
                    </m:r>
                    <m:sSub>
                      <m:sSubPr>
                        <m:ctrlPr>
                          <a:rPr lang="en-US" sz="1200" i="1" dirty="0">
                            <a:latin typeface="Cambria Math" panose="02040503050406030204" pitchFamily="18" charset="0"/>
                          </a:rPr>
                        </m:ctrlPr>
                      </m:sSubPr>
                      <m:e>
                        <m:r>
                          <a:rPr lang="en-US" sz="1200" b="0" i="1" dirty="0" smtClean="0">
                            <a:latin typeface="Cambria Math" panose="02040503050406030204" pitchFamily="18" charset="0"/>
                          </a:rPr>
                          <m:t> </m:t>
                        </m:r>
                        <m:r>
                          <a:rPr lang="en-US" sz="1200" i="1" dirty="0">
                            <a:latin typeface="Cambria Math" panose="02040503050406030204" pitchFamily="18" charset="0"/>
                          </a:rPr>
                          <m:t>𝐻</m:t>
                        </m:r>
                      </m:e>
                      <m:sub>
                        <m:r>
                          <a:rPr lang="en-US" sz="1200" i="1" dirty="0">
                            <a:latin typeface="Cambria Math" panose="02040503050406030204" pitchFamily="18" charset="0"/>
                          </a:rPr>
                          <m:t>𝑙𝑖𝑛𝑒</m:t>
                        </m:r>
                      </m:sub>
                    </m:sSub>
                    <m:r>
                      <a:rPr lang="en-US" sz="1200" b="0" i="1" dirty="0" smtClean="0">
                        <a:latin typeface="Cambria Math" panose="02040503050406030204" pitchFamily="18" charset="0"/>
                      </a:rPr>
                      <m:t> </m:t>
                    </m:r>
                    <m:r>
                      <a:rPr lang="en-US" sz="1200" b="0" i="1" dirty="0" smtClean="0">
                        <a:latin typeface="Cambria Math" panose="02040503050406030204" pitchFamily="18" charset="0"/>
                      </a:rPr>
                      <m:t>𝑖𝑠</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𝑡h𝑒</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𝑡𝑟𝑎𝑛𝑠𝑓𝑒𝑟</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𝑓𝑢𝑛𝑐𝑡𝑖𝑜𝑛</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𝑖𝑛𝑡𝑜</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𝑡h𝑒</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𝑝h𝑦𝑠𝑖𝑐𝑎𝑙</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𝑐𝑜𝑝𝑝𝑒𝑟</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𝑎𝑡</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𝑡h𝑒</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𝑖𝑛𝑗𝑒𝑐𝑡𝑖𝑜𝑛</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𝑝𝑜𝑖𝑛𝑡</m:t>
                    </m:r>
                    <m:r>
                      <a:rPr lang="en-US" sz="1200" b="0" i="1" dirty="0" smtClean="0">
                        <a:latin typeface="Cambria Math" panose="02040503050406030204" pitchFamily="18" charset="0"/>
                      </a:rPr>
                      <m:t> </m:t>
                    </m:r>
                  </m:oMath>
                </a14:m>
                <a:r>
                  <a:rPr lang="en-US" sz="1200" dirty="0">
                    <a:latin typeface="Aptos Serif" panose="02020604070405020304" pitchFamily="18" charset="0"/>
                    <a:cs typeface="Aptos Serif" panose="02020604070405020304" pitchFamily="18" charset="0"/>
                  </a:rPr>
                  <a:t>. The op-amp has a GBW of 120MHz. That introduces an internal pole of </a:t>
                </a:r>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𝑓</m:t>
                        </m:r>
                      </m:e>
                      <m:sub>
                        <m:r>
                          <a:rPr lang="en-US" sz="1200" b="0" i="1" smtClean="0">
                            <a:latin typeface="Cambria Math" panose="02040503050406030204" pitchFamily="18" charset="0"/>
                          </a:rPr>
                          <m:t>𝑝</m:t>
                        </m:r>
                        <m:r>
                          <a:rPr lang="en-US" sz="1200" b="0" i="1" smtClean="0">
                            <a:latin typeface="Cambria Math" panose="02040503050406030204" pitchFamily="18" charset="0"/>
                          </a:rPr>
                          <m:t>_</m:t>
                        </m:r>
                        <m:r>
                          <a:rPr lang="en-US" sz="1200" b="0" i="1" smtClean="0">
                            <a:latin typeface="Cambria Math" panose="02040503050406030204" pitchFamily="18" charset="0"/>
                          </a:rPr>
                          <m:t>𝑜𝑝𝑎𝑚𝑝</m:t>
                        </m:r>
                      </m:sub>
                    </m:sSub>
                    <m:r>
                      <a:rPr lang="en-US" sz="1200" b="0" i="1" smtClean="0">
                        <a:latin typeface="Cambria Math" panose="02040503050406030204" pitchFamily="18" charset="0"/>
                      </a:rPr>
                      <m:t>= </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𝐺𝐵𝑊</m:t>
                        </m:r>
                      </m:num>
                      <m:den>
                        <m:sSub>
                          <m:sSubPr>
                            <m:ctrlPr>
                              <a:rPr lang="en-US" sz="1200" i="1" dirty="0">
                                <a:latin typeface="Cambria Math" panose="02040503050406030204" pitchFamily="18" charset="0"/>
                              </a:rPr>
                            </m:ctrlPr>
                          </m:sSubPr>
                          <m:e>
                            <m:r>
                              <a:rPr lang="en-US" sz="1200" i="1" dirty="0">
                                <a:latin typeface="Cambria Math" panose="02040503050406030204" pitchFamily="18" charset="0"/>
                              </a:rPr>
                              <m:t>𝐴</m:t>
                            </m:r>
                          </m:e>
                          <m:sub>
                            <m:r>
                              <a:rPr lang="en-US" sz="1200" i="1" dirty="0">
                                <a:latin typeface="Cambria Math" panose="02040503050406030204" pitchFamily="18" charset="0"/>
                              </a:rPr>
                              <m:t>𝑂𝐿</m:t>
                            </m:r>
                          </m:sub>
                        </m:sSub>
                      </m:den>
                    </m:f>
                  </m:oMath>
                </a14:m>
                <a:r>
                  <a:rPr lang="en-US" sz="1200" dirty="0">
                    <a:latin typeface="Aptos Serif" panose="02020604070405020304" pitchFamily="18" charset="0"/>
                    <a:cs typeface="Aptos Serif" panose="02020604070405020304" pitchFamily="18" charset="0"/>
                  </a:rPr>
                  <a:t> = 1.2kHz.</a:t>
                </a:r>
                <a:endParaRPr lang="en-US" sz="1400" dirty="0">
                  <a:latin typeface="Aptos Serif" panose="02020604070405020304" pitchFamily="18" charset="0"/>
                  <a:cs typeface="Aptos Serif" panose="02020604070405020304" pitchFamily="18" charset="0"/>
                </a:endParaRPr>
              </a:p>
            </p:txBody>
          </p:sp>
        </mc:Choice>
        <mc:Fallback xmlns="">
          <p:sp>
            <p:nvSpPr>
              <p:cNvPr id="6" name="TextBox 5">
                <a:extLst>
                  <a:ext uri="{FF2B5EF4-FFF2-40B4-BE49-F238E27FC236}">
                    <a16:creationId xmlns:a16="http://schemas.microsoft.com/office/drawing/2014/main" id="{8FEC963A-2E39-4E21-0D62-01773DC64FF2}"/>
                  </a:ext>
                </a:extLst>
              </p:cNvPr>
              <p:cNvSpPr txBox="1">
                <a:spLocks noRot="1" noChangeAspect="1" noMove="1" noResize="1" noEditPoints="1" noAdjustHandles="1" noChangeArrowheads="1" noChangeShapeType="1" noTextEdit="1"/>
              </p:cNvSpPr>
              <p:nvPr/>
            </p:nvSpPr>
            <p:spPr>
              <a:xfrm>
                <a:off x="180533" y="737084"/>
                <a:ext cx="8803217" cy="898964"/>
              </a:xfrm>
              <a:prstGeom prst="rect">
                <a:avLst/>
              </a:prstGeom>
              <a:blipFill>
                <a:blip r:embed="rId3"/>
                <a:stretch>
                  <a:fillRect l="-69"/>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16CC5509-DAB5-824F-775A-87E1248D6BE8}"/>
              </a:ext>
            </a:extLst>
          </p:cNvPr>
          <p:cNvCxnSpPr>
            <a:cxnSpLocks/>
          </p:cNvCxnSpPr>
          <p:nvPr/>
        </p:nvCxnSpPr>
        <p:spPr>
          <a:xfrm>
            <a:off x="923344" y="3053460"/>
            <a:ext cx="896281" cy="533802"/>
          </a:xfrm>
          <a:prstGeom prst="line">
            <a:avLst/>
          </a:prstGeom>
          <a:ln w="12700">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22FBA0F-5480-4EC1-E7D1-6AF3AA661BE0}"/>
              </a:ext>
            </a:extLst>
          </p:cNvPr>
          <p:cNvCxnSpPr>
            <a:cxnSpLocks/>
          </p:cNvCxnSpPr>
          <p:nvPr/>
        </p:nvCxnSpPr>
        <p:spPr>
          <a:xfrm>
            <a:off x="1819625" y="3587262"/>
            <a:ext cx="727851" cy="214428"/>
          </a:xfrm>
          <a:prstGeom prst="line">
            <a:avLst/>
          </a:prstGeom>
          <a:ln w="12700">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ACD302F-4738-2C07-2B76-49AA62636431}"/>
              </a:ext>
            </a:extLst>
          </p:cNvPr>
          <p:cNvCxnSpPr>
            <a:cxnSpLocks/>
          </p:cNvCxnSpPr>
          <p:nvPr/>
        </p:nvCxnSpPr>
        <p:spPr>
          <a:xfrm>
            <a:off x="2547476" y="3801690"/>
            <a:ext cx="142876" cy="148196"/>
          </a:xfrm>
          <a:prstGeom prst="line">
            <a:avLst/>
          </a:prstGeom>
          <a:ln w="12700">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7F78EBC-8F1B-2AD5-CEEB-B86F2FD1A958}"/>
              </a:ext>
            </a:extLst>
          </p:cNvPr>
          <p:cNvCxnSpPr>
            <a:cxnSpLocks/>
          </p:cNvCxnSpPr>
          <p:nvPr/>
        </p:nvCxnSpPr>
        <p:spPr>
          <a:xfrm>
            <a:off x="2690352" y="3949886"/>
            <a:ext cx="900343" cy="0"/>
          </a:xfrm>
          <a:prstGeom prst="line">
            <a:avLst/>
          </a:prstGeom>
          <a:ln w="12700">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9200C4C-C3BF-2ECC-C2DD-E7521873DC39}"/>
              </a:ext>
            </a:extLst>
          </p:cNvPr>
          <p:cNvCxnSpPr>
            <a:cxnSpLocks/>
          </p:cNvCxnSpPr>
          <p:nvPr/>
        </p:nvCxnSpPr>
        <p:spPr>
          <a:xfrm>
            <a:off x="3571346" y="3949886"/>
            <a:ext cx="732449" cy="209326"/>
          </a:xfrm>
          <a:prstGeom prst="line">
            <a:avLst/>
          </a:prstGeom>
          <a:ln w="12700">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AC9C002-802B-4BCC-2F6F-924CA634FA31}"/>
              </a:ext>
            </a:extLst>
          </p:cNvPr>
          <p:cNvCxnSpPr>
            <a:cxnSpLocks/>
          </p:cNvCxnSpPr>
          <p:nvPr/>
        </p:nvCxnSpPr>
        <p:spPr>
          <a:xfrm>
            <a:off x="836163" y="3021796"/>
            <a:ext cx="87181" cy="31664"/>
          </a:xfrm>
          <a:prstGeom prst="line">
            <a:avLst/>
          </a:prstGeom>
          <a:ln w="12700">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3712BEF-7922-8C71-4158-39EA3C465A5A}"/>
              </a:ext>
            </a:extLst>
          </p:cNvPr>
          <p:cNvCxnSpPr>
            <a:cxnSpLocks/>
          </p:cNvCxnSpPr>
          <p:nvPr/>
        </p:nvCxnSpPr>
        <p:spPr>
          <a:xfrm>
            <a:off x="849501" y="1662895"/>
            <a:ext cx="73843" cy="5788"/>
          </a:xfrm>
          <a:prstGeom prst="line">
            <a:avLst/>
          </a:prstGeom>
          <a:ln>
            <a:tailEnd type="none"/>
          </a:ln>
        </p:spPr>
        <p:style>
          <a:lnRef idx="1">
            <a:schemeClr val="accent5"/>
          </a:lnRef>
          <a:fillRef idx="0">
            <a:schemeClr val="accent5"/>
          </a:fillRef>
          <a:effectRef idx="0">
            <a:schemeClr val="accent5"/>
          </a:effectRef>
          <a:fontRef idx="minor">
            <a:schemeClr val="tx1"/>
          </a:fontRef>
        </p:style>
      </p:cxnSp>
      <p:cxnSp>
        <p:nvCxnSpPr>
          <p:cNvPr id="35" name="Straight Connector 34">
            <a:extLst>
              <a:ext uri="{FF2B5EF4-FFF2-40B4-BE49-F238E27FC236}">
                <a16:creationId xmlns:a16="http://schemas.microsoft.com/office/drawing/2014/main" id="{92479EC3-6EAC-32C0-392E-C9FC51AB95D4}"/>
              </a:ext>
            </a:extLst>
          </p:cNvPr>
          <p:cNvCxnSpPr>
            <a:cxnSpLocks/>
          </p:cNvCxnSpPr>
          <p:nvPr/>
        </p:nvCxnSpPr>
        <p:spPr>
          <a:xfrm>
            <a:off x="953033" y="2308698"/>
            <a:ext cx="297999" cy="656704"/>
          </a:xfrm>
          <a:prstGeom prst="line">
            <a:avLst/>
          </a:prstGeom>
          <a:ln>
            <a:tailEnd type="none"/>
          </a:ln>
        </p:spPr>
        <p:style>
          <a:lnRef idx="1">
            <a:schemeClr val="accent5"/>
          </a:lnRef>
          <a:fillRef idx="0">
            <a:schemeClr val="accent5"/>
          </a:fillRef>
          <a:effectRef idx="0">
            <a:schemeClr val="accent5"/>
          </a:effectRef>
          <a:fontRef idx="minor">
            <a:schemeClr val="tx1"/>
          </a:fontRef>
        </p:style>
      </p:cxnSp>
      <p:cxnSp>
        <p:nvCxnSpPr>
          <p:cNvPr id="40" name="Straight Connector 39">
            <a:extLst>
              <a:ext uri="{FF2B5EF4-FFF2-40B4-BE49-F238E27FC236}">
                <a16:creationId xmlns:a16="http://schemas.microsoft.com/office/drawing/2014/main" id="{C9913076-FF41-AD93-5E20-17BE92F1E4E4}"/>
              </a:ext>
            </a:extLst>
          </p:cNvPr>
          <p:cNvCxnSpPr>
            <a:cxnSpLocks/>
          </p:cNvCxnSpPr>
          <p:nvPr/>
        </p:nvCxnSpPr>
        <p:spPr>
          <a:xfrm>
            <a:off x="1251032" y="2960896"/>
            <a:ext cx="689137" cy="0"/>
          </a:xfrm>
          <a:prstGeom prst="line">
            <a:avLst/>
          </a:prstGeom>
          <a:ln>
            <a:tailEnd type="none"/>
          </a:ln>
        </p:spPr>
        <p:style>
          <a:lnRef idx="1">
            <a:schemeClr val="accent5"/>
          </a:lnRef>
          <a:fillRef idx="0">
            <a:schemeClr val="accent5"/>
          </a:fillRef>
          <a:effectRef idx="0">
            <a:schemeClr val="accent5"/>
          </a:effectRef>
          <a:fontRef idx="minor">
            <a:schemeClr val="tx1"/>
          </a:fontRef>
        </p:style>
      </p:cxnSp>
      <p:cxnSp>
        <p:nvCxnSpPr>
          <p:cNvPr id="42" name="Straight Connector 41">
            <a:extLst>
              <a:ext uri="{FF2B5EF4-FFF2-40B4-BE49-F238E27FC236}">
                <a16:creationId xmlns:a16="http://schemas.microsoft.com/office/drawing/2014/main" id="{BCC22D57-C96E-C6CD-E914-7C534AAE34F2}"/>
              </a:ext>
            </a:extLst>
          </p:cNvPr>
          <p:cNvCxnSpPr>
            <a:cxnSpLocks/>
          </p:cNvCxnSpPr>
          <p:nvPr/>
        </p:nvCxnSpPr>
        <p:spPr>
          <a:xfrm flipH="1">
            <a:off x="1916079" y="2636227"/>
            <a:ext cx="197099" cy="343227"/>
          </a:xfrm>
          <a:prstGeom prst="line">
            <a:avLst/>
          </a:prstGeom>
          <a:ln>
            <a:tailEnd type="none"/>
          </a:ln>
        </p:spPr>
        <p:style>
          <a:lnRef idx="1">
            <a:schemeClr val="accent5"/>
          </a:lnRef>
          <a:fillRef idx="0">
            <a:schemeClr val="accent5"/>
          </a:fillRef>
          <a:effectRef idx="0">
            <a:schemeClr val="accent5"/>
          </a:effectRef>
          <a:fontRef idx="minor">
            <a:schemeClr val="tx1"/>
          </a:fontRef>
        </p:style>
      </p:cxnSp>
      <p:cxnSp>
        <p:nvCxnSpPr>
          <p:cNvPr id="49" name="Straight Connector 48">
            <a:extLst>
              <a:ext uri="{FF2B5EF4-FFF2-40B4-BE49-F238E27FC236}">
                <a16:creationId xmlns:a16="http://schemas.microsoft.com/office/drawing/2014/main" id="{CF1199EF-0CDD-9227-FB96-EE3E604099A9}"/>
              </a:ext>
            </a:extLst>
          </p:cNvPr>
          <p:cNvCxnSpPr>
            <a:cxnSpLocks/>
          </p:cNvCxnSpPr>
          <p:nvPr/>
        </p:nvCxnSpPr>
        <p:spPr>
          <a:xfrm>
            <a:off x="2074149" y="2636227"/>
            <a:ext cx="544765" cy="0"/>
          </a:xfrm>
          <a:prstGeom prst="line">
            <a:avLst/>
          </a:prstGeom>
          <a:ln>
            <a:tailEnd type="none"/>
          </a:ln>
        </p:spPr>
        <p:style>
          <a:lnRef idx="1">
            <a:schemeClr val="accent5"/>
          </a:lnRef>
          <a:fillRef idx="0">
            <a:schemeClr val="accent5"/>
          </a:fillRef>
          <a:effectRef idx="0">
            <a:schemeClr val="accent5"/>
          </a:effectRef>
          <a:fontRef idx="minor">
            <a:schemeClr val="tx1"/>
          </a:fontRef>
        </p:style>
      </p:cxnSp>
      <p:cxnSp>
        <p:nvCxnSpPr>
          <p:cNvPr id="52" name="Straight Connector 51">
            <a:extLst>
              <a:ext uri="{FF2B5EF4-FFF2-40B4-BE49-F238E27FC236}">
                <a16:creationId xmlns:a16="http://schemas.microsoft.com/office/drawing/2014/main" id="{310FF411-CE3E-CB4E-F275-133BFA7110D3}"/>
              </a:ext>
            </a:extLst>
          </p:cNvPr>
          <p:cNvCxnSpPr>
            <a:cxnSpLocks/>
          </p:cNvCxnSpPr>
          <p:nvPr/>
        </p:nvCxnSpPr>
        <p:spPr>
          <a:xfrm>
            <a:off x="2609660" y="2623648"/>
            <a:ext cx="47240" cy="398148"/>
          </a:xfrm>
          <a:prstGeom prst="line">
            <a:avLst/>
          </a:prstGeom>
          <a:ln>
            <a:tailEnd type="none"/>
          </a:ln>
        </p:spPr>
        <p:style>
          <a:lnRef idx="1">
            <a:schemeClr val="accent5"/>
          </a:lnRef>
          <a:fillRef idx="0">
            <a:schemeClr val="accent5"/>
          </a:fillRef>
          <a:effectRef idx="0">
            <a:schemeClr val="accent5"/>
          </a:effectRef>
          <a:fontRef idx="minor">
            <a:schemeClr val="tx1"/>
          </a:fontRef>
        </p:style>
      </p:cxnSp>
      <p:cxnSp>
        <p:nvCxnSpPr>
          <p:cNvPr id="55" name="Straight Connector 54">
            <a:extLst>
              <a:ext uri="{FF2B5EF4-FFF2-40B4-BE49-F238E27FC236}">
                <a16:creationId xmlns:a16="http://schemas.microsoft.com/office/drawing/2014/main" id="{F661BDD4-DDBD-78AC-19CA-694E85DAB3A9}"/>
              </a:ext>
            </a:extLst>
          </p:cNvPr>
          <p:cNvCxnSpPr>
            <a:cxnSpLocks/>
          </p:cNvCxnSpPr>
          <p:nvPr/>
        </p:nvCxnSpPr>
        <p:spPr>
          <a:xfrm flipH="1">
            <a:off x="2677065" y="1769510"/>
            <a:ext cx="13287" cy="1247685"/>
          </a:xfrm>
          <a:prstGeom prst="line">
            <a:avLst/>
          </a:prstGeom>
          <a:ln>
            <a:prstDash val="dashDot"/>
            <a:tailEnd type="none"/>
          </a:ln>
        </p:spPr>
        <p:style>
          <a:lnRef idx="1">
            <a:schemeClr val="accent4"/>
          </a:lnRef>
          <a:fillRef idx="0">
            <a:schemeClr val="accent4"/>
          </a:fillRef>
          <a:effectRef idx="0">
            <a:schemeClr val="accent4"/>
          </a:effectRef>
          <a:fontRef idx="minor">
            <a:schemeClr val="tx1"/>
          </a:fontRef>
        </p:style>
      </p:cxnSp>
      <p:cxnSp>
        <p:nvCxnSpPr>
          <p:cNvPr id="56" name="Straight Connector 55">
            <a:extLst>
              <a:ext uri="{FF2B5EF4-FFF2-40B4-BE49-F238E27FC236}">
                <a16:creationId xmlns:a16="http://schemas.microsoft.com/office/drawing/2014/main" id="{4BD9C1D7-EBA4-0CA3-981A-25B4325E2506}"/>
              </a:ext>
            </a:extLst>
          </p:cNvPr>
          <p:cNvCxnSpPr>
            <a:cxnSpLocks/>
          </p:cNvCxnSpPr>
          <p:nvPr/>
        </p:nvCxnSpPr>
        <p:spPr>
          <a:xfrm>
            <a:off x="2690352" y="1727200"/>
            <a:ext cx="160147" cy="443004"/>
          </a:xfrm>
          <a:prstGeom prst="line">
            <a:avLst/>
          </a:prstGeom>
          <a:ln>
            <a:tailEnd type="none"/>
          </a:ln>
        </p:spPr>
        <p:style>
          <a:lnRef idx="1">
            <a:schemeClr val="accent5"/>
          </a:lnRef>
          <a:fillRef idx="0">
            <a:schemeClr val="accent5"/>
          </a:fillRef>
          <a:effectRef idx="0">
            <a:schemeClr val="accent5"/>
          </a:effectRef>
          <a:fontRef idx="minor">
            <a:schemeClr val="tx1"/>
          </a:fontRef>
        </p:style>
      </p:cxnSp>
      <p:cxnSp>
        <p:nvCxnSpPr>
          <p:cNvPr id="59" name="Straight Connector 58">
            <a:extLst>
              <a:ext uri="{FF2B5EF4-FFF2-40B4-BE49-F238E27FC236}">
                <a16:creationId xmlns:a16="http://schemas.microsoft.com/office/drawing/2014/main" id="{969F7B7D-C6BF-2B17-8EFB-DB3DA68BCE37}"/>
              </a:ext>
            </a:extLst>
          </p:cNvPr>
          <p:cNvCxnSpPr>
            <a:cxnSpLocks/>
          </p:cNvCxnSpPr>
          <p:nvPr/>
        </p:nvCxnSpPr>
        <p:spPr>
          <a:xfrm>
            <a:off x="2850499" y="2154511"/>
            <a:ext cx="689137" cy="0"/>
          </a:xfrm>
          <a:prstGeom prst="line">
            <a:avLst/>
          </a:prstGeom>
          <a:ln>
            <a:tailEnd type="none"/>
          </a:ln>
        </p:spPr>
        <p:style>
          <a:lnRef idx="1">
            <a:schemeClr val="accent5"/>
          </a:lnRef>
          <a:fillRef idx="0">
            <a:schemeClr val="accent5"/>
          </a:fillRef>
          <a:effectRef idx="0">
            <a:schemeClr val="accent5"/>
          </a:effectRef>
          <a:fontRef idx="minor">
            <a:schemeClr val="tx1"/>
          </a:fontRef>
        </p:style>
      </p:cxnSp>
      <p:cxnSp>
        <p:nvCxnSpPr>
          <p:cNvPr id="60" name="Straight Connector 59">
            <a:extLst>
              <a:ext uri="{FF2B5EF4-FFF2-40B4-BE49-F238E27FC236}">
                <a16:creationId xmlns:a16="http://schemas.microsoft.com/office/drawing/2014/main" id="{EBC7604A-B30E-F795-92D5-66F67D02E018}"/>
              </a:ext>
            </a:extLst>
          </p:cNvPr>
          <p:cNvCxnSpPr>
            <a:cxnSpLocks/>
          </p:cNvCxnSpPr>
          <p:nvPr/>
        </p:nvCxnSpPr>
        <p:spPr>
          <a:xfrm>
            <a:off x="3529341" y="2148112"/>
            <a:ext cx="171922" cy="124570"/>
          </a:xfrm>
          <a:prstGeom prst="line">
            <a:avLst/>
          </a:prstGeom>
          <a:ln>
            <a:tailEnd type="none"/>
          </a:ln>
        </p:spPr>
        <p:style>
          <a:lnRef idx="1">
            <a:schemeClr val="accent5"/>
          </a:lnRef>
          <a:fillRef idx="0">
            <a:schemeClr val="accent5"/>
          </a:fillRef>
          <a:effectRef idx="0">
            <a:schemeClr val="accent5"/>
          </a:effectRef>
          <a:fontRef idx="minor">
            <a:schemeClr val="tx1"/>
          </a:fontRef>
        </p:style>
      </p:cxnSp>
      <p:cxnSp>
        <p:nvCxnSpPr>
          <p:cNvPr id="62" name="Straight Connector 61">
            <a:extLst>
              <a:ext uri="{FF2B5EF4-FFF2-40B4-BE49-F238E27FC236}">
                <a16:creationId xmlns:a16="http://schemas.microsoft.com/office/drawing/2014/main" id="{BE2691D4-0ADE-05AD-F1A2-3F44557F649A}"/>
              </a:ext>
            </a:extLst>
          </p:cNvPr>
          <p:cNvCxnSpPr>
            <a:cxnSpLocks/>
          </p:cNvCxnSpPr>
          <p:nvPr/>
        </p:nvCxnSpPr>
        <p:spPr>
          <a:xfrm>
            <a:off x="3695375" y="2254250"/>
            <a:ext cx="689137" cy="0"/>
          </a:xfrm>
          <a:prstGeom prst="line">
            <a:avLst/>
          </a:prstGeom>
          <a:ln>
            <a:tailEnd type="none"/>
          </a:ln>
        </p:spPr>
        <p:style>
          <a:lnRef idx="1">
            <a:schemeClr val="accent5"/>
          </a:lnRef>
          <a:fillRef idx="0">
            <a:schemeClr val="accent5"/>
          </a:fillRef>
          <a:effectRef idx="0">
            <a:schemeClr val="accent5"/>
          </a:effectRef>
          <a:fontRef idx="minor">
            <a:schemeClr val="tx1"/>
          </a:fontRef>
        </p:style>
      </p:cxnSp>
      <p:sp>
        <p:nvSpPr>
          <p:cNvPr id="63" name="Rectangle 62">
            <a:extLst>
              <a:ext uri="{FF2B5EF4-FFF2-40B4-BE49-F238E27FC236}">
                <a16:creationId xmlns:a16="http://schemas.microsoft.com/office/drawing/2014/main" id="{7151F043-6B17-0471-703D-8B31747D4C13}"/>
              </a:ext>
            </a:extLst>
          </p:cNvPr>
          <p:cNvSpPr/>
          <p:nvPr/>
        </p:nvSpPr>
        <p:spPr>
          <a:xfrm>
            <a:off x="3810462" y="2586748"/>
            <a:ext cx="805187" cy="60500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5FD25133-FC63-DAF0-27B2-AB6A67DEB581}"/>
              </a:ext>
            </a:extLst>
          </p:cNvPr>
          <p:cNvSpPr txBox="1"/>
          <p:nvPr/>
        </p:nvSpPr>
        <p:spPr>
          <a:xfrm>
            <a:off x="3917030" y="2616239"/>
            <a:ext cx="715260" cy="553998"/>
          </a:xfrm>
          <a:prstGeom prst="rect">
            <a:avLst/>
          </a:prstGeom>
          <a:noFill/>
        </p:spPr>
        <p:txBody>
          <a:bodyPr wrap="none" rtlCol="0">
            <a:spAutoFit/>
          </a:bodyPr>
          <a:lstStyle/>
          <a:p>
            <a:r>
              <a:rPr lang="en-US" sz="1000" dirty="0"/>
              <a:t>Actual</a:t>
            </a:r>
          </a:p>
          <a:p>
            <a:endParaRPr lang="en-US" sz="1000" dirty="0"/>
          </a:p>
          <a:p>
            <a:r>
              <a:rPr lang="en-US" sz="1000" dirty="0"/>
              <a:t>Expected</a:t>
            </a:r>
          </a:p>
        </p:txBody>
      </p:sp>
      <p:cxnSp>
        <p:nvCxnSpPr>
          <p:cNvPr id="65" name="Straight Connector 64">
            <a:extLst>
              <a:ext uri="{FF2B5EF4-FFF2-40B4-BE49-F238E27FC236}">
                <a16:creationId xmlns:a16="http://schemas.microsoft.com/office/drawing/2014/main" id="{9DB7E60D-F3F2-9539-DCFE-A1269F5BCD49}"/>
              </a:ext>
            </a:extLst>
          </p:cNvPr>
          <p:cNvCxnSpPr>
            <a:cxnSpLocks/>
          </p:cNvCxnSpPr>
          <p:nvPr/>
        </p:nvCxnSpPr>
        <p:spPr>
          <a:xfrm>
            <a:off x="3858638" y="3037628"/>
            <a:ext cx="163481" cy="0"/>
          </a:xfrm>
          <a:prstGeom prst="line">
            <a:avLst/>
          </a:prstGeom>
          <a:ln w="28575">
            <a:tailEnd type="none"/>
          </a:ln>
        </p:spPr>
        <p:style>
          <a:lnRef idx="1">
            <a:schemeClr val="accent5"/>
          </a:lnRef>
          <a:fillRef idx="0">
            <a:schemeClr val="accent5"/>
          </a:fillRef>
          <a:effectRef idx="0">
            <a:schemeClr val="accent5"/>
          </a:effectRef>
          <a:fontRef idx="minor">
            <a:schemeClr val="tx1"/>
          </a:fontRef>
        </p:style>
      </p:cxnSp>
      <p:cxnSp>
        <p:nvCxnSpPr>
          <p:cNvPr id="71" name="Straight Connector 70">
            <a:extLst>
              <a:ext uri="{FF2B5EF4-FFF2-40B4-BE49-F238E27FC236}">
                <a16:creationId xmlns:a16="http://schemas.microsoft.com/office/drawing/2014/main" id="{8B962384-EE90-54AA-D3E3-38F47FB245F7}"/>
              </a:ext>
            </a:extLst>
          </p:cNvPr>
          <p:cNvCxnSpPr>
            <a:cxnSpLocks/>
          </p:cNvCxnSpPr>
          <p:nvPr/>
        </p:nvCxnSpPr>
        <p:spPr>
          <a:xfrm>
            <a:off x="3858638" y="2734518"/>
            <a:ext cx="163481" cy="0"/>
          </a:xfrm>
          <a:prstGeom prst="line">
            <a:avLst/>
          </a:prstGeom>
          <a:ln w="28575">
            <a:solidFill>
              <a:schemeClr val="tx2"/>
            </a:solidFill>
            <a:tailEnd type="none"/>
          </a:ln>
        </p:spPr>
        <p:style>
          <a:lnRef idx="1">
            <a:schemeClr val="accent5"/>
          </a:lnRef>
          <a:fillRef idx="0">
            <a:schemeClr val="accent5"/>
          </a:fillRef>
          <a:effectRef idx="0">
            <a:schemeClr val="accent5"/>
          </a:effectRef>
          <a:fontRef idx="minor">
            <a:schemeClr val="tx1"/>
          </a:fontRef>
        </p:style>
      </p:cxnSp>
      <p:cxnSp>
        <p:nvCxnSpPr>
          <p:cNvPr id="74" name="Straight Connector 73">
            <a:extLst>
              <a:ext uri="{FF2B5EF4-FFF2-40B4-BE49-F238E27FC236}">
                <a16:creationId xmlns:a16="http://schemas.microsoft.com/office/drawing/2014/main" id="{CCC8E1F6-17D4-3161-18DA-66EEDE26382E}"/>
              </a:ext>
            </a:extLst>
          </p:cNvPr>
          <p:cNvCxnSpPr/>
          <p:nvPr/>
        </p:nvCxnSpPr>
        <p:spPr>
          <a:xfrm>
            <a:off x="953033" y="1524677"/>
            <a:ext cx="0" cy="2708451"/>
          </a:xfrm>
          <a:prstGeom prst="line">
            <a:avLst/>
          </a:prstGeom>
          <a:ln w="19050">
            <a:solidFill>
              <a:srgbClr val="7030A0"/>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952BAAD-438B-1DFA-F4A6-092D4FA32604}"/>
              </a:ext>
            </a:extLst>
          </p:cNvPr>
          <p:cNvCxnSpPr/>
          <p:nvPr/>
        </p:nvCxnSpPr>
        <p:spPr>
          <a:xfrm>
            <a:off x="1859977" y="1575681"/>
            <a:ext cx="0" cy="2708451"/>
          </a:xfrm>
          <a:prstGeom prst="line">
            <a:avLst/>
          </a:prstGeom>
          <a:ln w="19050">
            <a:solidFill>
              <a:srgbClr val="7030A0"/>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B0A83291-16D2-AE21-1E8E-CF8F5E914968}"/>
              </a:ext>
            </a:extLst>
          </p:cNvPr>
          <p:cNvCxnSpPr/>
          <p:nvPr/>
        </p:nvCxnSpPr>
        <p:spPr>
          <a:xfrm>
            <a:off x="2556634" y="1583039"/>
            <a:ext cx="0" cy="2708451"/>
          </a:xfrm>
          <a:prstGeom prst="line">
            <a:avLst/>
          </a:prstGeom>
          <a:ln w="19050">
            <a:solidFill>
              <a:srgbClr val="7030A0"/>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22D7152-A920-F86F-18BF-10DC3A74498A}"/>
              </a:ext>
            </a:extLst>
          </p:cNvPr>
          <p:cNvCxnSpPr/>
          <p:nvPr/>
        </p:nvCxnSpPr>
        <p:spPr>
          <a:xfrm>
            <a:off x="2690352" y="1590499"/>
            <a:ext cx="0" cy="2708451"/>
          </a:xfrm>
          <a:prstGeom prst="line">
            <a:avLst/>
          </a:prstGeom>
          <a:ln w="19050">
            <a:solidFill>
              <a:srgbClr val="7030A0"/>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2B7A8C1-DE14-49B1-123B-9855892A50D0}"/>
              </a:ext>
            </a:extLst>
          </p:cNvPr>
          <p:cNvCxnSpPr/>
          <p:nvPr/>
        </p:nvCxnSpPr>
        <p:spPr>
          <a:xfrm>
            <a:off x="3669901" y="1555948"/>
            <a:ext cx="0" cy="2708451"/>
          </a:xfrm>
          <a:prstGeom prst="line">
            <a:avLst/>
          </a:prstGeom>
          <a:ln w="19050">
            <a:solidFill>
              <a:srgbClr val="7030A0"/>
            </a:solidFill>
            <a:prstDash val="dash"/>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4601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8" name="Picture 47">
            <a:extLst>
              <a:ext uri="{FF2B5EF4-FFF2-40B4-BE49-F238E27FC236}">
                <a16:creationId xmlns:a16="http://schemas.microsoft.com/office/drawing/2014/main" id="{4800BBA5-6F7D-3D39-EC27-7CE2998F19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2715" y="1643547"/>
            <a:ext cx="4374664" cy="1640499"/>
          </a:xfrm>
          <a:prstGeom prst="rect">
            <a:avLst/>
          </a:prstGeom>
        </p:spPr>
      </p:pic>
      <p:sp>
        <p:nvSpPr>
          <p:cNvPr id="2" name="Title 1">
            <a:extLst>
              <a:ext uri="{FF2B5EF4-FFF2-40B4-BE49-F238E27FC236}">
                <a16:creationId xmlns:a16="http://schemas.microsoft.com/office/drawing/2014/main" id="{7CFA1687-42E0-0DFF-A1D1-19D708936726}"/>
              </a:ext>
            </a:extLst>
          </p:cNvPr>
          <p:cNvSpPr>
            <a:spLocks noGrp="1"/>
          </p:cNvSpPr>
          <p:nvPr>
            <p:ph type="title"/>
          </p:nvPr>
        </p:nvSpPr>
        <p:spPr/>
        <p:txBody>
          <a:bodyPr/>
          <a:lstStyle/>
          <a:p>
            <a:r>
              <a:rPr lang="en-US" dirty="0"/>
              <a:t>Control loop block diagram of the AEF</a:t>
            </a:r>
          </a:p>
        </p:txBody>
      </p:sp>
      <p:pic>
        <p:nvPicPr>
          <p:cNvPr id="6" name="Content Placeholder 5" descr="A diagram of a circuit&#10;&#10;AI-generated content may be incorrect.">
            <a:extLst>
              <a:ext uri="{FF2B5EF4-FFF2-40B4-BE49-F238E27FC236}">
                <a16:creationId xmlns:a16="http://schemas.microsoft.com/office/drawing/2014/main" id="{0B04F429-5902-7AF4-70E6-5392B1A22DA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8603" y="1340382"/>
            <a:ext cx="4000500" cy="2286000"/>
          </a:xfrm>
        </p:spPr>
      </p:pic>
      <p:sp>
        <p:nvSpPr>
          <p:cNvPr id="4" name="Slide Number Placeholder 3">
            <a:extLst>
              <a:ext uri="{FF2B5EF4-FFF2-40B4-BE49-F238E27FC236}">
                <a16:creationId xmlns:a16="http://schemas.microsoft.com/office/drawing/2014/main" id="{F8F89333-E8BD-713E-FEE0-4688B8D39049}"/>
              </a:ext>
            </a:extLst>
          </p:cNvPr>
          <p:cNvSpPr>
            <a:spLocks noGrp="1"/>
          </p:cNvSpPr>
          <p:nvPr>
            <p:ph type="sldNum" sz="quarter" idx="10"/>
          </p:nvPr>
        </p:nvSpPr>
        <p:spPr/>
        <p:txBody>
          <a:bodyPr/>
          <a:lstStyle/>
          <a:p>
            <a:pPr>
              <a:defRPr/>
            </a:pPr>
            <a:fld id="{2B97888F-6AF7-4263-B69D-592D8C33BAC7}" type="slidenum">
              <a:rPr lang="en-US" smtClean="0"/>
              <a:pPr>
                <a:defRPr/>
              </a:pPr>
              <a:t>19</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D8779A2-738F-60B0-2621-37A71D2D703E}"/>
                  </a:ext>
                </a:extLst>
              </p:cNvPr>
              <p:cNvSpPr txBox="1"/>
              <p:nvPr/>
            </p:nvSpPr>
            <p:spPr>
              <a:xfrm>
                <a:off x="3175734" y="1829931"/>
                <a:ext cx="956733" cy="2672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050" i="1" smtClean="0">
                              <a:latin typeface="Cambria Math" panose="02040503050406030204" pitchFamily="18" charset="0"/>
                            </a:rPr>
                          </m:ctrlPr>
                        </m:sSubPr>
                        <m:e>
                          <m:r>
                            <a:rPr lang="en-US" sz="1050" b="0" i="1" smtClean="0">
                              <a:latin typeface="Cambria Math" panose="02040503050406030204" pitchFamily="18" charset="0"/>
                            </a:rPr>
                            <m:t>𝐼</m:t>
                          </m:r>
                        </m:e>
                        <m:sub>
                          <m:r>
                            <a:rPr lang="en-US" sz="1050" b="0" i="1" smtClean="0">
                              <a:latin typeface="Cambria Math" panose="02040503050406030204" pitchFamily="18" charset="0"/>
                            </a:rPr>
                            <m:t>𝑛𝑜𝑖𝑠𝑒</m:t>
                          </m:r>
                          <m:r>
                            <a:rPr lang="en-US" sz="1050" b="0" i="1" smtClean="0">
                              <a:latin typeface="Cambria Math" panose="02040503050406030204" pitchFamily="18" charset="0"/>
                            </a:rPr>
                            <m:t>_</m:t>
                          </m:r>
                          <m:r>
                            <a:rPr lang="en-US" sz="1050" b="0" i="1" smtClean="0">
                              <a:latin typeface="Cambria Math" panose="02040503050406030204" pitchFamily="18" charset="0"/>
                            </a:rPr>
                            <m:t>𝑠𝑜𝑢𝑟𝑐𝑒</m:t>
                          </m:r>
                        </m:sub>
                      </m:sSub>
                    </m:oMath>
                  </m:oMathPara>
                </a14:m>
                <a:endParaRPr lang="en-US" dirty="0"/>
              </a:p>
            </p:txBody>
          </p:sp>
        </mc:Choice>
        <mc:Fallback xmlns="">
          <p:sp>
            <p:nvSpPr>
              <p:cNvPr id="7" name="TextBox 6">
                <a:extLst>
                  <a:ext uri="{FF2B5EF4-FFF2-40B4-BE49-F238E27FC236}">
                    <a16:creationId xmlns:a16="http://schemas.microsoft.com/office/drawing/2014/main" id="{7D8779A2-738F-60B0-2621-37A71D2D703E}"/>
                  </a:ext>
                </a:extLst>
              </p:cNvPr>
              <p:cNvSpPr txBox="1">
                <a:spLocks noRot="1" noChangeAspect="1" noMove="1" noResize="1" noEditPoints="1" noAdjustHandles="1" noChangeArrowheads="1" noChangeShapeType="1" noTextEdit="1"/>
              </p:cNvSpPr>
              <p:nvPr/>
            </p:nvSpPr>
            <p:spPr>
              <a:xfrm>
                <a:off x="3175734" y="1829931"/>
                <a:ext cx="956733" cy="26725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BEE2979-E7A7-A042-AA76-B5EAC1DF481C}"/>
                  </a:ext>
                </a:extLst>
              </p:cNvPr>
              <p:cNvSpPr txBox="1"/>
              <p:nvPr/>
            </p:nvSpPr>
            <p:spPr>
              <a:xfrm>
                <a:off x="2551115" y="1290806"/>
                <a:ext cx="956733" cy="2832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𝐿</m:t>
                          </m:r>
                        </m:e>
                        <m:sub>
                          <m:r>
                            <a:rPr lang="en-US" sz="1200" b="0" i="1" smtClean="0">
                              <a:latin typeface="Cambria Math" panose="02040503050406030204" pitchFamily="18" charset="0"/>
                            </a:rPr>
                            <m:t>2</m:t>
                          </m:r>
                        </m:sub>
                      </m:sSub>
                    </m:oMath>
                  </m:oMathPara>
                </a14:m>
                <a:endParaRPr lang="en-US" dirty="0"/>
              </a:p>
            </p:txBody>
          </p:sp>
        </mc:Choice>
        <mc:Fallback xmlns="">
          <p:sp>
            <p:nvSpPr>
              <p:cNvPr id="8" name="TextBox 7">
                <a:extLst>
                  <a:ext uri="{FF2B5EF4-FFF2-40B4-BE49-F238E27FC236}">
                    <a16:creationId xmlns:a16="http://schemas.microsoft.com/office/drawing/2014/main" id="{1BEE2979-E7A7-A042-AA76-B5EAC1DF481C}"/>
                  </a:ext>
                </a:extLst>
              </p:cNvPr>
              <p:cNvSpPr txBox="1">
                <a:spLocks noRot="1" noChangeAspect="1" noMove="1" noResize="1" noEditPoints="1" noAdjustHandles="1" noChangeArrowheads="1" noChangeShapeType="1" noTextEdit="1"/>
              </p:cNvSpPr>
              <p:nvPr/>
            </p:nvSpPr>
            <p:spPr>
              <a:xfrm>
                <a:off x="2551115" y="1290806"/>
                <a:ext cx="956733" cy="28321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BA1E14F-A626-AEBD-35E0-D9457B7C752E}"/>
                  </a:ext>
                </a:extLst>
              </p:cNvPr>
              <p:cNvSpPr txBox="1"/>
              <p:nvPr/>
            </p:nvSpPr>
            <p:spPr>
              <a:xfrm>
                <a:off x="1835172" y="1674403"/>
                <a:ext cx="956733" cy="2918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𝑖𝑛𝑗</m:t>
                          </m:r>
                        </m:sub>
                      </m:sSub>
                    </m:oMath>
                  </m:oMathPara>
                </a14:m>
                <a:endParaRPr lang="en-US" dirty="0"/>
              </a:p>
            </p:txBody>
          </p:sp>
        </mc:Choice>
        <mc:Fallback xmlns="">
          <p:sp>
            <p:nvSpPr>
              <p:cNvPr id="9" name="TextBox 8">
                <a:extLst>
                  <a:ext uri="{FF2B5EF4-FFF2-40B4-BE49-F238E27FC236}">
                    <a16:creationId xmlns:a16="http://schemas.microsoft.com/office/drawing/2014/main" id="{9BA1E14F-A626-AEBD-35E0-D9457B7C752E}"/>
                  </a:ext>
                </a:extLst>
              </p:cNvPr>
              <p:cNvSpPr txBox="1">
                <a:spLocks noRot="1" noChangeAspect="1" noMove="1" noResize="1" noEditPoints="1" noAdjustHandles="1" noChangeArrowheads="1" noChangeShapeType="1" noTextEdit="1"/>
              </p:cNvSpPr>
              <p:nvPr/>
            </p:nvSpPr>
            <p:spPr>
              <a:xfrm>
                <a:off x="1835172" y="1674403"/>
                <a:ext cx="956733" cy="291875"/>
              </a:xfrm>
              <a:prstGeom prst="rect">
                <a:avLst/>
              </a:prstGeom>
              <a:blipFill>
                <a:blip r:embed="rId6"/>
                <a:stretch>
                  <a:fillRect b="-20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CB38E44-AFC9-176C-3270-A7F870E5351A}"/>
                  </a:ext>
                </a:extLst>
              </p:cNvPr>
              <p:cNvSpPr txBox="1"/>
              <p:nvPr/>
            </p:nvSpPr>
            <p:spPr>
              <a:xfrm>
                <a:off x="2356907" y="2270406"/>
                <a:ext cx="956733" cy="2918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𝑅</m:t>
                          </m:r>
                        </m:e>
                        <m:sub>
                          <m:r>
                            <a:rPr lang="en-US" sz="1200" b="0" i="1" smtClean="0">
                              <a:latin typeface="Cambria Math" panose="02040503050406030204" pitchFamily="18" charset="0"/>
                            </a:rPr>
                            <m:t>𝑖𝑛𝑗</m:t>
                          </m:r>
                        </m:sub>
                      </m:sSub>
                    </m:oMath>
                  </m:oMathPara>
                </a14:m>
                <a:endParaRPr lang="en-US" dirty="0"/>
              </a:p>
            </p:txBody>
          </p:sp>
        </mc:Choice>
        <mc:Fallback xmlns="">
          <p:sp>
            <p:nvSpPr>
              <p:cNvPr id="10" name="TextBox 9">
                <a:extLst>
                  <a:ext uri="{FF2B5EF4-FFF2-40B4-BE49-F238E27FC236}">
                    <a16:creationId xmlns:a16="http://schemas.microsoft.com/office/drawing/2014/main" id="{DCB38E44-AFC9-176C-3270-A7F870E5351A}"/>
                  </a:ext>
                </a:extLst>
              </p:cNvPr>
              <p:cNvSpPr txBox="1">
                <a:spLocks noRot="1" noChangeAspect="1" noMove="1" noResize="1" noEditPoints="1" noAdjustHandles="1" noChangeArrowheads="1" noChangeShapeType="1" noTextEdit="1"/>
              </p:cNvSpPr>
              <p:nvPr/>
            </p:nvSpPr>
            <p:spPr>
              <a:xfrm>
                <a:off x="2356907" y="2270406"/>
                <a:ext cx="956733" cy="291875"/>
              </a:xfrm>
              <a:prstGeom prst="rect">
                <a:avLst/>
              </a:prstGeom>
              <a:blipFill>
                <a:blip r:embed="rId7"/>
                <a:stretch>
                  <a:fillRect b="-41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3693845-C4B0-55A3-97FA-B6346FFE4FA0}"/>
                  </a:ext>
                </a:extLst>
              </p:cNvPr>
              <p:cNvSpPr txBox="1"/>
              <p:nvPr/>
            </p:nvSpPr>
            <p:spPr>
              <a:xfrm>
                <a:off x="1509715" y="2020848"/>
                <a:ext cx="956733" cy="29181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𝑓𝑏</m:t>
                          </m:r>
                        </m:sub>
                      </m:sSub>
                    </m:oMath>
                  </m:oMathPara>
                </a14:m>
                <a:endParaRPr lang="en-US" dirty="0"/>
              </a:p>
            </p:txBody>
          </p:sp>
        </mc:Choice>
        <mc:Fallback xmlns="">
          <p:sp>
            <p:nvSpPr>
              <p:cNvPr id="11" name="TextBox 10">
                <a:extLst>
                  <a:ext uri="{FF2B5EF4-FFF2-40B4-BE49-F238E27FC236}">
                    <a16:creationId xmlns:a16="http://schemas.microsoft.com/office/drawing/2014/main" id="{E3693845-C4B0-55A3-97FA-B6346FFE4FA0}"/>
                  </a:ext>
                </a:extLst>
              </p:cNvPr>
              <p:cNvSpPr txBox="1">
                <a:spLocks noRot="1" noChangeAspect="1" noMove="1" noResize="1" noEditPoints="1" noAdjustHandles="1" noChangeArrowheads="1" noChangeShapeType="1" noTextEdit="1"/>
              </p:cNvSpPr>
              <p:nvPr/>
            </p:nvSpPr>
            <p:spPr>
              <a:xfrm>
                <a:off x="1509715" y="2020848"/>
                <a:ext cx="956733" cy="291811"/>
              </a:xfrm>
              <a:prstGeom prst="rect">
                <a:avLst/>
              </a:prstGeom>
              <a:blipFill>
                <a:blip r:embed="rId8"/>
                <a:stretch>
                  <a:fillRect b="-42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D7655BA-A1BD-7F21-0A95-0E168E224DD2}"/>
                  </a:ext>
                </a:extLst>
              </p:cNvPr>
              <p:cNvSpPr txBox="1"/>
              <p:nvPr/>
            </p:nvSpPr>
            <p:spPr>
              <a:xfrm>
                <a:off x="1013355" y="1973881"/>
                <a:ext cx="956733" cy="2832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𝑠𝑒𝑛𝑠</m:t>
                          </m:r>
                        </m:sub>
                      </m:sSub>
                    </m:oMath>
                  </m:oMathPara>
                </a14:m>
                <a:endParaRPr lang="en-US" dirty="0"/>
              </a:p>
            </p:txBody>
          </p:sp>
        </mc:Choice>
        <mc:Fallback xmlns="">
          <p:sp>
            <p:nvSpPr>
              <p:cNvPr id="12" name="TextBox 11">
                <a:extLst>
                  <a:ext uri="{FF2B5EF4-FFF2-40B4-BE49-F238E27FC236}">
                    <a16:creationId xmlns:a16="http://schemas.microsoft.com/office/drawing/2014/main" id="{2D7655BA-A1BD-7F21-0A95-0E168E224DD2}"/>
                  </a:ext>
                </a:extLst>
              </p:cNvPr>
              <p:cNvSpPr txBox="1">
                <a:spLocks noRot="1" noChangeAspect="1" noMove="1" noResize="1" noEditPoints="1" noAdjustHandles="1" noChangeArrowheads="1" noChangeShapeType="1" noTextEdit="1"/>
              </p:cNvSpPr>
              <p:nvPr/>
            </p:nvSpPr>
            <p:spPr>
              <a:xfrm>
                <a:off x="1013355" y="1973881"/>
                <a:ext cx="956733" cy="283219"/>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2606B46-D247-EA72-28D1-0C664A2CD314}"/>
                  </a:ext>
                </a:extLst>
              </p:cNvPr>
              <p:cNvSpPr txBox="1"/>
              <p:nvPr/>
            </p:nvSpPr>
            <p:spPr>
              <a:xfrm>
                <a:off x="-9523" y="2258592"/>
                <a:ext cx="956733" cy="2912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𝑒𝑞</m:t>
                          </m:r>
                        </m:sub>
                      </m:sSub>
                    </m:oMath>
                  </m:oMathPara>
                </a14:m>
                <a:endParaRPr lang="en-US" dirty="0"/>
              </a:p>
            </p:txBody>
          </p:sp>
        </mc:Choice>
        <mc:Fallback xmlns="">
          <p:sp>
            <p:nvSpPr>
              <p:cNvPr id="13" name="TextBox 12">
                <a:extLst>
                  <a:ext uri="{FF2B5EF4-FFF2-40B4-BE49-F238E27FC236}">
                    <a16:creationId xmlns:a16="http://schemas.microsoft.com/office/drawing/2014/main" id="{C2606B46-D247-EA72-28D1-0C664A2CD314}"/>
                  </a:ext>
                </a:extLst>
              </p:cNvPr>
              <p:cNvSpPr txBox="1">
                <a:spLocks noRot="1" noChangeAspect="1" noMove="1" noResize="1" noEditPoints="1" noAdjustHandles="1" noChangeArrowheads="1" noChangeShapeType="1" noTextEdit="1"/>
              </p:cNvSpPr>
              <p:nvPr/>
            </p:nvSpPr>
            <p:spPr>
              <a:xfrm>
                <a:off x="-9523" y="2258592"/>
                <a:ext cx="956733" cy="291298"/>
              </a:xfrm>
              <a:prstGeom prst="rect">
                <a:avLst/>
              </a:prstGeom>
              <a:blipFill>
                <a:blip r:embed="rId10"/>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7A6921B2-785F-CF2F-38FF-31DAFA660CEE}"/>
              </a:ext>
            </a:extLst>
          </p:cNvPr>
          <p:cNvCxnSpPr>
            <a:cxnSpLocks/>
          </p:cNvCxnSpPr>
          <p:nvPr/>
        </p:nvCxnSpPr>
        <p:spPr>
          <a:xfrm flipH="1" flipV="1">
            <a:off x="2791905" y="1698804"/>
            <a:ext cx="8972" cy="481576"/>
          </a:xfrm>
          <a:prstGeom prst="line">
            <a:avLst/>
          </a:prstGeom>
          <a:ln w="12700">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2C4FFAA-EAA7-1FF9-9CBB-C90910AEF4CD}"/>
              </a:ext>
            </a:extLst>
          </p:cNvPr>
          <p:cNvCxnSpPr/>
          <p:nvPr/>
        </p:nvCxnSpPr>
        <p:spPr>
          <a:xfrm flipH="1">
            <a:off x="2717800" y="1330476"/>
            <a:ext cx="48260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6E35C6C-5BB6-9CB5-DD57-6103F57E6BA6}"/>
              </a:ext>
            </a:extLst>
          </p:cNvPr>
          <p:cNvCxnSpPr>
            <a:cxnSpLocks/>
          </p:cNvCxnSpPr>
          <p:nvPr/>
        </p:nvCxnSpPr>
        <p:spPr>
          <a:xfrm rot="5400000">
            <a:off x="2006006" y="1303868"/>
            <a:ext cx="0" cy="467949"/>
          </a:xfrm>
          <a:prstGeom prst="line">
            <a:avLst/>
          </a:prstGeom>
          <a:ln w="127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AAE2F09-6E5A-8082-F991-558FDC24DC97}"/>
                  </a:ext>
                </a:extLst>
              </p:cNvPr>
              <p:cNvSpPr txBox="1"/>
              <p:nvPr/>
            </p:nvSpPr>
            <p:spPr>
              <a:xfrm>
                <a:off x="2551115" y="1747130"/>
                <a:ext cx="956733" cy="2918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𝐼</m:t>
                          </m:r>
                        </m:e>
                        <m:sub>
                          <m:r>
                            <a:rPr lang="en-US" sz="1200" b="0" i="1" smtClean="0">
                              <a:latin typeface="Cambria Math" panose="02040503050406030204" pitchFamily="18" charset="0"/>
                            </a:rPr>
                            <m:t>𝑖𝑛𝑗</m:t>
                          </m:r>
                        </m:sub>
                      </m:sSub>
                    </m:oMath>
                  </m:oMathPara>
                </a14:m>
                <a:endParaRPr lang="en-US" dirty="0"/>
              </a:p>
            </p:txBody>
          </p:sp>
        </mc:Choice>
        <mc:Fallback xmlns="">
          <p:sp>
            <p:nvSpPr>
              <p:cNvPr id="21" name="TextBox 20">
                <a:extLst>
                  <a:ext uri="{FF2B5EF4-FFF2-40B4-BE49-F238E27FC236}">
                    <a16:creationId xmlns:a16="http://schemas.microsoft.com/office/drawing/2014/main" id="{7AAE2F09-6E5A-8082-F991-558FDC24DC97}"/>
                  </a:ext>
                </a:extLst>
              </p:cNvPr>
              <p:cNvSpPr txBox="1">
                <a:spLocks noRot="1" noChangeAspect="1" noMove="1" noResize="1" noEditPoints="1" noAdjustHandles="1" noChangeArrowheads="1" noChangeShapeType="1" noTextEdit="1"/>
              </p:cNvSpPr>
              <p:nvPr/>
            </p:nvSpPr>
            <p:spPr>
              <a:xfrm>
                <a:off x="2551115" y="1747130"/>
                <a:ext cx="956733" cy="291875"/>
              </a:xfrm>
              <a:prstGeom prst="rect">
                <a:avLst/>
              </a:prstGeom>
              <a:blipFill>
                <a:blip r:embed="rId11"/>
                <a:stretch>
                  <a:fillRect b="-42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CD138A6-B1A6-0E1F-D7D2-3573ACF987E0}"/>
                  </a:ext>
                </a:extLst>
              </p:cNvPr>
              <p:cNvSpPr txBox="1"/>
              <p:nvPr/>
            </p:nvSpPr>
            <p:spPr>
              <a:xfrm>
                <a:off x="2551114" y="1074601"/>
                <a:ext cx="956733" cy="2832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𝐼</m:t>
                          </m:r>
                        </m:e>
                        <m:sub>
                          <m:r>
                            <a:rPr lang="en-US" sz="1200" b="0" i="1" smtClean="0">
                              <a:latin typeface="Cambria Math" panose="02040503050406030204" pitchFamily="18" charset="0"/>
                            </a:rPr>
                            <m:t>𝑑𝑚</m:t>
                          </m:r>
                          <m:r>
                            <a:rPr lang="en-US" sz="1200" b="0" i="1" smtClean="0">
                              <a:latin typeface="Cambria Math" panose="02040503050406030204" pitchFamily="18" charset="0"/>
                            </a:rPr>
                            <m:t>_</m:t>
                          </m:r>
                          <m:r>
                            <a:rPr lang="en-US" sz="1200" b="0" i="1" smtClean="0">
                              <a:latin typeface="Cambria Math" panose="02040503050406030204" pitchFamily="18" charset="0"/>
                            </a:rPr>
                            <m:t>𝑠𝑜𝑢𝑟𝑐𝑒</m:t>
                          </m:r>
                        </m:sub>
                      </m:sSub>
                    </m:oMath>
                  </m:oMathPara>
                </a14:m>
                <a:endParaRPr lang="en-US" dirty="0"/>
              </a:p>
            </p:txBody>
          </p:sp>
        </mc:Choice>
        <mc:Fallback xmlns="">
          <p:sp>
            <p:nvSpPr>
              <p:cNvPr id="22" name="TextBox 21">
                <a:extLst>
                  <a:ext uri="{FF2B5EF4-FFF2-40B4-BE49-F238E27FC236}">
                    <a16:creationId xmlns:a16="http://schemas.microsoft.com/office/drawing/2014/main" id="{BCD138A6-B1A6-0E1F-D7D2-3573ACF987E0}"/>
                  </a:ext>
                </a:extLst>
              </p:cNvPr>
              <p:cNvSpPr txBox="1">
                <a:spLocks noRot="1" noChangeAspect="1" noMove="1" noResize="1" noEditPoints="1" noAdjustHandles="1" noChangeArrowheads="1" noChangeShapeType="1" noTextEdit="1"/>
              </p:cNvSpPr>
              <p:nvPr/>
            </p:nvSpPr>
            <p:spPr>
              <a:xfrm>
                <a:off x="2551114" y="1074601"/>
                <a:ext cx="956733" cy="283219"/>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9F652F2-9625-B662-D618-5ED9D28AE5EA}"/>
                  </a:ext>
                </a:extLst>
              </p:cNvPr>
              <p:cNvSpPr txBox="1"/>
              <p:nvPr/>
            </p:nvSpPr>
            <p:spPr>
              <a:xfrm>
                <a:off x="1529827" y="1235469"/>
                <a:ext cx="956733" cy="2832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𝐼</m:t>
                          </m:r>
                        </m:e>
                        <m:sub>
                          <m:r>
                            <a:rPr lang="en-US" sz="1200" b="0" i="1" smtClean="0">
                              <a:latin typeface="Cambria Math" panose="02040503050406030204" pitchFamily="18" charset="0"/>
                            </a:rPr>
                            <m:t>𝑙𝑖𝑛𝑒</m:t>
                          </m:r>
                        </m:sub>
                      </m:sSub>
                    </m:oMath>
                  </m:oMathPara>
                </a14:m>
                <a:endParaRPr lang="en-US" dirty="0"/>
              </a:p>
            </p:txBody>
          </p:sp>
        </mc:Choice>
        <mc:Fallback xmlns="">
          <p:sp>
            <p:nvSpPr>
              <p:cNvPr id="23" name="TextBox 22">
                <a:extLst>
                  <a:ext uri="{FF2B5EF4-FFF2-40B4-BE49-F238E27FC236}">
                    <a16:creationId xmlns:a16="http://schemas.microsoft.com/office/drawing/2014/main" id="{B9F652F2-9625-B662-D618-5ED9D28AE5EA}"/>
                  </a:ext>
                </a:extLst>
              </p:cNvPr>
              <p:cNvSpPr txBox="1">
                <a:spLocks noRot="1" noChangeAspect="1" noMove="1" noResize="1" noEditPoints="1" noAdjustHandles="1" noChangeArrowheads="1" noChangeShapeType="1" noTextEdit="1"/>
              </p:cNvSpPr>
              <p:nvPr/>
            </p:nvSpPr>
            <p:spPr>
              <a:xfrm>
                <a:off x="1529827" y="1235469"/>
                <a:ext cx="956733" cy="283219"/>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ED60597-4158-34B7-EE4C-2403234E9421}"/>
                  </a:ext>
                </a:extLst>
              </p:cNvPr>
              <p:cNvSpPr txBox="1"/>
              <p:nvPr/>
            </p:nvSpPr>
            <p:spPr>
              <a:xfrm>
                <a:off x="694800" y="1243072"/>
                <a:ext cx="956733" cy="2832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𝑉</m:t>
                          </m:r>
                        </m:e>
                        <m:sub>
                          <m:r>
                            <a:rPr lang="en-US" sz="1200" b="0" i="1" smtClean="0">
                              <a:latin typeface="Cambria Math" panose="02040503050406030204" pitchFamily="18" charset="0"/>
                            </a:rPr>
                            <m:t>𝑙𝑖𝑛𝑒</m:t>
                          </m:r>
                        </m:sub>
                      </m:sSub>
                    </m:oMath>
                  </m:oMathPara>
                </a14:m>
                <a:endParaRPr lang="en-US" dirty="0"/>
              </a:p>
            </p:txBody>
          </p:sp>
        </mc:Choice>
        <mc:Fallback xmlns="">
          <p:sp>
            <p:nvSpPr>
              <p:cNvPr id="24" name="TextBox 23">
                <a:extLst>
                  <a:ext uri="{FF2B5EF4-FFF2-40B4-BE49-F238E27FC236}">
                    <a16:creationId xmlns:a16="http://schemas.microsoft.com/office/drawing/2014/main" id="{6ED60597-4158-34B7-EE4C-2403234E9421}"/>
                  </a:ext>
                </a:extLst>
              </p:cNvPr>
              <p:cNvSpPr txBox="1">
                <a:spLocks noRot="1" noChangeAspect="1" noMove="1" noResize="1" noEditPoints="1" noAdjustHandles="1" noChangeArrowheads="1" noChangeShapeType="1" noTextEdit="1"/>
              </p:cNvSpPr>
              <p:nvPr/>
            </p:nvSpPr>
            <p:spPr>
              <a:xfrm>
                <a:off x="694800" y="1243072"/>
                <a:ext cx="956733" cy="283219"/>
              </a:xfrm>
              <a:prstGeom prst="rect">
                <a:avLst/>
              </a:prstGeom>
              <a:blipFill>
                <a:blip r:embed="rId14"/>
                <a:stretch>
                  <a:fillRect/>
                </a:stretch>
              </a:blipFill>
            </p:spPr>
            <p:txBody>
              <a:bodyPr/>
              <a:lstStyle/>
              <a:p>
                <a:r>
                  <a:rPr lang="en-US">
                    <a:noFill/>
                  </a:rPr>
                  <a:t> </a:t>
                </a:r>
              </a:p>
            </p:txBody>
          </p:sp>
        </mc:Fallback>
      </mc:AlternateContent>
      <p:sp>
        <p:nvSpPr>
          <p:cNvPr id="25" name="Rectangle 24">
            <a:extLst>
              <a:ext uri="{FF2B5EF4-FFF2-40B4-BE49-F238E27FC236}">
                <a16:creationId xmlns:a16="http://schemas.microsoft.com/office/drawing/2014/main" id="{F35AB863-B70A-51E1-D8D4-A41952F1EEBD}"/>
              </a:ext>
            </a:extLst>
          </p:cNvPr>
          <p:cNvSpPr/>
          <p:nvPr/>
        </p:nvSpPr>
        <p:spPr>
          <a:xfrm>
            <a:off x="1173168" y="1498599"/>
            <a:ext cx="1544630" cy="1930397"/>
          </a:xfrm>
          <a:prstGeom prst="rect">
            <a:avLst/>
          </a:prstGeom>
          <a:noFill/>
          <a:ln w="19050">
            <a:solidFill>
              <a:schemeClr val="accent3">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C319F799-4E3A-6741-416A-D96401E41C0D}"/>
              </a:ext>
            </a:extLst>
          </p:cNvPr>
          <p:cNvSpPr txBox="1"/>
          <p:nvPr/>
        </p:nvSpPr>
        <p:spPr>
          <a:xfrm>
            <a:off x="1451508" y="3415308"/>
            <a:ext cx="1226077" cy="276999"/>
          </a:xfrm>
          <a:prstGeom prst="rect">
            <a:avLst/>
          </a:prstGeom>
          <a:noFill/>
        </p:spPr>
        <p:txBody>
          <a:bodyPr wrap="square" rtlCol="0">
            <a:spAutoFit/>
          </a:bodyPr>
          <a:lstStyle/>
          <a:p>
            <a:r>
              <a:rPr lang="en-US" sz="1200" dirty="0">
                <a:latin typeface="Aptos Serif" panose="02020604070405020304" pitchFamily="18" charset="0"/>
                <a:cs typeface="Aptos Serif" panose="02020604070405020304" pitchFamily="18" charset="0"/>
              </a:rPr>
              <a:t>AEF block</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835EAD0-83FE-4414-6EED-34263D15BA80}"/>
                  </a:ext>
                </a:extLst>
              </p:cNvPr>
              <p:cNvSpPr txBox="1"/>
              <p:nvPr/>
            </p:nvSpPr>
            <p:spPr>
              <a:xfrm>
                <a:off x="5207981" y="1803417"/>
                <a:ext cx="106869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𝐿</m:t>
                          </m:r>
                        </m:sub>
                      </m:sSub>
                    </m:oMath>
                  </m:oMathPara>
                </a14:m>
                <a:endParaRPr lang="en-US" dirty="0"/>
              </a:p>
            </p:txBody>
          </p:sp>
        </mc:Choice>
        <mc:Fallback xmlns="">
          <p:sp>
            <p:nvSpPr>
              <p:cNvPr id="35" name="TextBox 34">
                <a:extLst>
                  <a:ext uri="{FF2B5EF4-FFF2-40B4-BE49-F238E27FC236}">
                    <a16:creationId xmlns:a16="http://schemas.microsoft.com/office/drawing/2014/main" id="{3835EAD0-83FE-4414-6EED-34263D15BA80}"/>
                  </a:ext>
                </a:extLst>
              </p:cNvPr>
              <p:cNvSpPr txBox="1">
                <a:spLocks noRot="1" noChangeAspect="1" noMove="1" noResize="1" noEditPoints="1" noAdjustHandles="1" noChangeArrowheads="1" noChangeShapeType="1" noTextEdit="1"/>
              </p:cNvSpPr>
              <p:nvPr/>
            </p:nvSpPr>
            <p:spPr>
              <a:xfrm>
                <a:off x="5207981" y="1803417"/>
                <a:ext cx="1068691" cy="276999"/>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7DE4085-AF43-28DC-A0B7-41C8335B52AE}"/>
                  </a:ext>
                </a:extLst>
              </p:cNvPr>
              <p:cNvSpPr txBox="1"/>
              <p:nvPr/>
            </p:nvSpPr>
            <p:spPr>
              <a:xfrm>
                <a:off x="4449244" y="1664847"/>
                <a:ext cx="956733" cy="2832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𝑉</m:t>
                          </m:r>
                        </m:e>
                        <m:sub>
                          <m:r>
                            <a:rPr lang="en-US" sz="1200" b="0" i="1" smtClean="0">
                              <a:latin typeface="Cambria Math" panose="02040503050406030204" pitchFamily="18" charset="0"/>
                            </a:rPr>
                            <m:t>𝑙𝑖𝑛𝑒</m:t>
                          </m:r>
                        </m:sub>
                      </m:sSub>
                    </m:oMath>
                  </m:oMathPara>
                </a14:m>
                <a:endParaRPr lang="en-US" dirty="0"/>
              </a:p>
            </p:txBody>
          </p:sp>
        </mc:Choice>
        <mc:Fallback xmlns="">
          <p:sp>
            <p:nvSpPr>
              <p:cNvPr id="36" name="TextBox 35">
                <a:extLst>
                  <a:ext uri="{FF2B5EF4-FFF2-40B4-BE49-F238E27FC236}">
                    <a16:creationId xmlns:a16="http://schemas.microsoft.com/office/drawing/2014/main" id="{87DE4085-AF43-28DC-A0B7-41C8335B52AE}"/>
                  </a:ext>
                </a:extLst>
              </p:cNvPr>
              <p:cNvSpPr txBox="1">
                <a:spLocks noRot="1" noChangeAspect="1" noMove="1" noResize="1" noEditPoints="1" noAdjustHandles="1" noChangeArrowheads="1" noChangeShapeType="1" noTextEdit="1"/>
              </p:cNvSpPr>
              <p:nvPr/>
            </p:nvSpPr>
            <p:spPr>
              <a:xfrm>
                <a:off x="4449244" y="1664847"/>
                <a:ext cx="956733" cy="283219"/>
              </a:xfrm>
              <a:prstGeom prst="rect">
                <a:avLst/>
              </a:prstGeom>
              <a:blipFill>
                <a:blip r:embed="rId16"/>
                <a:stretch>
                  <a:fillRect/>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5CB94934-64BF-52FD-32CA-3A8A15CE0B2B}"/>
              </a:ext>
            </a:extLst>
          </p:cNvPr>
          <p:cNvSpPr txBox="1"/>
          <p:nvPr/>
        </p:nvSpPr>
        <p:spPr>
          <a:xfrm>
            <a:off x="4809199" y="2760902"/>
            <a:ext cx="587671" cy="307777"/>
          </a:xfrm>
          <a:prstGeom prst="rect">
            <a:avLst/>
          </a:prstGeom>
          <a:noFill/>
        </p:spPr>
        <p:txBody>
          <a:bodyPr wrap="square" rtlCol="0">
            <a:spAutoFit/>
          </a:bodyPr>
          <a:lstStyle/>
          <a:p>
            <a:r>
              <a:rPr lang="en-US" sz="1400" dirty="0">
                <a:latin typeface="Aptos Serif" panose="02020604070405020304" pitchFamily="18" charset="0"/>
                <a:cs typeface="Aptos Serif" panose="02020604070405020304" pitchFamily="18" charset="0"/>
              </a:rPr>
              <a:t>HPF</a:t>
            </a:r>
            <a:endParaRPr lang="en-US" dirty="0">
              <a:latin typeface="Aptos Serif" panose="02020604070405020304" pitchFamily="18" charset="0"/>
              <a:cs typeface="Aptos Serif" panose="02020604070405020304" pitchFamily="18" charset="0"/>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5DCA827-18AB-401F-9B96-17A6FE3AF723}"/>
                  </a:ext>
                </a:extLst>
              </p:cNvPr>
              <p:cNvSpPr txBox="1"/>
              <p:nvPr/>
            </p:nvSpPr>
            <p:spPr>
              <a:xfrm>
                <a:off x="5768932" y="2745407"/>
                <a:ext cx="655028" cy="308949"/>
              </a:xfrm>
              <a:prstGeom prst="rect">
                <a:avLst/>
              </a:prstGeom>
              <a:noFill/>
            </p:spPr>
            <p:txBody>
              <a:bodyPr wrap="square" lIns="0" tIns="0" rIns="0" bIns="0" rtlCol="0">
                <a:spAutoFit/>
              </a:bodyPr>
              <a:lstStyle/>
              <a:p>
                <a:r>
                  <a:rPr lang="en-US" sz="1200" dirty="0"/>
                  <a:t>G =</a:t>
                </a:r>
                <a14:m>
                  <m:oMath xmlns:m="http://schemas.openxmlformats.org/officeDocument/2006/math">
                    <m:f>
                      <m:fPr>
                        <m:ctrlPr>
                          <a:rPr lang="en-US" sz="1200" i="1" smtClean="0">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panose="02040503050406030204" pitchFamily="18" charset="0"/>
                              </a:rPr>
                              <m:t>𝑍</m:t>
                            </m:r>
                          </m:e>
                          <m:sub>
                            <m:r>
                              <a:rPr lang="en-US" sz="1200" i="1">
                                <a:latin typeface="Cambria Math" panose="02040503050406030204" pitchFamily="18" charset="0"/>
                              </a:rPr>
                              <m:t>𝑓𝑏</m:t>
                            </m:r>
                          </m:sub>
                        </m:sSub>
                      </m:num>
                      <m:den>
                        <m:sSub>
                          <m:sSubPr>
                            <m:ctrlPr>
                              <a:rPr lang="en-US" sz="1200" i="1">
                                <a:latin typeface="Cambria Math" panose="02040503050406030204" pitchFamily="18" charset="0"/>
                              </a:rPr>
                            </m:ctrlPr>
                          </m:sSubPr>
                          <m:e>
                            <m:r>
                              <a:rPr lang="en-US" sz="1200" i="1">
                                <a:latin typeface="Cambria Math" panose="02040503050406030204" pitchFamily="18" charset="0"/>
                              </a:rPr>
                              <m:t>𝑍</m:t>
                            </m:r>
                          </m:e>
                          <m:sub>
                            <m:r>
                              <a:rPr lang="en-US" sz="1200" i="1">
                                <a:latin typeface="Cambria Math" panose="02040503050406030204" pitchFamily="18" charset="0"/>
                              </a:rPr>
                              <m:t>𝑠𝑒𝑛𝑠</m:t>
                            </m:r>
                          </m:sub>
                        </m:sSub>
                      </m:den>
                    </m:f>
                  </m:oMath>
                </a14:m>
                <a:endParaRPr lang="en-US" dirty="0"/>
              </a:p>
            </p:txBody>
          </p:sp>
        </mc:Choice>
        <mc:Fallback xmlns="">
          <p:sp>
            <p:nvSpPr>
              <p:cNvPr id="38" name="TextBox 37">
                <a:extLst>
                  <a:ext uri="{FF2B5EF4-FFF2-40B4-BE49-F238E27FC236}">
                    <a16:creationId xmlns:a16="http://schemas.microsoft.com/office/drawing/2014/main" id="{85DCA827-18AB-401F-9B96-17A6FE3AF723}"/>
                  </a:ext>
                </a:extLst>
              </p:cNvPr>
              <p:cNvSpPr txBox="1">
                <a:spLocks noRot="1" noChangeAspect="1" noMove="1" noResize="1" noEditPoints="1" noAdjustHandles="1" noChangeArrowheads="1" noChangeShapeType="1" noTextEdit="1"/>
              </p:cNvSpPr>
              <p:nvPr/>
            </p:nvSpPr>
            <p:spPr>
              <a:xfrm>
                <a:off x="5768932" y="2745407"/>
                <a:ext cx="655028" cy="308949"/>
              </a:xfrm>
              <a:prstGeom prst="rect">
                <a:avLst/>
              </a:prstGeom>
              <a:blipFill>
                <a:blip r:embed="rId17"/>
                <a:stretch>
                  <a:fillRect l="-13889" t="-1961"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13DB60A-3E38-0772-CB12-712D1486E1F1}"/>
                  </a:ext>
                </a:extLst>
              </p:cNvPr>
              <p:cNvSpPr txBox="1"/>
              <p:nvPr/>
            </p:nvSpPr>
            <p:spPr>
              <a:xfrm>
                <a:off x="6403895" y="2754642"/>
                <a:ext cx="1248059" cy="3686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800" i="1" smtClean="0">
                              <a:latin typeface="Cambria Math" panose="02040503050406030204" pitchFamily="18" charset="0"/>
                            </a:rPr>
                          </m:ctrlPr>
                        </m:fPr>
                        <m:num>
                          <m:r>
                            <a:rPr lang="en-US" sz="800" b="0" i="1" smtClean="0">
                              <a:latin typeface="Cambria Math" panose="02040503050406030204" pitchFamily="18" charset="0"/>
                            </a:rPr>
                            <m:t>(1−</m:t>
                          </m:r>
                          <m:r>
                            <a:rPr lang="en-US" sz="800" b="0" i="1" smtClean="0">
                              <a:latin typeface="Cambria Math" panose="02040503050406030204" pitchFamily="18" charset="0"/>
                            </a:rPr>
                            <m:t>𝐺</m:t>
                          </m:r>
                          <m:r>
                            <a:rPr lang="en-US" sz="800" b="0" i="1" smtClean="0">
                              <a:latin typeface="Cambria Math" panose="02040503050406030204" pitchFamily="18" charset="0"/>
                            </a:rPr>
                            <m:t>)</m:t>
                          </m:r>
                        </m:num>
                        <m:den>
                          <m:r>
                            <a:rPr lang="en-US" sz="800" b="0" i="1" smtClean="0">
                              <a:latin typeface="Cambria Math" panose="02040503050406030204" pitchFamily="18" charset="0"/>
                            </a:rPr>
                            <m:t>𝐺</m:t>
                          </m:r>
                          <m:r>
                            <a:rPr lang="en-US" sz="800" b="0" i="1" smtClean="0">
                              <a:latin typeface="Cambria Math" panose="02040503050406030204" pitchFamily="18" charset="0"/>
                            </a:rPr>
                            <m:t>(</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𝑅</m:t>
                              </m:r>
                            </m:e>
                            <m:sub>
                              <m:r>
                                <a:rPr lang="en-US" sz="800" b="0" i="1" smtClean="0">
                                  <a:latin typeface="Cambria Math" panose="02040503050406030204" pitchFamily="18" charset="0"/>
                                </a:rPr>
                                <m:t>𝑖𝑛𝑗</m:t>
                              </m:r>
                            </m:sub>
                          </m:sSub>
                          <m:r>
                            <a:rPr lang="en-US" sz="800" b="0" i="1" smtClean="0">
                              <a:latin typeface="Cambria Math" panose="02040503050406030204" pitchFamily="18" charset="0"/>
                            </a:rPr>
                            <m:t>+</m:t>
                          </m:r>
                          <m:f>
                            <m:fPr>
                              <m:ctrlPr>
                                <a:rPr lang="en-US" sz="800" b="0" i="1" smtClean="0">
                                  <a:latin typeface="Cambria Math" panose="02040503050406030204" pitchFamily="18" charset="0"/>
                                </a:rPr>
                              </m:ctrlPr>
                            </m:fPr>
                            <m:num>
                              <m:r>
                                <a:rPr lang="en-US" sz="800" b="0" i="1" smtClean="0">
                                  <a:latin typeface="Cambria Math" panose="02040503050406030204" pitchFamily="18" charset="0"/>
                                </a:rPr>
                                <m:t>1</m:t>
                              </m:r>
                            </m:num>
                            <m:den>
                              <m:r>
                                <a:rPr lang="en-US" sz="800" b="0" i="1" smtClean="0">
                                  <a:latin typeface="Cambria Math" panose="02040503050406030204" pitchFamily="18" charset="0"/>
                                </a:rPr>
                                <m:t>𝑠</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𝐶</m:t>
                                  </m:r>
                                </m:e>
                                <m:sub>
                                  <m:r>
                                    <a:rPr lang="en-US" sz="800" b="0" i="1" smtClean="0">
                                      <a:latin typeface="Cambria Math" panose="02040503050406030204" pitchFamily="18" charset="0"/>
                                    </a:rPr>
                                    <m:t>𝑖𝑛𝑗</m:t>
                                  </m:r>
                                </m:sub>
                              </m:sSub>
                            </m:den>
                          </m:f>
                          <m:r>
                            <a:rPr lang="en-US" sz="800" b="0" i="1" smtClean="0">
                              <a:latin typeface="Cambria Math" panose="02040503050406030204" pitchFamily="18" charset="0"/>
                            </a:rPr>
                            <m:t>)</m:t>
                          </m:r>
                        </m:den>
                      </m:f>
                    </m:oMath>
                  </m:oMathPara>
                </a14:m>
                <a:endParaRPr lang="en-US" dirty="0"/>
              </a:p>
            </p:txBody>
          </p:sp>
        </mc:Choice>
        <mc:Fallback xmlns="">
          <p:sp>
            <p:nvSpPr>
              <p:cNvPr id="39" name="TextBox 38">
                <a:extLst>
                  <a:ext uri="{FF2B5EF4-FFF2-40B4-BE49-F238E27FC236}">
                    <a16:creationId xmlns:a16="http://schemas.microsoft.com/office/drawing/2014/main" id="{E13DB60A-3E38-0772-CB12-712D1486E1F1}"/>
                  </a:ext>
                </a:extLst>
              </p:cNvPr>
              <p:cNvSpPr txBox="1">
                <a:spLocks noRot="1" noChangeAspect="1" noMove="1" noResize="1" noEditPoints="1" noAdjustHandles="1" noChangeArrowheads="1" noChangeShapeType="1" noTextEdit="1"/>
              </p:cNvSpPr>
              <p:nvPr/>
            </p:nvSpPr>
            <p:spPr>
              <a:xfrm>
                <a:off x="6403895" y="2754642"/>
                <a:ext cx="1248059" cy="368627"/>
              </a:xfrm>
              <a:prstGeom prst="rect">
                <a:avLst/>
              </a:prstGeom>
              <a:blipFill>
                <a:blip r:embed="rId18"/>
                <a:stretch>
                  <a:fillRect t="-5000"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2F2D9854-7642-5C93-D9AE-A61EAA14D642}"/>
                  </a:ext>
                </a:extLst>
              </p:cNvPr>
              <p:cNvSpPr txBox="1"/>
              <p:nvPr/>
            </p:nvSpPr>
            <p:spPr>
              <a:xfrm>
                <a:off x="6194915" y="1707682"/>
                <a:ext cx="956733" cy="2832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𝐼</m:t>
                          </m:r>
                        </m:e>
                        <m:sub>
                          <m:r>
                            <a:rPr lang="en-US" sz="1200" b="0" i="1" smtClean="0">
                              <a:latin typeface="Cambria Math" panose="02040503050406030204" pitchFamily="18" charset="0"/>
                            </a:rPr>
                            <m:t>𝑙𝑖𝑛𝑒</m:t>
                          </m:r>
                        </m:sub>
                      </m:sSub>
                    </m:oMath>
                  </m:oMathPara>
                </a14:m>
                <a:endParaRPr lang="en-US" dirty="0"/>
              </a:p>
            </p:txBody>
          </p:sp>
        </mc:Choice>
        <mc:Fallback xmlns="">
          <p:sp>
            <p:nvSpPr>
              <p:cNvPr id="41" name="TextBox 40">
                <a:extLst>
                  <a:ext uri="{FF2B5EF4-FFF2-40B4-BE49-F238E27FC236}">
                    <a16:creationId xmlns:a16="http://schemas.microsoft.com/office/drawing/2014/main" id="{2F2D9854-7642-5C93-D9AE-A61EAA14D642}"/>
                  </a:ext>
                </a:extLst>
              </p:cNvPr>
              <p:cNvSpPr txBox="1">
                <a:spLocks noRot="1" noChangeAspect="1" noMove="1" noResize="1" noEditPoints="1" noAdjustHandles="1" noChangeArrowheads="1" noChangeShapeType="1" noTextEdit="1"/>
              </p:cNvSpPr>
              <p:nvPr/>
            </p:nvSpPr>
            <p:spPr>
              <a:xfrm>
                <a:off x="6194915" y="1707682"/>
                <a:ext cx="956733" cy="283219"/>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33D708-533B-4719-7C5A-B93692EB8B7E}"/>
                  </a:ext>
                </a:extLst>
              </p:cNvPr>
              <p:cNvSpPr txBox="1"/>
              <p:nvPr/>
            </p:nvSpPr>
            <p:spPr>
              <a:xfrm>
                <a:off x="7173587" y="2407409"/>
                <a:ext cx="956733" cy="2918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𝐼</m:t>
                          </m:r>
                        </m:e>
                        <m:sub>
                          <m:r>
                            <a:rPr lang="en-US" sz="1200" b="0" i="1" smtClean="0">
                              <a:latin typeface="Cambria Math" panose="02040503050406030204" pitchFamily="18" charset="0"/>
                            </a:rPr>
                            <m:t>𝑖𝑛𝑗</m:t>
                          </m:r>
                        </m:sub>
                      </m:sSub>
                    </m:oMath>
                  </m:oMathPara>
                </a14:m>
                <a:endParaRPr lang="en-US" dirty="0"/>
              </a:p>
            </p:txBody>
          </p:sp>
        </mc:Choice>
        <mc:Fallback xmlns="">
          <p:sp>
            <p:nvSpPr>
              <p:cNvPr id="49" name="TextBox 48">
                <a:extLst>
                  <a:ext uri="{FF2B5EF4-FFF2-40B4-BE49-F238E27FC236}">
                    <a16:creationId xmlns:a16="http://schemas.microsoft.com/office/drawing/2014/main" id="{9233D708-533B-4719-7C5A-B93692EB8B7E}"/>
                  </a:ext>
                </a:extLst>
              </p:cNvPr>
              <p:cNvSpPr txBox="1">
                <a:spLocks noRot="1" noChangeAspect="1" noMove="1" noResize="1" noEditPoints="1" noAdjustHandles="1" noChangeArrowheads="1" noChangeShapeType="1" noTextEdit="1"/>
              </p:cNvSpPr>
              <p:nvPr/>
            </p:nvSpPr>
            <p:spPr>
              <a:xfrm>
                <a:off x="7173587" y="2407409"/>
                <a:ext cx="956733" cy="291875"/>
              </a:xfrm>
              <a:prstGeom prst="rect">
                <a:avLst/>
              </a:prstGeom>
              <a:blipFill>
                <a:blip r:embed="rId20"/>
                <a:stretch>
                  <a:fillRect b="-20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6F81B84D-60B9-68A8-CE9C-3B1E0F2DDA3D}"/>
                  </a:ext>
                </a:extLst>
              </p:cNvPr>
              <p:cNvSpPr txBox="1"/>
              <p:nvPr/>
            </p:nvSpPr>
            <p:spPr>
              <a:xfrm>
                <a:off x="6005212" y="2325196"/>
                <a:ext cx="956733" cy="2832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𝑉</m:t>
                          </m:r>
                        </m:e>
                        <m:sub>
                          <m:r>
                            <a:rPr lang="en-US" sz="1200" b="0" i="1" smtClean="0">
                              <a:latin typeface="Cambria Math" panose="02040503050406030204" pitchFamily="18" charset="0"/>
                            </a:rPr>
                            <m:t>𝑜𝑢𝑡</m:t>
                          </m:r>
                        </m:sub>
                      </m:sSub>
                    </m:oMath>
                  </m:oMathPara>
                </a14:m>
                <a:endParaRPr lang="en-US" dirty="0"/>
              </a:p>
            </p:txBody>
          </p:sp>
        </mc:Choice>
        <mc:Fallback xmlns="">
          <p:sp>
            <p:nvSpPr>
              <p:cNvPr id="50" name="TextBox 49">
                <a:extLst>
                  <a:ext uri="{FF2B5EF4-FFF2-40B4-BE49-F238E27FC236}">
                    <a16:creationId xmlns:a16="http://schemas.microsoft.com/office/drawing/2014/main" id="{6F81B84D-60B9-68A8-CE9C-3B1E0F2DDA3D}"/>
                  </a:ext>
                </a:extLst>
              </p:cNvPr>
              <p:cNvSpPr txBox="1">
                <a:spLocks noRot="1" noChangeAspect="1" noMove="1" noResize="1" noEditPoints="1" noAdjustHandles="1" noChangeArrowheads="1" noChangeShapeType="1" noTextEdit="1"/>
              </p:cNvSpPr>
              <p:nvPr/>
            </p:nvSpPr>
            <p:spPr>
              <a:xfrm>
                <a:off x="6005212" y="2325196"/>
                <a:ext cx="956733" cy="283219"/>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7EC1420D-7845-5A61-CDD5-6C4DB894E102}"/>
                  </a:ext>
                </a:extLst>
              </p:cNvPr>
              <p:cNvSpPr txBox="1"/>
              <p:nvPr/>
            </p:nvSpPr>
            <p:spPr>
              <a:xfrm>
                <a:off x="8376702" y="1716062"/>
                <a:ext cx="956733" cy="2672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050" i="1" smtClean="0">
                              <a:latin typeface="Cambria Math" panose="02040503050406030204" pitchFamily="18" charset="0"/>
                            </a:rPr>
                          </m:ctrlPr>
                        </m:sSubPr>
                        <m:e>
                          <m:r>
                            <a:rPr lang="en-US" sz="1050" b="0" i="1" smtClean="0">
                              <a:latin typeface="Cambria Math" panose="02040503050406030204" pitchFamily="18" charset="0"/>
                            </a:rPr>
                            <m:t>𝐼</m:t>
                          </m:r>
                        </m:e>
                        <m:sub>
                          <m:r>
                            <a:rPr lang="en-US" sz="1050" b="0" i="1" smtClean="0">
                              <a:latin typeface="Cambria Math" panose="02040503050406030204" pitchFamily="18" charset="0"/>
                            </a:rPr>
                            <m:t>𝑑𝑚</m:t>
                          </m:r>
                          <m:r>
                            <a:rPr lang="en-US" sz="1050" b="0" i="1" smtClean="0">
                              <a:latin typeface="Cambria Math" panose="02040503050406030204" pitchFamily="18" charset="0"/>
                            </a:rPr>
                            <m:t>_</m:t>
                          </m:r>
                          <m:r>
                            <a:rPr lang="en-US" sz="1050" b="0" i="1" smtClean="0">
                              <a:latin typeface="Cambria Math" panose="02040503050406030204" pitchFamily="18" charset="0"/>
                            </a:rPr>
                            <m:t>𝑠𝑜𝑢𝑟𝑐𝑒</m:t>
                          </m:r>
                        </m:sub>
                      </m:sSub>
                    </m:oMath>
                  </m:oMathPara>
                </a14:m>
                <a:endParaRPr lang="en-US" dirty="0"/>
              </a:p>
            </p:txBody>
          </p:sp>
        </mc:Choice>
        <mc:Fallback xmlns="">
          <p:sp>
            <p:nvSpPr>
              <p:cNvPr id="51" name="TextBox 50">
                <a:extLst>
                  <a:ext uri="{FF2B5EF4-FFF2-40B4-BE49-F238E27FC236}">
                    <a16:creationId xmlns:a16="http://schemas.microsoft.com/office/drawing/2014/main" id="{7EC1420D-7845-5A61-CDD5-6C4DB894E102}"/>
                  </a:ext>
                </a:extLst>
              </p:cNvPr>
              <p:cNvSpPr txBox="1">
                <a:spLocks noRot="1" noChangeAspect="1" noMove="1" noResize="1" noEditPoints="1" noAdjustHandles="1" noChangeArrowheads="1" noChangeShapeType="1" noTextEdit="1"/>
              </p:cNvSpPr>
              <p:nvPr/>
            </p:nvSpPr>
            <p:spPr>
              <a:xfrm>
                <a:off x="8376702" y="1716062"/>
                <a:ext cx="956733" cy="267253"/>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6F296722-67CE-85DC-623A-02C98E98A1D6}"/>
                  </a:ext>
                </a:extLst>
              </p:cNvPr>
              <p:cNvSpPr txBox="1"/>
              <p:nvPr/>
            </p:nvSpPr>
            <p:spPr>
              <a:xfrm>
                <a:off x="7970832" y="1803417"/>
                <a:ext cx="540468" cy="376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200" i="1" smtClean="0">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panose="02040503050406030204" pitchFamily="18" charset="0"/>
                                </a:rPr>
                                <m:t>𝑍</m:t>
                              </m:r>
                            </m:e>
                            <m:sub>
                              <m:r>
                                <a:rPr lang="en-US" sz="1200" b="0" i="1" smtClean="0">
                                  <a:latin typeface="Cambria Math" panose="02040503050406030204" pitchFamily="18" charset="0"/>
                                </a:rPr>
                                <m:t>𝑐</m:t>
                              </m:r>
                            </m:sub>
                          </m:sSub>
                        </m:num>
                        <m:den>
                          <m:sSub>
                            <m:sSubPr>
                              <m:ctrlPr>
                                <a:rPr lang="en-US" sz="1200" i="1">
                                  <a:latin typeface="Cambria Math" panose="02040503050406030204" pitchFamily="18" charset="0"/>
                                </a:rPr>
                              </m:ctrlPr>
                            </m:sSubPr>
                            <m:e>
                              <m:r>
                                <a:rPr lang="en-US" sz="1200" i="1">
                                  <a:latin typeface="Cambria Math" panose="02040503050406030204" pitchFamily="18" charset="0"/>
                                </a:rPr>
                                <m:t>𝑍</m:t>
                              </m:r>
                            </m:e>
                            <m:sub>
                              <m:r>
                                <a:rPr lang="en-US" sz="1200" b="0" i="1" smtClean="0">
                                  <a:latin typeface="Cambria Math" panose="02040503050406030204" pitchFamily="18" charset="0"/>
                                </a:rPr>
                                <m:t>𝑐</m:t>
                              </m:r>
                            </m:sub>
                          </m:sSub>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𝑍</m:t>
                              </m:r>
                            </m:e>
                            <m:sub>
                              <m:r>
                                <a:rPr lang="en-US" sz="1200" b="0" i="1" smtClean="0">
                                  <a:latin typeface="Cambria Math" panose="02040503050406030204" pitchFamily="18" charset="0"/>
                                </a:rPr>
                                <m:t>𝐴</m:t>
                              </m:r>
                            </m:sub>
                          </m:sSub>
                        </m:den>
                      </m:f>
                    </m:oMath>
                  </m:oMathPara>
                </a14:m>
                <a:endParaRPr lang="en-US" dirty="0"/>
              </a:p>
            </p:txBody>
          </p:sp>
        </mc:Choice>
        <mc:Fallback xmlns="">
          <p:sp>
            <p:nvSpPr>
              <p:cNvPr id="52" name="TextBox 51">
                <a:extLst>
                  <a:ext uri="{FF2B5EF4-FFF2-40B4-BE49-F238E27FC236}">
                    <a16:creationId xmlns:a16="http://schemas.microsoft.com/office/drawing/2014/main" id="{6F296722-67CE-85DC-623A-02C98E98A1D6}"/>
                  </a:ext>
                </a:extLst>
              </p:cNvPr>
              <p:cNvSpPr txBox="1">
                <a:spLocks noRot="1" noChangeAspect="1" noMove="1" noResize="1" noEditPoints="1" noAdjustHandles="1" noChangeArrowheads="1" noChangeShapeType="1" noTextEdit="1"/>
              </p:cNvSpPr>
              <p:nvPr/>
            </p:nvSpPr>
            <p:spPr>
              <a:xfrm>
                <a:off x="7970832" y="1803417"/>
                <a:ext cx="540468" cy="376963"/>
              </a:xfrm>
              <a:prstGeom prst="rect">
                <a:avLst/>
              </a:prstGeom>
              <a:blipFill>
                <a:blip r:embed="rId23"/>
                <a:stretch>
                  <a:fillRect l="-5682" t="-3226" r="-2273" b="-80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6767E5A9-39BB-F807-3D8A-175C3A8C5C0A}"/>
                  </a:ext>
                </a:extLst>
              </p:cNvPr>
              <p:cNvSpPr txBox="1"/>
              <p:nvPr/>
            </p:nvSpPr>
            <p:spPr>
              <a:xfrm>
                <a:off x="5086287" y="2633636"/>
                <a:ext cx="956733" cy="2832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𝑉</m:t>
                          </m:r>
                        </m:e>
                        <m:sub>
                          <m:r>
                            <a:rPr lang="en-US" sz="1200" b="0" i="1" smtClean="0">
                              <a:latin typeface="Cambria Math" panose="02040503050406030204" pitchFamily="18" charset="0"/>
                            </a:rPr>
                            <m:t>𝑖𝑛</m:t>
                          </m:r>
                        </m:sub>
                      </m:sSub>
                    </m:oMath>
                  </m:oMathPara>
                </a14:m>
                <a:endParaRPr lang="en-US" dirty="0"/>
              </a:p>
            </p:txBody>
          </p:sp>
        </mc:Choice>
        <mc:Fallback xmlns="">
          <p:sp>
            <p:nvSpPr>
              <p:cNvPr id="53" name="TextBox 52">
                <a:extLst>
                  <a:ext uri="{FF2B5EF4-FFF2-40B4-BE49-F238E27FC236}">
                    <a16:creationId xmlns:a16="http://schemas.microsoft.com/office/drawing/2014/main" id="{6767E5A9-39BB-F807-3D8A-175C3A8C5C0A}"/>
                  </a:ext>
                </a:extLst>
              </p:cNvPr>
              <p:cNvSpPr txBox="1">
                <a:spLocks noRot="1" noChangeAspect="1" noMove="1" noResize="1" noEditPoints="1" noAdjustHandles="1" noChangeArrowheads="1" noChangeShapeType="1" noTextEdit="1"/>
              </p:cNvSpPr>
              <p:nvPr/>
            </p:nvSpPr>
            <p:spPr>
              <a:xfrm>
                <a:off x="5086287" y="2633636"/>
                <a:ext cx="956733" cy="283219"/>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84E68066-1A72-2C91-A6EA-135A423A3DFF}"/>
                  </a:ext>
                </a:extLst>
              </p:cNvPr>
              <p:cNvSpPr txBox="1"/>
              <p:nvPr/>
            </p:nvSpPr>
            <p:spPr>
              <a:xfrm>
                <a:off x="2081123" y="2846975"/>
                <a:ext cx="956733" cy="2832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𝑉</m:t>
                          </m:r>
                        </m:e>
                        <m:sub>
                          <m:r>
                            <a:rPr lang="en-US" sz="1200" b="0" i="1" smtClean="0">
                              <a:latin typeface="Cambria Math" panose="02040503050406030204" pitchFamily="18" charset="0"/>
                            </a:rPr>
                            <m:t>𝑜𝑢𝑡</m:t>
                          </m:r>
                        </m:sub>
                      </m:sSub>
                    </m:oMath>
                  </m:oMathPara>
                </a14:m>
                <a:endParaRPr lang="en-US" dirty="0"/>
              </a:p>
            </p:txBody>
          </p:sp>
        </mc:Choice>
        <mc:Fallback xmlns="">
          <p:sp>
            <p:nvSpPr>
              <p:cNvPr id="55" name="TextBox 54">
                <a:extLst>
                  <a:ext uri="{FF2B5EF4-FFF2-40B4-BE49-F238E27FC236}">
                    <a16:creationId xmlns:a16="http://schemas.microsoft.com/office/drawing/2014/main" id="{84E68066-1A72-2C91-A6EA-135A423A3DFF}"/>
                  </a:ext>
                </a:extLst>
              </p:cNvPr>
              <p:cNvSpPr txBox="1">
                <a:spLocks noRot="1" noChangeAspect="1" noMove="1" noResize="1" noEditPoints="1" noAdjustHandles="1" noChangeArrowheads="1" noChangeShapeType="1" noTextEdit="1"/>
              </p:cNvSpPr>
              <p:nvPr/>
            </p:nvSpPr>
            <p:spPr>
              <a:xfrm>
                <a:off x="2081123" y="2846975"/>
                <a:ext cx="956733" cy="283219"/>
              </a:xfrm>
              <a:prstGeom prst="rect">
                <a:avLst/>
              </a:prstGeom>
              <a:blipFill>
                <a:blip r:embed="rId25"/>
                <a:stretch>
                  <a:fillRect/>
                </a:stretch>
              </a:blipFill>
            </p:spPr>
            <p:txBody>
              <a:bodyPr/>
              <a:lstStyle/>
              <a:p>
                <a:r>
                  <a:rPr lang="en-US">
                    <a:noFill/>
                  </a:rPr>
                  <a:t> </a:t>
                </a:r>
              </a:p>
            </p:txBody>
          </p:sp>
        </mc:Fallback>
      </mc:AlternateContent>
      <p:sp>
        <p:nvSpPr>
          <p:cNvPr id="56" name="Rectangle 55">
            <a:extLst>
              <a:ext uri="{FF2B5EF4-FFF2-40B4-BE49-F238E27FC236}">
                <a16:creationId xmlns:a16="http://schemas.microsoft.com/office/drawing/2014/main" id="{F434DB9B-694D-2067-30D0-85DA9C916711}"/>
              </a:ext>
            </a:extLst>
          </p:cNvPr>
          <p:cNvSpPr/>
          <p:nvPr/>
        </p:nvSpPr>
        <p:spPr>
          <a:xfrm>
            <a:off x="1013354" y="1698804"/>
            <a:ext cx="412222" cy="1000480"/>
          </a:xfrm>
          <a:prstGeom prst="rect">
            <a:avLst/>
          </a:prstGeom>
          <a:noFill/>
          <a:ln w="1270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B4534951-FF1B-CAA8-9157-11E9BABA2949}"/>
              </a:ext>
            </a:extLst>
          </p:cNvPr>
          <p:cNvSpPr txBox="1"/>
          <p:nvPr/>
        </p:nvSpPr>
        <p:spPr>
          <a:xfrm>
            <a:off x="1351559" y="1727016"/>
            <a:ext cx="587671" cy="276999"/>
          </a:xfrm>
          <a:prstGeom prst="rect">
            <a:avLst/>
          </a:prstGeom>
          <a:noFill/>
        </p:spPr>
        <p:txBody>
          <a:bodyPr wrap="square" rtlCol="0">
            <a:spAutoFit/>
          </a:bodyPr>
          <a:lstStyle/>
          <a:p>
            <a:r>
              <a:rPr lang="en-US" sz="1200" dirty="0">
                <a:latin typeface="Aptos Serif" panose="02020604070405020304" pitchFamily="18" charset="0"/>
                <a:cs typeface="Aptos Serif" panose="02020604070405020304" pitchFamily="18" charset="0"/>
              </a:rPr>
              <a:t>HPF</a:t>
            </a:r>
            <a:endParaRPr lang="en-US" sz="1600" dirty="0">
              <a:latin typeface="Aptos Serif" panose="02020604070405020304" pitchFamily="18" charset="0"/>
              <a:cs typeface="Aptos Serif" panose="02020604070405020304" pitchFamily="18" charset="0"/>
            </a:endParaRPr>
          </a:p>
        </p:txBody>
      </p:sp>
      <p:sp>
        <p:nvSpPr>
          <p:cNvPr id="60" name="TextBox 59">
            <a:extLst>
              <a:ext uri="{FF2B5EF4-FFF2-40B4-BE49-F238E27FC236}">
                <a16:creationId xmlns:a16="http://schemas.microsoft.com/office/drawing/2014/main" id="{9C8E9D95-D0D6-D950-74FA-8BC907651613}"/>
              </a:ext>
            </a:extLst>
          </p:cNvPr>
          <p:cNvSpPr txBox="1"/>
          <p:nvPr/>
        </p:nvSpPr>
        <p:spPr>
          <a:xfrm>
            <a:off x="683372" y="506709"/>
            <a:ext cx="3422027" cy="338554"/>
          </a:xfrm>
          <a:prstGeom prst="rect">
            <a:avLst/>
          </a:prstGeom>
          <a:noFill/>
        </p:spPr>
        <p:txBody>
          <a:bodyPr wrap="none" rtlCol="0">
            <a:spAutoFit/>
          </a:bodyPr>
          <a:lstStyle/>
          <a:p>
            <a:r>
              <a:rPr lang="en-US" sz="1600" dirty="0">
                <a:latin typeface="Aptos Serif" panose="02020604070405020304" pitchFamily="18" charset="0"/>
                <a:cs typeface="Aptos Serif" panose="02020604070405020304" pitchFamily="18" charset="0"/>
              </a:rPr>
              <a:t>Equivalent model of the AEF circuit</a:t>
            </a:r>
          </a:p>
        </p:txBody>
      </p:sp>
      <p:sp>
        <p:nvSpPr>
          <p:cNvPr id="61" name="TextBox 60">
            <a:extLst>
              <a:ext uri="{FF2B5EF4-FFF2-40B4-BE49-F238E27FC236}">
                <a16:creationId xmlns:a16="http://schemas.microsoft.com/office/drawing/2014/main" id="{4D241700-9A44-9341-E38B-5D971017D431}"/>
              </a:ext>
            </a:extLst>
          </p:cNvPr>
          <p:cNvSpPr txBox="1"/>
          <p:nvPr/>
        </p:nvSpPr>
        <p:spPr>
          <a:xfrm>
            <a:off x="5564653" y="822957"/>
            <a:ext cx="2489977" cy="338554"/>
          </a:xfrm>
          <a:prstGeom prst="rect">
            <a:avLst/>
          </a:prstGeom>
          <a:noFill/>
        </p:spPr>
        <p:txBody>
          <a:bodyPr wrap="none" rtlCol="0">
            <a:spAutoFit/>
          </a:bodyPr>
          <a:lstStyle/>
          <a:p>
            <a:r>
              <a:rPr lang="en-US" sz="1600" dirty="0">
                <a:latin typeface="Aptos Serif" panose="02020604070405020304" pitchFamily="18" charset="0"/>
                <a:cs typeface="Aptos Serif" panose="02020604070405020304" pitchFamily="18" charset="0"/>
              </a:rPr>
              <a:t>Simplified block diagram</a:t>
            </a:r>
          </a:p>
        </p:txBody>
      </p:sp>
      <p:cxnSp>
        <p:nvCxnSpPr>
          <p:cNvPr id="63" name="Straight Connector 62">
            <a:extLst>
              <a:ext uri="{FF2B5EF4-FFF2-40B4-BE49-F238E27FC236}">
                <a16:creationId xmlns:a16="http://schemas.microsoft.com/office/drawing/2014/main" id="{099CADED-5C25-9DEE-160D-65D92B25A4E8}"/>
              </a:ext>
            </a:extLst>
          </p:cNvPr>
          <p:cNvCxnSpPr/>
          <p:nvPr/>
        </p:nvCxnSpPr>
        <p:spPr>
          <a:xfrm>
            <a:off x="4289431" y="948267"/>
            <a:ext cx="0" cy="3259666"/>
          </a:xfrm>
          <a:prstGeom prst="line">
            <a:avLst/>
          </a:prstGeom>
          <a:ln w="12700">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4E47FBF-F4D5-F1E9-CB8D-590606393C44}"/>
                  </a:ext>
                </a:extLst>
              </p:cNvPr>
              <p:cNvSpPr txBox="1"/>
              <p:nvPr/>
            </p:nvSpPr>
            <p:spPr>
              <a:xfrm>
                <a:off x="7288233" y="1971382"/>
                <a:ext cx="956733" cy="2832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𝐼</m:t>
                          </m:r>
                        </m:e>
                        <m:sub>
                          <m:r>
                            <a:rPr lang="en-US" sz="1200" b="0" i="1" smtClean="0">
                              <a:latin typeface="Cambria Math" panose="02040503050406030204" pitchFamily="18" charset="0"/>
                            </a:rPr>
                            <m:t>𝑛𝑜𝑖𝑠𝑒</m:t>
                          </m:r>
                        </m:sub>
                      </m:sSub>
                    </m:oMath>
                  </m:oMathPara>
                </a14:m>
                <a:endParaRPr lang="en-US" dirty="0"/>
              </a:p>
            </p:txBody>
          </p:sp>
        </mc:Choice>
        <mc:Fallback xmlns="">
          <p:sp>
            <p:nvSpPr>
              <p:cNvPr id="3" name="TextBox 2">
                <a:extLst>
                  <a:ext uri="{FF2B5EF4-FFF2-40B4-BE49-F238E27FC236}">
                    <a16:creationId xmlns:a16="http://schemas.microsoft.com/office/drawing/2014/main" id="{B4E47FBF-F4D5-F1E9-CB8D-590606393C44}"/>
                  </a:ext>
                </a:extLst>
              </p:cNvPr>
              <p:cNvSpPr txBox="1">
                <a:spLocks noRot="1" noChangeAspect="1" noMove="1" noResize="1" noEditPoints="1" noAdjustHandles="1" noChangeArrowheads="1" noChangeShapeType="1" noTextEdit="1"/>
              </p:cNvSpPr>
              <p:nvPr/>
            </p:nvSpPr>
            <p:spPr>
              <a:xfrm>
                <a:off x="7288233" y="1971382"/>
                <a:ext cx="956733" cy="283219"/>
              </a:xfrm>
              <a:prstGeom prst="rect">
                <a:avLst/>
              </a:prstGeom>
              <a:blipFill>
                <a:blip r:embed="rId26"/>
                <a:stretch>
                  <a:fillRect/>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02658AF0-AA06-7CC2-7C14-97F14D5772C0}"/>
              </a:ext>
            </a:extLst>
          </p:cNvPr>
          <p:cNvSpPr/>
          <p:nvPr/>
        </p:nvSpPr>
        <p:spPr>
          <a:xfrm>
            <a:off x="344534" y="1518688"/>
            <a:ext cx="467759" cy="176535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8" name="Picture 17">
            <a:extLst>
              <a:ext uri="{FF2B5EF4-FFF2-40B4-BE49-F238E27FC236}">
                <a16:creationId xmlns:a16="http://schemas.microsoft.com/office/drawing/2014/main" id="{E49D83E5-65BC-31B9-30AE-A7FE7743DF68}"/>
              </a:ext>
            </a:extLst>
          </p:cNvPr>
          <p:cNvPicPr>
            <a:picLocks noChangeAspect="1"/>
          </p:cNvPicPr>
          <p:nvPr/>
        </p:nvPicPr>
        <p:blipFill>
          <a:blip r:embed="rId27"/>
          <a:stretch>
            <a:fillRect/>
          </a:stretch>
        </p:blipFill>
        <p:spPr>
          <a:xfrm flipH="1">
            <a:off x="25415" y="1430796"/>
            <a:ext cx="897797" cy="1853250"/>
          </a:xfrm>
          <a:prstGeom prst="rect">
            <a:avLst/>
          </a:prstGeom>
        </p:spPr>
      </p:pic>
      <mc:AlternateContent xmlns:mc="http://schemas.openxmlformats.org/markup-compatibility/2006" xmlns:p14="http://schemas.microsoft.com/office/powerpoint/2010/main">
        <mc:Choice Requires="p14">
          <p:contentPart p14:bwMode="auto" r:id="rId28">
            <p14:nvContentPartPr>
              <p14:cNvPr id="32" name="Ink 31">
                <a:extLst>
                  <a:ext uri="{FF2B5EF4-FFF2-40B4-BE49-F238E27FC236}">
                    <a16:creationId xmlns:a16="http://schemas.microsoft.com/office/drawing/2014/main" id="{87BAB2DC-9893-BB2E-77ED-DE8DF6BF7069}"/>
                  </a:ext>
                </a:extLst>
              </p14:cNvPr>
              <p14:cNvContentPartPr/>
              <p14:nvPr/>
            </p14:nvContentPartPr>
            <p14:xfrm>
              <a:off x="927172" y="1620503"/>
              <a:ext cx="720" cy="360"/>
            </p14:xfrm>
          </p:contentPart>
        </mc:Choice>
        <mc:Fallback xmlns="">
          <p:pic>
            <p:nvPicPr>
              <p:cNvPr id="32" name="Ink 31">
                <a:extLst>
                  <a:ext uri="{FF2B5EF4-FFF2-40B4-BE49-F238E27FC236}">
                    <a16:creationId xmlns:a16="http://schemas.microsoft.com/office/drawing/2014/main" id="{87BAB2DC-9893-BB2E-77ED-DE8DF6BF7069}"/>
                  </a:ext>
                </a:extLst>
              </p:cNvPr>
              <p:cNvPicPr/>
              <p:nvPr/>
            </p:nvPicPr>
            <p:blipFill>
              <a:blip r:embed="rId29"/>
              <a:stretch>
                <a:fillRect/>
              </a:stretch>
            </p:blipFill>
            <p:spPr>
              <a:xfrm>
                <a:off x="921052" y="1614383"/>
                <a:ext cx="1296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0" name="Ink 39">
                <a:extLst>
                  <a:ext uri="{FF2B5EF4-FFF2-40B4-BE49-F238E27FC236}">
                    <a16:creationId xmlns:a16="http://schemas.microsoft.com/office/drawing/2014/main" id="{FCA8C777-C739-4A0E-EDEC-04159FDD4AEC}"/>
                  </a:ext>
                </a:extLst>
              </p14:cNvPr>
              <p14:cNvContentPartPr/>
              <p14:nvPr/>
            </p14:nvContentPartPr>
            <p14:xfrm>
              <a:off x="897292" y="1595663"/>
              <a:ext cx="25920" cy="28080"/>
            </p14:xfrm>
          </p:contentPart>
        </mc:Choice>
        <mc:Fallback xmlns="">
          <p:pic>
            <p:nvPicPr>
              <p:cNvPr id="40" name="Ink 39">
                <a:extLst>
                  <a:ext uri="{FF2B5EF4-FFF2-40B4-BE49-F238E27FC236}">
                    <a16:creationId xmlns:a16="http://schemas.microsoft.com/office/drawing/2014/main" id="{FCA8C777-C739-4A0E-EDEC-04159FDD4AEC}"/>
                  </a:ext>
                </a:extLst>
              </p:cNvPr>
              <p:cNvPicPr/>
              <p:nvPr/>
            </p:nvPicPr>
            <p:blipFill>
              <a:blip r:embed="rId31"/>
              <a:stretch>
                <a:fillRect/>
              </a:stretch>
            </p:blipFill>
            <p:spPr>
              <a:xfrm>
                <a:off x="891172" y="1589543"/>
                <a:ext cx="3816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2" name="Ink 41">
                <a:extLst>
                  <a:ext uri="{FF2B5EF4-FFF2-40B4-BE49-F238E27FC236}">
                    <a16:creationId xmlns:a16="http://schemas.microsoft.com/office/drawing/2014/main" id="{04257F47-E5A2-1980-FF22-F693EB073E02}"/>
                  </a:ext>
                </a:extLst>
              </p14:cNvPr>
              <p14:cNvContentPartPr/>
              <p14:nvPr/>
            </p14:nvContentPartPr>
            <p14:xfrm>
              <a:off x="865698" y="1806623"/>
              <a:ext cx="12240" cy="71280"/>
            </p14:xfrm>
          </p:contentPart>
        </mc:Choice>
        <mc:Fallback xmlns="">
          <p:pic>
            <p:nvPicPr>
              <p:cNvPr id="42" name="Ink 41">
                <a:extLst>
                  <a:ext uri="{FF2B5EF4-FFF2-40B4-BE49-F238E27FC236}">
                    <a16:creationId xmlns:a16="http://schemas.microsoft.com/office/drawing/2014/main" id="{04257F47-E5A2-1980-FF22-F693EB073E02}"/>
                  </a:ext>
                </a:extLst>
              </p:cNvPr>
              <p:cNvPicPr/>
              <p:nvPr/>
            </p:nvPicPr>
            <p:blipFill>
              <a:blip r:embed="rId33"/>
              <a:stretch>
                <a:fillRect/>
              </a:stretch>
            </p:blipFill>
            <p:spPr>
              <a:xfrm>
                <a:off x="802698" y="1743983"/>
                <a:ext cx="13788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3" name="Ink 42">
                <a:extLst>
                  <a:ext uri="{FF2B5EF4-FFF2-40B4-BE49-F238E27FC236}">
                    <a16:creationId xmlns:a16="http://schemas.microsoft.com/office/drawing/2014/main" id="{C2C85B4C-1406-0572-C500-E0CB6EB086E5}"/>
                  </a:ext>
                </a:extLst>
              </p14:cNvPr>
              <p14:cNvContentPartPr/>
              <p14:nvPr/>
            </p14:nvContentPartPr>
            <p14:xfrm>
              <a:off x="188898" y="2046743"/>
              <a:ext cx="368640" cy="337680"/>
            </p14:xfrm>
          </p:contentPart>
        </mc:Choice>
        <mc:Fallback xmlns="">
          <p:pic>
            <p:nvPicPr>
              <p:cNvPr id="43" name="Ink 42">
                <a:extLst>
                  <a:ext uri="{FF2B5EF4-FFF2-40B4-BE49-F238E27FC236}">
                    <a16:creationId xmlns:a16="http://schemas.microsoft.com/office/drawing/2014/main" id="{C2C85B4C-1406-0572-C500-E0CB6EB086E5}"/>
                  </a:ext>
                </a:extLst>
              </p:cNvPr>
              <p:cNvPicPr/>
              <p:nvPr/>
            </p:nvPicPr>
            <p:blipFill>
              <a:blip r:embed="rId35"/>
              <a:stretch>
                <a:fillRect/>
              </a:stretch>
            </p:blipFill>
            <p:spPr>
              <a:xfrm>
                <a:off x="126258" y="1984103"/>
                <a:ext cx="494280" cy="4633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4" name="Ink 43">
                <a:extLst>
                  <a:ext uri="{FF2B5EF4-FFF2-40B4-BE49-F238E27FC236}">
                    <a16:creationId xmlns:a16="http://schemas.microsoft.com/office/drawing/2014/main" id="{75FE1A39-8B6C-29AA-90CC-C18C4566E221}"/>
                  </a:ext>
                </a:extLst>
              </p14:cNvPr>
              <p14:cNvContentPartPr/>
              <p14:nvPr/>
            </p14:nvContentPartPr>
            <p14:xfrm>
              <a:off x="3091753" y="2093903"/>
              <a:ext cx="331920" cy="290880"/>
            </p14:xfrm>
          </p:contentPart>
        </mc:Choice>
        <mc:Fallback xmlns="">
          <p:pic>
            <p:nvPicPr>
              <p:cNvPr id="44" name="Ink 43">
                <a:extLst>
                  <a:ext uri="{FF2B5EF4-FFF2-40B4-BE49-F238E27FC236}">
                    <a16:creationId xmlns:a16="http://schemas.microsoft.com/office/drawing/2014/main" id="{75FE1A39-8B6C-29AA-90CC-C18C4566E221}"/>
                  </a:ext>
                </a:extLst>
              </p:cNvPr>
              <p:cNvPicPr/>
              <p:nvPr/>
            </p:nvPicPr>
            <p:blipFill>
              <a:blip r:embed="rId37"/>
              <a:stretch>
                <a:fillRect/>
              </a:stretch>
            </p:blipFill>
            <p:spPr>
              <a:xfrm>
                <a:off x="3029113" y="2031263"/>
                <a:ext cx="457560" cy="4165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7" name="Ink 46">
                <a:extLst>
                  <a:ext uri="{FF2B5EF4-FFF2-40B4-BE49-F238E27FC236}">
                    <a16:creationId xmlns:a16="http://schemas.microsoft.com/office/drawing/2014/main" id="{A8428E99-0A27-2221-3230-AC5A6D6825BF}"/>
                  </a:ext>
                </a:extLst>
              </p14:cNvPr>
              <p14:cNvContentPartPr/>
              <p14:nvPr/>
            </p14:nvContentPartPr>
            <p14:xfrm>
              <a:off x="3291720" y="2224840"/>
              <a:ext cx="360" cy="360"/>
            </p14:xfrm>
          </p:contentPart>
        </mc:Choice>
        <mc:Fallback xmlns="">
          <p:pic>
            <p:nvPicPr>
              <p:cNvPr id="47" name="Ink 46">
                <a:extLst>
                  <a:ext uri="{FF2B5EF4-FFF2-40B4-BE49-F238E27FC236}">
                    <a16:creationId xmlns:a16="http://schemas.microsoft.com/office/drawing/2014/main" id="{A8428E99-0A27-2221-3230-AC5A6D6825BF}"/>
                  </a:ext>
                </a:extLst>
              </p:cNvPr>
              <p:cNvPicPr/>
              <p:nvPr/>
            </p:nvPicPr>
            <p:blipFill>
              <a:blip r:embed="rId39"/>
              <a:stretch>
                <a:fillRect/>
              </a:stretch>
            </p:blipFill>
            <p:spPr>
              <a:xfrm>
                <a:off x="3273720" y="220684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9" name="Ink 58">
                <a:extLst>
                  <a:ext uri="{FF2B5EF4-FFF2-40B4-BE49-F238E27FC236}">
                    <a16:creationId xmlns:a16="http://schemas.microsoft.com/office/drawing/2014/main" id="{4C079DB2-B3F7-91E9-135C-68EF4CC41CFB}"/>
                  </a:ext>
                </a:extLst>
              </p14:cNvPr>
              <p14:cNvContentPartPr/>
              <p14:nvPr/>
            </p14:nvContentPartPr>
            <p14:xfrm>
              <a:off x="2006160" y="1660360"/>
              <a:ext cx="168840" cy="281160"/>
            </p14:xfrm>
          </p:contentPart>
        </mc:Choice>
        <mc:Fallback xmlns="">
          <p:pic>
            <p:nvPicPr>
              <p:cNvPr id="59" name="Ink 58">
                <a:extLst>
                  <a:ext uri="{FF2B5EF4-FFF2-40B4-BE49-F238E27FC236}">
                    <a16:creationId xmlns:a16="http://schemas.microsoft.com/office/drawing/2014/main" id="{4C079DB2-B3F7-91E9-135C-68EF4CC41CFB}"/>
                  </a:ext>
                </a:extLst>
              </p:cNvPr>
              <p:cNvPicPr/>
              <p:nvPr/>
            </p:nvPicPr>
            <p:blipFill>
              <a:blip r:embed="rId41"/>
              <a:stretch>
                <a:fillRect/>
              </a:stretch>
            </p:blipFill>
            <p:spPr>
              <a:xfrm>
                <a:off x="1988520" y="1642720"/>
                <a:ext cx="20448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70" name="Ink 69">
                <a:extLst>
                  <a:ext uri="{FF2B5EF4-FFF2-40B4-BE49-F238E27FC236}">
                    <a16:creationId xmlns:a16="http://schemas.microsoft.com/office/drawing/2014/main" id="{73649BBA-826E-0D0A-D0C3-EBA851AA7A34}"/>
                  </a:ext>
                </a:extLst>
              </p14:cNvPr>
              <p14:cNvContentPartPr/>
              <p14:nvPr/>
            </p14:nvContentPartPr>
            <p14:xfrm>
              <a:off x="1936680" y="1675480"/>
              <a:ext cx="110520" cy="306000"/>
            </p14:xfrm>
          </p:contentPart>
        </mc:Choice>
        <mc:Fallback xmlns="">
          <p:pic>
            <p:nvPicPr>
              <p:cNvPr id="70" name="Ink 69">
                <a:extLst>
                  <a:ext uri="{FF2B5EF4-FFF2-40B4-BE49-F238E27FC236}">
                    <a16:creationId xmlns:a16="http://schemas.microsoft.com/office/drawing/2014/main" id="{73649BBA-826E-0D0A-D0C3-EBA851AA7A34}"/>
                  </a:ext>
                </a:extLst>
              </p:cNvPr>
              <p:cNvPicPr/>
              <p:nvPr/>
            </p:nvPicPr>
            <p:blipFill>
              <a:blip r:embed="rId44"/>
              <a:stretch>
                <a:fillRect/>
              </a:stretch>
            </p:blipFill>
            <p:spPr>
              <a:xfrm>
                <a:off x="1918680" y="1657840"/>
                <a:ext cx="14616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71" name="Ink 70">
                <a:extLst>
                  <a:ext uri="{FF2B5EF4-FFF2-40B4-BE49-F238E27FC236}">
                    <a16:creationId xmlns:a16="http://schemas.microsoft.com/office/drawing/2014/main" id="{CDD5EB75-CAB2-A199-DEDD-554215B51BD4}"/>
                  </a:ext>
                </a:extLst>
              </p14:cNvPr>
              <p14:cNvContentPartPr/>
              <p14:nvPr/>
            </p14:nvContentPartPr>
            <p14:xfrm>
              <a:off x="1929120" y="1798240"/>
              <a:ext cx="57960" cy="122040"/>
            </p14:xfrm>
          </p:contentPart>
        </mc:Choice>
        <mc:Fallback xmlns="">
          <p:pic>
            <p:nvPicPr>
              <p:cNvPr id="71" name="Ink 70">
                <a:extLst>
                  <a:ext uri="{FF2B5EF4-FFF2-40B4-BE49-F238E27FC236}">
                    <a16:creationId xmlns:a16="http://schemas.microsoft.com/office/drawing/2014/main" id="{CDD5EB75-CAB2-A199-DEDD-554215B51BD4}"/>
                  </a:ext>
                </a:extLst>
              </p:cNvPr>
              <p:cNvPicPr/>
              <p:nvPr/>
            </p:nvPicPr>
            <p:blipFill>
              <a:blip r:embed="rId46"/>
              <a:stretch>
                <a:fillRect/>
              </a:stretch>
            </p:blipFill>
            <p:spPr>
              <a:xfrm>
                <a:off x="1911120" y="1780240"/>
                <a:ext cx="9360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75" name="Ink 74">
                <a:extLst>
                  <a:ext uri="{FF2B5EF4-FFF2-40B4-BE49-F238E27FC236}">
                    <a16:creationId xmlns:a16="http://schemas.microsoft.com/office/drawing/2014/main" id="{9EA4FA8C-4768-5767-58A6-A816CD58271F}"/>
                  </a:ext>
                </a:extLst>
              </p14:cNvPr>
              <p14:cNvContentPartPr/>
              <p14:nvPr/>
            </p14:nvContentPartPr>
            <p14:xfrm>
              <a:off x="1973040" y="1660720"/>
              <a:ext cx="79560" cy="6120"/>
            </p14:xfrm>
          </p:contentPart>
        </mc:Choice>
        <mc:Fallback xmlns="">
          <p:pic>
            <p:nvPicPr>
              <p:cNvPr id="75" name="Ink 74">
                <a:extLst>
                  <a:ext uri="{FF2B5EF4-FFF2-40B4-BE49-F238E27FC236}">
                    <a16:creationId xmlns:a16="http://schemas.microsoft.com/office/drawing/2014/main" id="{9EA4FA8C-4768-5767-58A6-A816CD58271F}"/>
                  </a:ext>
                </a:extLst>
              </p:cNvPr>
              <p:cNvPicPr/>
              <p:nvPr/>
            </p:nvPicPr>
            <p:blipFill>
              <a:blip r:embed="rId48"/>
              <a:stretch>
                <a:fillRect/>
              </a:stretch>
            </p:blipFill>
            <p:spPr>
              <a:xfrm>
                <a:off x="1955040" y="1642720"/>
                <a:ext cx="11520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76" name="Ink 75">
                <a:extLst>
                  <a:ext uri="{FF2B5EF4-FFF2-40B4-BE49-F238E27FC236}">
                    <a16:creationId xmlns:a16="http://schemas.microsoft.com/office/drawing/2014/main" id="{867313C6-A9C8-3B05-F003-34CFF5D62F5D}"/>
                  </a:ext>
                </a:extLst>
              </p14:cNvPr>
              <p14:cNvContentPartPr/>
              <p14:nvPr/>
            </p14:nvContentPartPr>
            <p14:xfrm>
              <a:off x="1921200" y="1773040"/>
              <a:ext cx="115920" cy="129600"/>
            </p14:xfrm>
          </p:contentPart>
        </mc:Choice>
        <mc:Fallback xmlns="">
          <p:pic>
            <p:nvPicPr>
              <p:cNvPr id="76" name="Ink 75">
                <a:extLst>
                  <a:ext uri="{FF2B5EF4-FFF2-40B4-BE49-F238E27FC236}">
                    <a16:creationId xmlns:a16="http://schemas.microsoft.com/office/drawing/2014/main" id="{867313C6-A9C8-3B05-F003-34CFF5D62F5D}"/>
                  </a:ext>
                </a:extLst>
              </p:cNvPr>
              <p:cNvPicPr/>
              <p:nvPr/>
            </p:nvPicPr>
            <p:blipFill>
              <a:blip r:embed="rId50"/>
              <a:stretch>
                <a:fillRect/>
              </a:stretch>
            </p:blipFill>
            <p:spPr>
              <a:xfrm>
                <a:off x="1903560" y="1755040"/>
                <a:ext cx="151560" cy="165240"/>
              </a:xfrm>
              <a:prstGeom prst="rect">
                <a:avLst/>
              </a:prstGeom>
            </p:spPr>
          </p:pic>
        </mc:Fallback>
      </mc:AlternateContent>
      <p:grpSp>
        <p:nvGrpSpPr>
          <p:cNvPr id="80" name="Group 79">
            <a:extLst>
              <a:ext uri="{FF2B5EF4-FFF2-40B4-BE49-F238E27FC236}">
                <a16:creationId xmlns:a16="http://schemas.microsoft.com/office/drawing/2014/main" id="{753F723F-CBDB-7BB0-D198-10FB8454E8C2}"/>
              </a:ext>
            </a:extLst>
          </p:cNvPr>
          <p:cNvGrpSpPr/>
          <p:nvPr/>
        </p:nvGrpSpPr>
        <p:grpSpPr>
          <a:xfrm>
            <a:off x="1933380" y="1825555"/>
            <a:ext cx="35640" cy="86040"/>
            <a:chOff x="1933380" y="1825555"/>
            <a:chExt cx="35640" cy="86040"/>
          </a:xfrm>
        </p:grpSpPr>
        <mc:AlternateContent xmlns:mc="http://schemas.openxmlformats.org/markup-compatibility/2006" xmlns:p14="http://schemas.microsoft.com/office/powerpoint/2010/main">
          <mc:Choice Requires="p14">
            <p:contentPart p14:bwMode="auto" r:id="rId51">
              <p14:nvContentPartPr>
                <p14:cNvPr id="78" name="Ink 77">
                  <a:extLst>
                    <a:ext uri="{FF2B5EF4-FFF2-40B4-BE49-F238E27FC236}">
                      <a16:creationId xmlns:a16="http://schemas.microsoft.com/office/drawing/2014/main" id="{BF87B98C-14F5-CA6F-ACD7-695548845C3E}"/>
                    </a:ext>
                  </a:extLst>
                </p14:cNvPr>
                <p14:cNvContentPartPr/>
                <p14:nvPr/>
              </p14:nvContentPartPr>
              <p14:xfrm>
                <a:off x="1967940" y="1825555"/>
                <a:ext cx="1080" cy="360"/>
              </p14:xfrm>
            </p:contentPart>
          </mc:Choice>
          <mc:Fallback xmlns="">
            <p:pic>
              <p:nvPicPr>
                <p:cNvPr id="78" name="Ink 77">
                  <a:extLst>
                    <a:ext uri="{FF2B5EF4-FFF2-40B4-BE49-F238E27FC236}">
                      <a16:creationId xmlns:a16="http://schemas.microsoft.com/office/drawing/2014/main" id="{BF87B98C-14F5-CA6F-ACD7-695548845C3E}"/>
                    </a:ext>
                  </a:extLst>
                </p:cNvPr>
                <p:cNvPicPr/>
                <p:nvPr/>
              </p:nvPicPr>
              <p:blipFill>
                <a:blip r:embed="rId52"/>
                <a:stretch>
                  <a:fillRect/>
                </a:stretch>
              </p:blipFill>
              <p:spPr>
                <a:xfrm>
                  <a:off x="1949940" y="1807555"/>
                  <a:ext cx="367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9" name="Ink 78">
                  <a:extLst>
                    <a:ext uri="{FF2B5EF4-FFF2-40B4-BE49-F238E27FC236}">
                      <a16:creationId xmlns:a16="http://schemas.microsoft.com/office/drawing/2014/main" id="{CC8B6EB2-70F4-2F9D-FACC-D2102371AFC6}"/>
                    </a:ext>
                  </a:extLst>
                </p14:cNvPr>
                <p14:cNvContentPartPr/>
                <p14:nvPr/>
              </p14:nvContentPartPr>
              <p14:xfrm>
                <a:off x="1933380" y="1911235"/>
                <a:ext cx="360" cy="360"/>
              </p14:xfrm>
            </p:contentPart>
          </mc:Choice>
          <mc:Fallback xmlns="">
            <p:pic>
              <p:nvPicPr>
                <p:cNvPr id="79" name="Ink 78">
                  <a:extLst>
                    <a:ext uri="{FF2B5EF4-FFF2-40B4-BE49-F238E27FC236}">
                      <a16:creationId xmlns:a16="http://schemas.microsoft.com/office/drawing/2014/main" id="{CC8B6EB2-70F4-2F9D-FACC-D2102371AFC6}"/>
                    </a:ext>
                  </a:extLst>
                </p:cNvPr>
                <p:cNvPicPr/>
                <p:nvPr/>
              </p:nvPicPr>
              <p:blipFill>
                <a:blip r:embed="rId39"/>
                <a:stretch>
                  <a:fillRect/>
                </a:stretch>
              </p:blipFill>
              <p:spPr>
                <a:xfrm>
                  <a:off x="1915740" y="1893595"/>
                  <a:ext cx="36000" cy="36000"/>
                </a:xfrm>
                <a:prstGeom prst="rect">
                  <a:avLst/>
                </a:prstGeom>
              </p:spPr>
            </p:pic>
          </mc:Fallback>
        </mc:AlternateContent>
      </p:grpSp>
      <p:grpSp>
        <p:nvGrpSpPr>
          <p:cNvPr id="83" name="Group 82">
            <a:extLst>
              <a:ext uri="{FF2B5EF4-FFF2-40B4-BE49-F238E27FC236}">
                <a16:creationId xmlns:a16="http://schemas.microsoft.com/office/drawing/2014/main" id="{7967870A-D3EF-1F3C-C997-6AC453D022CA}"/>
              </a:ext>
            </a:extLst>
          </p:cNvPr>
          <p:cNvGrpSpPr/>
          <p:nvPr/>
        </p:nvGrpSpPr>
        <p:grpSpPr>
          <a:xfrm>
            <a:off x="1968300" y="1660315"/>
            <a:ext cx="6840" cy="73440"/>
            <a:chOff x="1968300" y="1660315"/>
            <a:chExt cx="6840" cy="73440"/>
          </a:xfrm>
        </p:grpSpPr>
        <mc:AlternateContent xmlns:mc="http://schemas.openxmlformats.org/markup-compatibility/2006" xmlns:p14="http://schemas.microsoft.com/office/powerpoint/2010/main">
          <mc:Choice Requires="p14">
            <p:contentPart p14:bwMode="auto" r:id="rId54">
              <p14:nvContentPartPr>
                <p14:cNvPr id="81" name="Ink 80">
                  <a:extLst>
                    <a:ext uri="{FF2B5EF4-FFF2-40B4-BE49-F238E27FC236}">
                      <a16:creationId xmlns:a16="http://schemas.microsoft.com/office/drawing/2014/main" id="{C4005B88-B198-9609-BC08-723025EC73E4}"/>
                    </a:ext>
                  </a:extLst>
                </p14:cNvPr>
                <p14:cNvContentPartPr/>
                <p14:nvPr/>
              </p14:nvContentPartPr>
              <p14:xfrm>
                <a:off x="1974780" y="1733395"/>
                <a:ext cx="360" cy="360"/>
              </p14:xfrm>
            </p:contentPart>
          </mc:Choice>
          <mc:Fallback xmlns="">
            <p:pic>
              <p:nvPicPr>
                <p:cNvPr id="81" name="Ink 80">
                  <a:extLst>
                    <a:ext uri="{FF2B5EF4-FFF2-40B4-BE49-F238E27FC236}">
                      <a16:creationId xmlns:a16="http://schemas.microsoft.com/office/drawing/2014/main" id="{C4005B88-B198-9609-BC08-723025EC73E4}"/>
                    </a:ext>
                  </a:extLst>
                </p:cNvPr>
                <p:cNvPicPr/>
                <p:nvPr/>
              </p:nvPicPr>
              <p:blipFill>
                <a:blip r:embed="rId39"/>
                <a:stretch>
                  <a:fillRect/>
                </a:stretch>
              </p:blipFill>
              <p:spPr>
                <a:xfrm>
                  <a:off x="1956780" y="171575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82" name="Ink 81">
                  <a:extLst>
                    <a:ext uri="{FF2B5EF4-FFF2-40B4-BE49-F238E27FC236}">
                      <a16:creationId xmlns:a16="http://schemas.microsoft.com/office/drawing/2014/main" id="{AD17C67B-4C76-F960-9410-A02AD47B6D0A}"/>
                    </a:ext>
                  </a:extLst>
                </p14:cNvPr>
                <p14:cNvContentPartPr/>
                <p14:nvPr/>
              </p14:nvContentPartPr>
              <p14:xfrm>
                <a:off x="1968300" y="1660315"/>
                <a:ext cx="360" cy="360"/>
              </p14:xfrm>
            </p:contentPart>
          </mc:Choice>
          <mc:Fallback xmlns="">
            <p:pic>
              <p:nvPicPr>
                <p:cNvPr id="82" name="Ink 81">
                  <a:extLst>
                    <a:ext uri="{FF2B5EF4-FFF2-40B4-BE49-F238E27FC236}">
                      <a16:creationId xmlns:a16="http://schemas.microsoft.com/office/drawing/2014/main" id="{AD17C67B-4C76-F960-9410-A02AD47B6D0A}"/>
                    </a:ext>
                  </a:extLst>
                </p:cNvPr>
                <p:cNvPicPr/>
                <p:nvPr/>
              </p:nvPicPr>
              <p:blipFill>
                <a:blip r:embed="rId39"/>
                <a:stretch>
                  <a:fillRect/>
                </a:stretch>
              </p:blipFill>
              <p:spPr>
                <a:xfrm>
                  <a:off x="1950660" y="1642675"/>
                  <a:ext cx="36000" cy="36000"/>
                </a:xfrm>
                <a:prstGeom prst="rect">
                  <a:avLst/>
                </a:prstGeom>
              </p:spPr>
            </p:pic>
          </mc:Fallback>
        </mc:AlternateContent>
      </p:grpSp>
      <p:pic>
        <p:nvPicPr>
          <p:cNvPr id="85" name="Picture 84">
            <a:extLst>
              <a:ext uri="{FF2B5EF4-FFF2-40B4-BE49-F238E27FC236}">
                <a16:creationId xmlns:a16="http://schemas.microsoft.com/office/drawing/2014/main" id="{8332070D-2A30-7576-BF6E-F8054F58CD6A}"/>
              </a:ext>
            </a:extLst>
          </p:cNvPr>
          <p:cNvPicPr>
            <a:picLocks noChangeAspect="1"/>
          </p:cNvPicPr>
          <p:nvPr/>
        </p:nvPicPr>
        <p:blipFill>
          <a:blip r:embed="rId56">
            <a:biLevel thresh="25000"/>
          </a:blip>
          <a:stretch>
            <a:fillRect/>
          </a:stretch>
        </p:blipFill>
        <p:spPr>
          <a:xfrm>
            <a:off x="3149047" y="1972666"/>
            <a:ext cx="474103" cy="364695"/>
          </a:xfrm>
          <a:prstGeom prst="rect">
            <a:avLst/>
          </a:prstGeom>
        </p:spPr>
      </p:pic>
      <p:cxnSp>
        <p:nvCxnSpPr>
          <p:cNvPr id="89" name="Straight Connector 88">
            <a:extLst>
              <a:ext uri="{FF2B5EF4-FFF2-40B4-BE49-F238E27FC236}">
                <a16:creationId xmlns:a16="http://schemas.microsoft.com/office/drawing/2014/main" id="{A70282BF-7BDA-680A-3032-41A8DD007902}"/>
              </a:ext>
            </a:extLst>
          </p:cNvPr>
          <p:cNvCxnSpPr/>
          <p:nvPr/>
        </p:nvCxnSpPr>
        <p:spPr>
          <a:xfrm flipV="1">
            <a:off x="3291720" y="2300497"/>
            <a:ext cx="0" cy="215367"/>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57">
            <p14:nvContentPartPr>
              <p14:cNvPr id="90" name="Ink 89">
                <a:extLst>
                  <a:ext uri="{FF2B5EF4-FFF2-40B4-BE49-F238E27FC236}">
                    <a16:creationId xmlns:a16="http://schemas.microsoft.com/office/drawing/2014/main" id="{8BEB6D6D-276E-ED88-B732-E92360BB9CE7}"/>
                  </a:ext>
                </a:extLst>
              </p14:cNvPr>
              <p14:cNvContentPartPr/>
              <p14:nvPr/>
            </p14:nvContentPartPr>
            <p14:xfrm>
              <a:off x="3383700" y="2066755"/>
              <a:ext cx="163080" cy="163080"/>
            </p14:xfrm>
          </p:contentPart>
        </mc:Choice>
        <mc:Fallback xmlns="">
          <p:pic>
            <p:nvPicPr>
              <p:cNvPr id="90" name="Ink 89">
                <a:extLst>
                  <a:ext uri="{FF2B5EF4-FFF2-40B4-BE49-F238E27FC236}">
                    <a16:creationId xmlns:a16="http://schemas.microsoft.com/office/drawing/2014/main" id="{8BEB6D6D-276E-ED88-B732-E92360BB9CE7}"/>
                  </a:ext>
                </a:extLst>
              </p:cNvPr>
              <p:cNvPicPr/>
              <p:nvPr/>
            </p:nvPicPr>
            <p:blipFill>
              <a:blip r:embed="rId58"/>
              <a:stretch>
                <a:fillRect/>
              </a:stretch>
            </p:blipFill>
            <p:spPr>
              <a:xfrm>
                <a:off x="3365700" y="2048755"/>
                <a:ext cx="198720" cy="198720"/>
              </a:xfrm>
              <a:prstGeom prst="rect">
                <a:avLst/>
              </a:prstGeom>
            </p:spPr>
          </p:pic>
        </mc:Fallback>
      </mc:AlternateContent>
      <p:pic>
        <p:nvPicPr>
          <p:cNvPr id="91" name="Picture 90">
            <a:extLst>
              <a:ext uri="{FF2B5EF4-FFF2-40B4-BE49-F238E27FC236}">
                <a16:creationId xmlns:a16="http://schemas.microsoft.com/office/drawing/2014/main" id="{91536A35-28C9-31D9-601B-6A5E4740032B}"/>
              </a:ext>
            </a:extLst>
          </p:cNvPr>
          <p:cNvPicPr>
            <a:picLocks noChangeAspect="1"/>
          </p:cNvPicPr>
          <p:nvPr/>
        </p:nvPicPr>
        <p:blipFill>
          <a:blip r:embed="rId56">
            <a:biLevel thresh="25000"/>
          </a:blip>
          <a:stretch>
            <a:fillRect/>
          </a:stretch>
        </p:blipFill>
        <p:spPr>
          <a:xfrm>
            <a:off x="184052" y="1913741"/>
            <a:ext cx="474103" cy="364695"/>
          </a:xfrm>
          <a:prstGeom prst="rect">
            <a:avLst/>
          </a:prstGeom>
        </p:spPr>
      </p:pic>
      <p:cxnSp>
        <p:nvCxnSpPr>
          <p:cNvPr id="92" name="Straight Connector 91">
            <a:extLst>
              <a:ext uri="{FF2B5EF4-FFF2-40B4-BE49-F238E27FC236}">
                <a16:creationId xmlns:a16="http://schemas.microsoft.com/office/drawing/2014/main" id="{7CBA1091-1B1D-B968-724A-3E0E36A4177A}"/>
              </a:ext>
            </a:extLst>
          </p:cNvPr>
          <p:cNvCxnSpPr/>
          <p:nvPr/>
        </p:nvCxnSpPr>
        <p:spPr>
          <a:xfrm flipV="1">
            <a:off x="313570" y="2239343"/>
            <a:ext cx="0" cy="215367"/>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59">
            <p14:nvContentPartPr>
              <p14:cNvPr id="93" name="Ink 92">
                <a:extLst>
                  <a:ext uri="{FF2B5EF4-FFF2-40B4-BE49-F238E27FC236}">
                    <a16:creationId xmlns:a16="http://schemas.microsoft.com/office/drawing/2014/main" id="{0C91AB83-A41D-7169-1B2C-9D7C1CF397F4}"/>
                  </a:ext>
                </a:extLst>
              </p14:cNvPr>
              <p14:cNvContentPartPr/>
              <p14:nvPr/>
            </p14:nvContentPartPr>
            <p14:xfrm>
              <a:off x="443640" y="1972435"/>
              <a:ext cx="137160" cy="221040"/>
            </p14:xfrm>
          </p:contentPart>
        </mc:Choice>
        <mc:Fallback xmlns="">
          <p:pic>
            <p:nvPicPr>
              <p:cNvPr id="93" name="Ink 92">
                <a:extLst>
                  <a:ext uri="{FF2B5EF4-FFF2-40B4-BE49-F238E27FC236}">
                    <a16:creationId xmlns:a16="http://schemas.microsoft.com/office/drawing/2014/main" id="{0C91AB83-A41D-7169-1B2C-9D7C1CF397F4}"/>
                  </a:ext>
                </a:extLst>
              </p:cNvPr>
              <p:cNvPicPr/>
              <p:nvPr/>
            </p:nvPicPr>
            <p:blipFill>
              <a:blip r:embed="rId60"/>
              <a:stretch>
                <a:fillRect/>
              </a:stretch>
            </p:blipFill>
            <p:spPr>
              <a:xfrm>
                <a:off x="426000" y="1954435"/>
                <a:ext cx="172800" cy="256680"/>
              </a:xfrm>
              <a:prstGeom prst="rect">
                <a:avLst/>
              </a:prstGeom>
            </p:spPr>
          </p:pic>
        </mc:Fallback>
      </mc:AlternateContent>
      <p:grpSp>
        <p:nvGrpSpPr>
          <p:cNvPr id="96" name="Group 95">
            <a:extLst>
              <a:ext uri="{FF2B5EF4-FFF2-40B4-BE49-F238E27FC236}">
                <a16:creationId xmlns:a16="http://schemas.microsoft.com/office/drawing/2014/main" id="{068287CC-D925-C103-2908-86D76610EACB}"/>
              </a:ext>
            </a:extLst>
          </p:cNvPr>
          <p:cNvGrpSpPr/>
          <p:nvPr/>
        </p:nvGrpSpPr>
        <p:grpSpPr>
          <a:xfrm>
            <a:off x="317280" y="2447995"/>
            <a:ext cx="6840" cy="12960"/>
            <a:chOff x="317280" y="2447995"/>
            <a:chExt cx="6840" cy="12960"/>
          </a:xfrm>
        </p:grpSpPr>
        <mc:AlternateContent xmlns:mc="http://schemas.openxmlformats.org/markup-compatibility/2006" xmlns:p14="http://schemas.microsoft.com/office/powerpoint/2010/main">
          <mc:Choice Requires="p14">
            <p:contentPart p14:bwMode="auto" r:id="rId61">
              <p14:nvContentPartPr>
                <p14:cNvPr id="94" name="Ink 93">
                  <a:extLst>
                    <a:ext uri="{FF2B5EF4-FFF2-40B4-BE49-F238E27FC236}">
                      <a16:creationId xmlns:a16="http://schemas.microsoft.com/office/drawing/2014/main" id="{3B372979-A10B-4E96-74F3-D09AB04707CD}"/>
                    </a:ext>
                  </a:extLst>
                </p14:cNvPr>
                <p14:cNvContentPartPr/>
                <p14:nvPr/>
              </p14:nvContentPartPr>
              <p14:xfrm>
                <a:off x="323760" y="2460595"/>
                <a:ext cx="360" cy="360"/>
              </p14:xfrm>
            </p:contentPart>
          </mc:Choice>
          <mc:Fallback xmlns="">
            <p:pic>
              <p:nvPicPr>
                <p:cNvPr id="94" name="Ink 93">
                  <a:extLst>
                    <a:ext uri="{FF2B5EF4-FFF2-40B4-BE49-F238E27FC236}">
                      <a16:creationId xmlns:a16="http://schemas.microsoft.com/office/drawing/2014/main" id="{3B372979-A10B-4E96-74F3-D09AB04707CD}"/>
                    </a:ext>
                  </a:extLst>
                </p:cNvPr>
                <p:cNvPicPr/>
                <p:nvPr/>
              </p:nvPicPr>
              <p:blipFill>
                <a:blip r:embed="rId62"/>
                <a:stretch>
                  <a:fillRect/>
                </a:stretch>
              </p:blipFill>
              <p:spPr>
                <a:xfrm>
                  <a:off x="314760" y="245159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95" name="Ink 94">
                  <a:extLst>
                    <a:ext uri="{FF2B5EF4-FFF2-40B4-BE49-F238E27FC236}">
                      <a16:creationId xmlns:a16="http://schemas.microsoft.com/office/drawing/2014/main" id="{6357DF27-027D-F512-A9FC-11B1B4A40833}"/>
                    </a:ext>
                  </a:extLst>
                </p14:cNvPr>
                <p14:cNvContentPartPr/>
                <p14:nvPr/>
              </p14:nvContentPartPr>
              <p14:xfrm>
                <a:off x="317280" y="2447995"/>
                <a:ext cx="360" cy="360"/>
              </p14:xfrm>
            </p:contentPart>
          </mc:Choice>
          <mc:Fallback xmlns="">
            <p:pic>
              <p:nvPicPr>
                <p:cNvPr id="95" name="Ink 94">
                  <a:extLst>
                    <a:ext uri="{FF2B5EF4-FFF2-40B4-BE49-F238E27FC236}">
                      <a16:creationId xmlns:a16="http://schemas.microsoft.com/office/drawing/2014/main" id="{6357DF27-027D-F512-A9FC-11B1B4A40833}"/>
                    </a:ext>
                  </a:extLst>
                </p:cNvPr>
                <p:cNvPicPr/>
                <p:nvPr/>
              </p:nvPicPr>
              <p:blipFill>
                <a:blip r:embed="rId62"/>
                <a:stretch>
                  <a:fillRect/>
                </a:stretch>
              </p:blipFill>
              <p:spPr>
                <a:xfrm>
                  <a:off x="308640" y="2438995"/>
                  <a:ext cx="18000" cy="18000"/>
                </a:xfrm>
                <a:prstGeom prst="rect">
                  <a:avLst/>
                </a:prstGeom>
              </p:spPr>
            </p:pic>
          </mc:Fallback>
        </mc:AlternateContent>
      </p:gr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AC92B3BB-58BC-CA04-525E-43FF8AAE5331}"/>
                  </a:ext>
                </a:extLst>
              </p:cNvPr>
              <p:cNvSpPr txBox="1"/>
              <p:nvPr/>
            </p:nvSpPr>
            <p:spPr>
              <a:xfrm>
                <a:off x="21111" y="1247564"/>
                <a:ext cx="956733" cy="2832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𝐿</m:t>
                          </m:r>
                        </m:e>
                        <m:sub>
                          <m:r>
                            <a:rPr lang="en-US" sz="1200" b="0" i="1" smtClean="0">
                              <a:latin typeface="Cambria Math" panose="02040503050406030204" pitchFamily="18" charset="0"/>
                            </a:rPr>
                            <m:t>1</m:t>
                          </m:r>
                        </m:sub>
                      </m:sSub>
                    </m:oMath>
                  </m:oMathPara>
                </a14:m>
                <a:endParaRPr lang="en-US" dirty="0"/>
              </a:p>
            </p:txBody>
          </p:sp>
        </mc:Choice>
        <mc:Fallback xmlns="">
          <p:sp>
            <p:nvSpPr>
              <p:cNvPr id="97" name="TextBox 96">
                <a:extLst>
                  <a:ext uri="{FF2B5EF4-FFF2-40B4-BE49-F238E27FC236}">
                    <a16:creationId xmlns:a16="http://schemas.microsoft.com/office/drawing/2014/main" id="{AC92B3BB-58BC-CA04-525E-43FF8AAE5331}"/>
                  </a:ext>
                </a:extLst>
              </p:cNvPr>
              <p:cNvSpPr txBox="1">
                <a:spLocks noRot="1" noChangeAspect="1" noMove="1" noResize="1" noEditPoints="1" noAdjustHandles="1" noChangeArrowheads="1" noChangeShapeType="1" noTextEdit="1"/>
              </p:cNvSpPr>
              <p:nvPr/>
            </p:nvSpPr>
            <p:spPr>
              <a:xfrm>
                <a:off x="21111" y="1247564"/>
                <a:ext cx="956733" cy="283219"/>
              </a:xfrm>
              <a:prstGeom prst="rect">
                <a:avLst/>
              </a:prstGeom>
              <a:blipFill>
                <a:blip r:embed="rId6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CCE345D7-273D-A4FB-5590-31C9642E78CF}"/>
                  </a:ext>
                </a:extLst>
              </p:cNvPr>
              <p:cNvSpPr txBox="1"/>
              <p:nvPr/>
            </p:nvSpPr>
            <p:spPr>
              <a:xfrm>
                <a:off x="3044361" y="2126955"/>
                <a:ext cx="956733"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𝑥</m:t>
                          </m:r>
                          <m:r>
                            <a:rPr lang="en-US" sz="1200" b="0" i="1" smtClean="0">
                              <a:latin typeface="Cambria Math" panose="02040503050406030204" pitchFamily="18" charset="0"/>
                            </a:rPr>
                            <m:t>2</m:t>
                          </m:r>
                        </m:sub>
                      </m:sSub>
                    </m:oMath>
                  </m:oMathPara>
                </a14:m>
                <a:endParaRPr lang="en-US" dirty="0"/>
              </a:p>
            </p:txBody>
          </p:sp>
        </mc:Choice>
        <mc:Fallback xmlns="">
          <p:sp>
            <p:nvSpPr>
              <p:cNvPr id="98" name="TextBox 97">
                <a:extLst>
                  <a:ext uri="{FF2B5EF4-FFF2-40B4-BE49-F238E27FC236}">
                    <a16:creationId xmlns:a16="http://schemas.microsoft.com/office/drawing/2014/main" id="{CCE345D7-273D-A4FB-5590-31C9642E78CF}"/>
                  </a:ext>
                </a:extLst>
              </p:cNvPr>
              <p:cNvSpPr txBox="1">
                <a:spLocks noRot="1" noChangeAspect="1" noMove="1" noResize="1" noEditPoints="1" noAdjustHandles="1" noChangeArrowheads="1" noChangeShapeType="1" noTextEdit="1"/>
              </p:cNvSpPr>
              <p:nvPr/>
            </p:nvSpPr>
            <p:spPr>
              <a:xfrm>
                <a:off x="3044361" y="2126955"/>
                <a:ext cx="956733" cy="276999"/>
              </a:xfrm>
              <a:prstGeom prst="rect">
                <a:avLst/>
              </a:prstGeom>
              <a:blipFill>
                <a:blip r:embed="rId6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D07DE697-5D5A-1ABB-E7E2-4576EE282E0F}"/>
                  </a:ext>
                </a:extLst>
              </p:cNvPr>
              <p:cNvSpPr txBox="1"/>
              <p:nvPr/>
            </p:nvSpPr>
            <p:spPr>
              <a:xfrm>
                <a:off x="-348980" y="2045713"/>
                <a:ext cx="956733"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𝑥</m:t>
                          </m:r>
                          <m:r>
                            <a:rPr lang="en-US" sz="1200" b="0" i="1" smtClean="0">
                              <a:latin typeface="Cambria Math" panose="02040503050406030204" pitchFamily="18" charset="0"/>
                            </a:rPr>
                            <m:t>1</m:t>
                          </m:r>
                        </m:sub>
                      </m:sSub>
                    </m:oMath>
                  </m:oMathPara>
                </a14:m>
                <a:endParaRPr lang="en-US" dirty="0"/>
              </a:p>
            </p:txBody>
          </p:sp>
        </mc:Choice>
        <mc:Fallback xmlns="">
          <p:sp>
            <p:nvSpPr>
              <p:cNvPr id="99" name="TextBox 98">
                <a:extLst>
                  <a:ext uri="{FF2B5EF4-FFF2-40B4-BE49-F238E27FC236}">
                    <a16:creationId xmlns:a16="http://schemas.microsoft.com/office/drawing/2014/main" id="{D07DE697-5D5A-1ABB-E7E2-4576EE282E0F}"/>
                  </a:ext>
                </a:extLst>
              </p:cNvPr>
              <p:cNvSpPr txBox="1">
                <a:spLocks noRot="1" noChangeAspect="1" noMove="1" noResize="1" noEditPoints="1" noAdjustHandles="1" noChangeArrowheads="1" noChangeShapeType="1" noTextEdit="1"/>
              </p:cNvSpPr>
              <p:nvPr/>
            </p:nvSpPr>
            <p:spPr>
              <a:xfrm>
                <a:off x="-348980" y="2045713"/>
                <a:ext cx="956733" cy="276999"/>
              </a:xfrm>
              <a:prstGeom prst="rect">
                <a:avLst/>
              </a:prstGeom>
              <a:blipFill>
                <a:blip r:embed="rId66"/>
                <a:stretch>
                  <a:fillRect/>
                </a:stretch>
              </a:blipFill>
            </p:spPr>
            <p:txBody>
              <a:bodyPr/>
              <a:lstStyle/>
              <a:p>
                <a:r>
                  <a:rPr lang="en-US">
                    <a:noFill/>
                  </a:rPr>
                  <a:t> </a:t>
                </a:r>
              </a:p>
            </p:txBody>
          </p:sp>
        </mc:Fallback>
      </mc:AlternateContent>
      <p:pic>
        <p:nvPicPr>
          <p:cNvPr id="33" name="Picture 32">
            <a:extLst>
              <a:ext uri="{FF2B5EF4-FFF2-40B4-BE49-F238E27FC236}">
                <a16:creationId xmlns:a16="http://schemas.microsoft.com/office/drawing/2014/main" id="{6B81BCFC-C4CD-C8D8-7C04-9A4ACFC37AFB}"/>
              </a:ext>
            </a:extLst>
          </p:cNvPr>
          <p:cNvPicPr>
            <a:picLocks noChangeAspect="1"/>
          </p:cNvPicPr>
          <p:nvPr/>
        </p:nvPicPr>
        <p:blipFill>
          <a:blip r:embed="rId67">
            <a:biLevel thresh="75000"/>
          </a:blip>
          <a:stretch>
            <a:fillRect/>
          </a:stretch>
        </p:blipFill>
        <p:spPr>
          <a:xfrm>
            <a:off x="574694" y="1081890"/>
            <a:ext cx="1028700" cy="2546350"/>
          </a:xfrm>
          <a:prstGeom prst="rect">
            <a:avLst/>
          </a:prstGeom>
        </p:spPr>
      </p:pic>
      <mc:AlternateContent xmlns:mc="http://schemas.openxmlformats.org/markup-compatibility/2006" xmlns:p14="http://schemas.microsoft.com/office/powerpoint/2010/main">
        <mc:Choice Requires="p14">
          <p:contentPart p14:bwMode="auto" r:id="rId68">
            <p14:nvContentPartPr>
              <p14:cNvPr id="34" name="Ink 33">
                <a:extLst>
                  <a:ext uri="{FF2B5EF4-FFF2-40B4-BE49-F238E27FC236}">
                    <a16:creationId xmlns:a16="http://schemas.microsoft.com/office/drawing/2014/main" id="{554B27AE-FE04-F526-DF2F-BEC34E813438}"/>
                  </a:ext>
                </a:extLst>
              </p14:cNvPr>
              <p14:cNvContentPartPr/>
              <p14:nvPr/>
            </p14:nvContentPartPr>
            <p14:xfrm>
              <a:off x="1351667" y="1484100"/>
              <a:ext cx="78840" cy="95400"/>
            </p14:xfrm>
          </p:contentPart>
        </mc:Choice>
        <mc:Fallback xmlns="">
          <p:pic>
            <p:nvPicPr>
              <p:cNvPr id="34" name="Ink 33">
                <a:extLst>
                  <a:ext uri="{FF2B5EF4-FFF2-40B4-BE49-F238E27FC236}">
                    <a16:creationId xmlns:a16="http://schemas.microsoft.com/office/drawing/2014/main" id="{554B27AE-FE04-F526-DF2F-BEC34E813438}"/>
                  </a:ext>
                </a:extLst>
              </p:cNvPr>
              <p:cNvPicPr/>
              <p:nvPr/>
            </p:nvPicPr>
            <p:blipFill>
              <a:blip r:embed="rId69"/>
              <a:stretch>
                <a:fillRect/>
              </a:stretch>
            </p:blipFill>
            <p:spPr>
              <a:xfrm>
                <a:off x="1333667" y="1466100"/>
                <a:ext cx="11448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B7DA6A46-3102-E758-7787-84A997CC6D66}"/>
                  </a:ext>
                </a:extLst>
              </p14:cNvPr>
              <p14:cNvContentPartPr/>
              <p14:nvPr/>
            </p14:nvContentPartPr>
            <p14:xfrm>
              <a:off x="1359227" y="1250460"/>
              <a:ext cx="91440" cy="114120"/>
            </p14:xfrm>
          </p:contentPart>
        </mc:Choice>
        <mc:Fallback xmlns="">
          <p:pic>
            <p:nvPicPr>
              <p:cNvPr id="45" name="Ink 44">
                <a:extLst>
                  <a:ext uri="{FF2B5EF4-FFF2-40B4-BE49-F238E27FC236}">
                    <a16:creationId xmlns:a16="http://schemas.microsoft.com/office/drawing/2014/main" id="{B7DA6A46-3102-E758-7787-84A997CC6D66}"/>
                  </a:ext>
                </a:extLst>
              </p:cNvPr>
              <p:cNvPicPr/>
              <p:nvPr/>
            </p:nvPicPr>
            <p:blipFill>
              <a:blip r:embed="rId71"/>
              <a:stretch>
                <a:fillRect/>
              </a:stretch>
            </p:blipFill>
            <p:spPr>
              <a:xfrm>
                <a:off x="1341587" y="1232820"/>
                <a:ext cx="12708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6" name="Ink 45">
                <a:extLst>
                  <a:ext uri="{FF2B5EF4-FFF2-40B4-BE49-F238E27FC236}">
                    <a16:creationId xmlns:a16="http://schemas.microsoft.com/office/drawing/2014/main" id="{81EE120E-E20D-F176-A49E-A9E2BDD42E85}"/>
                  </a:ext>
                </a:extLst>
              </p14:cNvPr>
              <p14:cNvContentPartPr/>
              <p14:nvPr/>
            </p14:nvContentPartPr>
            <p14:xfrm>
              <a:off x="447347" y="3326580"/>
              <a:ext cx="265680" cy="220680"/>
            </p14:xfrm>
          </p:contentPart>
        </mc:Choice>
        <mc:Fallback xmlns="">
          <p:pic>
            <p:nvPicPr>
              <p:cNvPr id="46" name="Ink 45">
                <a:extLst>
                  <a:ext uri="{FF2B5EF4-FFF2-40B4-BE49-F238E27FC236}">
                    <a16:creationId xmlns:a16="http://schemas.microsoft.com/office/drawing/2014/main" id="{81EE120E-E20D-F176-A49E-A9E2BDD42E85}"/>
                  </a:ext>
                </a:extLst>
              </p:cNvPr>
              <p:cNvPicPr/>
              <p:nvPr/>
            </p:nvPicPr>
            <p:blipFill>
              <a:blip r:embed="rId73"/>
              <a:stretch>
                <a:fillRect/>
              </a:stretch>
            </p:blipFill>
            <p:spPr>
              <a:xfrm>
                <a:off x="429707" y="3308940"/>
                <a:ext cx="30132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4" name="Ink 53">
                <a:extLst>
                  <a:ext uri="{FF2B5EF4-FFF2-40B4-BE49-F238E27FC236}">
                    <a16:creationId xmlns:a16="http://schemas.microsoft.com/office/drawing/2014/main" id="{36A1708E-E58E-86F6-98AB-47B24123CD6D}"/>
                  </a:ext>
                </a:extLst>
              </p14:cNvPr>
              <p14:cNvContentPartPr/>
              <p14:nvPr/>
            </p14:nvContentPartPr>
            <p14:xfrm>
              <a:off x="619427" y="3308580"/>
              <a:ext cx="55080" cy="229680"/>
            </p14:xfrm>
          </p:contentPart>
        </mc:Choice>
        <mc:Fallback xmlns="">
          <p:pic>
            <p:nvPicPr>
              <p:cNvPr id="54" name="Ink 53">
                <a:extLst>
                  <a:ext uri="{FF2B5EF4-FFF2-40B4-BE49-F238E27FC236}">
                    <a16:creationId xmlns:a16="http://schemas.microsoft.com/office/drawing/2014/main" id="{36A1708E-E58E-86F6-98AB-47B24123CD6D}"/>
                  </a:ext>
                </a:extLst>
              </p:cNvPr>
              <p:cNvPicPr/>
              <p:nvPr/>
            </p:nvPicPr>
            <p:blipFill>
              <a:blip r:embed="rId75"/>
              <a:stretch>
                <a:fillRect/>
              </a:stretch>
            </p:blipFill>
            <p:spPr>
              <a:xfrm>
                <a:off x="601787" y="3290580"/>
                <a:ext cx="90720" cy="265320"/>
              </a:xfrm>
              <a:prstGeom prst="rect">
                <a:avLst/>
              </a:prstGeom>
            </p:spPr>
          </p:pic>
        </mc:Fallback>
      </mc:AlternateContent>
    </p:spTree>
    <p:extLst>
      <p:ext uri="{BB962C8B-B14F-4D97-AF65-F5344CB8AC3E}">
        <p14:creationId xmlns:p14="http://schemas.microsoft.com/office/powerpoint/2010/main" val="3501400535"/>
      </p:ext>
    </p:extLst>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88A685-F4D3-10BE-A6BD-0AAF54902C2F}"/>
              </a:ext>
            </a:extLst>
          </p:cNvPr>
          <p:cNvPicPr>
            <a:picLocks noChangeAspect="1"/>
          </p:cNvPicPr>
          <p:nvPr/>
        </p:nvPicPr>
        <p:blipFill>
          <a:blip r:embed="rId2"/>
          <a:srcRect l="1338"/>
          <a:stretch>
            <a:fillRect/>
          </a:stretch>
        </p:blipFill>
        <p:spPr>
          <a:xfrm>
            <a:off x="5241375" y="2571960"/>
            <a:ext cx="3195316" cy="2052397"/>
          </a:xfrm>
          <a:prstGeom prst="rect">
            <a:avLst/>
          </a:prstGeom>
        </p:spPr>
      </p:pic>
      <p:pic>
        <p:nvPicPr>
          <p:cNvPr id="185" name="Picture 184">
            <a:extLst>
              <a:ext uri="{FF2B5EF4-FFF2-40B4-BE49-F238E27FC236}">
                <a16:creationId xmlns:a16="http://schemas.microsoft.com/office/drawing/2014/main" id="{5AE6E7CC-63C9-F626-E134-E0C81832195D}"/>
              </a:ext>
            </a:extLst>
          </p:cNvPr>
          <p:cNvPicPr>
            <a:picLocks noChangeAspect="1"/>
          </p:cNvPicPr>
          <p:nvPr/>
        </p:nvPicPr>
        <p:blipFill>
          <a:blip r:embed="rId3"/>
          <a:stretch>
            <a:fillRect/>
          </a:stretch>
        </p:blipFill>
        <p:spPr>
          <a:xfrm>
            <a:off x="5075160" y="519143"/>
            <a:ext cx="4395976" cy="1667680"/>
          </a:xfrm>
          <a:prstGeom prst="rect">
            <a:avLst/>
          </a:prstGeom>
        </p:spPr>
      </p:pic>
      <p:sp>
        <p:nvSpPr>
          <p:cNvPr id="2" name="Title 1">
            <a:extLst>
              <a:ext uri="{FF2B5EF4-FFF2-40B4-BE49-F238E27FC236}">
                <a16:creationId xmlns:a16="http://schemas.microsoft.com/office/drawing/2014/main" id="{484656F8-1DD9-A10E-30D4-BE2106074D8A}"/>
              </a:ext>
            </a:extLst>
          </p:cNvPr>
          <p:cNvSpPr>
            <a:spLocks noGrp="1"/>
          </p:cNvSpPr>
          <p:nvPr>
            <p:ph type="title"/>
          </p:nvPr>
        </p:nvSpPr>
        <p:spPr>
          <a:xfrm>
            <a:off x="174421" y="-10733"/>
            <a:ext cx="8458200" cy="610791"/>
          </a:xfrm>
        </p:spPr>
        <p:txBody>
          <a:bodyPr/>
          <a:lstStyle/>
          <a:p>
            <a:r>
              <a:rPr lang="en-US" dirty="0"/>
              <a:t>Control loop block diagram of the AEF</a:t>
            </a:r>
          </a:p>
        </p:txBody>
      </p:sp>
      <p:sp>
        <p:nvSpPr>
          <p:cNvPr id="4" name="Slide Number Placeholder 3">
            <a:extLst>
              <a:ext uri="{FF2B5EF4-FFF2-40B4-BE49-F238E27FC236}">
                <a16:creationId xmlns:a16="http://schemas.microsoft.com/office/drawing/2014/main" id="{719B0CD4-DDB3-17F5-240C-45878964D88A}"/>
              </a:ext>
            </a:extLst>
          </p:cNvPr>
          <p:cNvSpPr>
            <a:spLocks noGrp="1"/>
          </p:cNvSpPr>
          <p:nvPr>
            <p:ph type="sldNum" sz="quarter" idx="10"/>
          </p:nvPr>
        </p:nvSpPr>
        <p:spPr/>
        <p:txBody>
          <a:bodyPr/>
          <a:lstStyle/>
          <a:p>
            <a:pPr>
              <a:defRPr/>
            </a:pPr>
            <a:fld id="{2B97888F-6AF7-4263-B69D-592D8C33BAC7}" type="slidenum">
              <a:rPr lang="en-US" smtClean="0"/>
              <a:pPr>
                <a:defRPr/>
              </a:pPr>
              <a:t>20</a:t>
            </a:fld>
            <a:endParaRPr lang="en-US"/>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3E8E9585-F31F-8AEC-7C40-B3E6E39F7141}"/>
                  </a:ext>
                </a:extLst>
              </p:cNvPr>
              <p:cNvSpPr txBox="1"/>
              <p:nvPr/>
            </p:nvSpPr>
            <p:spPr>
              <a:xfrm>
                <a:off x="110172" y="519143"/>
                <a:ext cx="2555585" cy="4341060"/>
              </a:xfrm>
              <a:prstGeom prst="rect">
                <a:avLst/>
              </a:prstGeom>
              <a:noFill/>
            </p:spPr>
            <p:txBody>
              <a:bodyPr wrap="square" rtlCol="0">
                <a:spAutoFit/>
              </a:bodyPr>
              <a:lstStyle/>
              <a:p>
                <a:r>
                  <a:rPr lang="en-US" sz="1100" b="1" i="1" dirty="0">
                    <a:latin typeface="Aptos Serif" panose="02020604070405020304" pitchFamily="18" charset="0"/>
                    <a:cs typeface="Aptos Serif" panose="02020604070405020304" pitchFamily="18" charset="0"/>
                  </a:rPr>
                  <a:t>The reference is kept as 0 Amp  as </a:t>
                </a:r>
              </a:p>
              <a:p>
                <a:r>
                  <a:rPr lang="en-US" sz="1100" b="1" i="1" dirty="0">
                    <a:latin typeface="Aptos Serif" panose="02020604070405020304" pitchFamily="18" charset="0"/>
                    <a:cs typeface="Aptos Serif" panose="02020604070405020304" pitchFamily="18" charset="0"/>
                  </a:rPr>
                  <a:t>the target sensed noise current is</a:t>
                </a:r>
              </a:p>
              <a:p>
                <a:r>
                  <a:rPr lang="en-US" sz="1100" b="1" i="1" dirty="0">
                    <a:latin typeface="Aptos Serif" panose="02020604070405020304" pitchFamily="18" charset="0"/>
                    <a:cs typeface="Aptos Serif" panose="02020604070405020304" pitchFamily="18" charset="0"/>
                  </a:rPr>
                  <a:t>0 Amp.</a:t>
                </a:r>
              </a:p>
              <a:p>
                <a:endParaRPr lang="en-US" sz="1400" i="1" dirty="0">
                  <a:latin typeface="Cambria Math" panose="02040503050406030204" pitchFamily="18" charset="0"/>
                </a:endParaRPr>
              </a:p>
              <a:p>
                <a14:m>
                  <m:oMath xmlns:m="http://schemas.openxmlformats.org/officeDocument/2006/math">
                    <m:f>
                      <m:fPr>
                        <m:ctrlPr>
                          <a:rPr lang="en-US" sz="1400" i="1" smtClean="0">
                            <a:latin typeface="Cambria Math" panose="02040503050406030204" pitchFamily="18" charset="0"/>
                          </a:rPr>
                        </m:ctrlPr>
                      </m:fPr>
                      <m:num>
                        <m:sSub>
                          <m:sSubPr>
                            <m:ctrlPr>
                              <a:rPr lang="en-US" sz="1400" i="1" smtClean="0">
                                <a:latin typeface="Cambria Math" panose="02040503050406030204" pitchFamily="18" charset="0"/>
                              </a:rPr>
                            </m:ctrlPr>
                          </m:sSubPr>
                          <m:e>
                            <m:r>
                              <a:rPr lang="en-US" sz="1400" i="1">
                                <a:latin typeface="Cambria Math" panose="02040503050406030204" pitchFamily="18" charset="0"/>
                              </a:rPr>
                              <m:t>𝑉</m:t>
                            </m:r>
                          </m:e>
                          <m:sub>
                            <m:r>
                              <a:rPr lang="en-US" sz="1400" i="1">
                                <a:latin typeface="Cambria Math" panose="02040503050406030204" pitchFamily="18" charset="0"/>
                              </a:rPr>
                              <m:t>𝑜𝑢𝑡</m:t>
                            </m:r>
                          </m:sub>
                        </m:sSub>
                      </m:num>
                      <m:den>
                        <m:sSub>
                          <m:sSubPr>
                            <m:ctrlPr>
                              <a:rPr lang="en-US" sz="1400" i="1" smtClean="0">
                                <a:latin typeface="Cambria Math" panose="02040503050406030204" pitchFamily="18" charset="0"/>
                              </a:rPr>
                            </m:ctrlPr>
                          </m:sSubPr>
                          <m:e>
                            <m:r>
                              <a:rPr lang="en-US" sz="1400" i="1">
                                <a:latin typeface="Cambria Math" panose="02040503050406030204" pitchFamily="18" charset="0"/>
                              </a:rPr>
                              <m:t>𝑉</m:t>
                            </m:r>
                          </m:e>
                          <m:sub>
                            <m:r>
                              <a:rPr lang="en-US" sz="1400" i="1">
                                <a:latin typeface="Cambria Math" panose="02040503050406030204" pitchFamily="18" charset="0"/>
                              </a:rPr>
                              <m:t>𝑙𝑖𝑛𝑒</m:t>
                            </m:r>
                          </m:sub>
                        </m:sSub>
                      </m:den>
                    </m:f>
                  </m:oMath>
                </a14:m>
                <a:r>
                  <a:rPr lang="en-US" sz="1400" dirty="0"/>
                  <a:t> = G = - </a:t>
                </a:r>
                <a14:m>
                  <m:oMath xmlns:m="http://schemas.openxmlformats.org/officeDocument/2006/math">
                    <m:f>
                      <m:fPr>
                        <m:ctrlPr>
                          <a:rPr lang="en-US" sz="1400" i="1">
                            <a:latin typeface="Cambria Math" panose="02040503050406030204" pitchFamily="18" charset="0"/>
                          </a:rPr>
                        </m:ctrlPr>
                      </m:fPr>
                      <m:num>
                        <m:sSub>
                          <m:sSubPr>
                            <m:ctrlPr>
                              <a:rPr lang="en-US" sz="1400" i="1">
                                <a:latin typeface="Cambria Math" panose="02040503050406030204" pitchFamily="18" charset="0"/>
                              </a:rPr>
                            </m:ctrlPr>
                          </m:sSubPr>
                          <m:e>
                            <m:r>
                              <a:rPr lang="en-US" sz="1400" i="1">
                                <a:latin typeface="Cambria Math" panose="02040503050406030204" pitchFamily="18" charset="0"/>
                              </a:rPr>
                              <m:t>𝑍</m:t>
                            </m:r>
                          </m:e>
                          <m:sub>
                            <m:r>
                              <a:rPr lang="en-US" sz="1400" i="1">
                                <a:latin typeface="Cambria Math" panose="02040503050406030204" pitchFamily="18" charset="0"/>
                              </a:rPr>
                              <m:t>𝑓𝑏</m:t>
                            </m:r>
                          </m:sub>
                        </m:sSub>
                      </m:num>
                      <m:den>
                        <m:sSub>
                          <m:sSubPr>
                            <m:ctrlPr>
                              <a:rPr lang="en-US" sz="1400" i="1">
                                <a:latin typeface="Cambria Math" panose="02040503050406030204" pitchFamily="18" charset="0"/>
                              </a:rPr>
                            </m:ctrlPr>
                          </m:sSubPr>
                          <m:e>
                            <m:r>
                              <a:rPr lang="en-US" sz="1400" i="1">
                                <a:latin typeface="Cambria Math" panose="02040503050406030204" pitchFamily="18" charset="0"/>
                              </a:rPr>
                              <m:t>𝑍</m:t>
                            </m:r>
                          </m:e>
                          <m:sub>
                            <m:r>
                              <a:rPr lang="en-US" sz="1400" i="1">
                                <a:latin typeface="Cambria Math" panose="02040503050406030204" pitchFamily="18" charset="0"/>
                              </a:rPr>
                              <m:t>𝑠𝑒𝑛𝑠</m:t>
                            </m:r>
                          </m:sub>
                        </m:sSub>
                      </m:den>
                    </m:f>
                  </m:oMath>
                </a14:m>
                <a:endParaRPr lang="en-US" sz="1400" dirty="0"/>
              </a:p>
              <a:p>
                <a:pPr/>
                <a14:m>
                  <m:oMathPara xmlns:m="http://schemas.openxmlformats.org/officeDocument/2006/math">
                    <m:oMathParaPr>
                      <m:jc m:val="left"/>
                    </m:oMathParaPr>
                    <m:oMath xmlns:m="http://schemas.openxmlformats.org/officeDocument/2006/math">
                      <m:sSub>
                        <m:sSubPr>
                          <m:ctrlPr>
                            <a:rPr lang="en-US" sz="1100" i="1">
                              <a:latin typeface="Cambria Math" panose="02040503050406030204" pitchFamily="18" charset="0"/>
                            </a:rPr>
                          </m:ctrlPr>
                        </m:sSubPr>
                        <m:e>
                          <m:r>
                            <a:rPr lang="en-US" sz="1100" b="0" i="1" smtClean="0">
                              <a:latin typeface="Cambria Math" panose="02040503050406030204" pitchFamily="18" charset="0"/>
                            </a:rPr>
                            <m:t>𝑌</m:t>
                          </m:r>
                        </m:e>
                        <m:sub>
                          <m:r>
                            <a:rPr lang="en-US" sz="1100" i="1">
                              <a:latin typeface="Cambria Math" panose="02040503050406030204" pitchFamily="18" charset="0"/>
                            </a:rPr>
                            <m:t>𝑠𝑒𝑛𝑠</m:t>
                          </m:r>
                        </m:sub>
                      </m:sSub>
                      <m:r>
                        <a:rPr lang="en-US" sz="1100" b="0" i="1" smtClean="0">
                          <a:latin typeface="Cambria Math" panose="02040503050406030204" pitchFamily="18" charset="0"/>
                        </a:rPr>
                        <m:t>= </m:t>
                      </m:r>
                      <m:f>
                        <m:fPr>
                          <m:ctrlPr>
                            <a:rPr lang="en-US" sz="1100" i="1">
                              <a:latin typeface="Cambria Math" panose="02040503050406030204" pitchFamily="18" charset="0"/>
                            </a:rPr>
                          </m:ctrlPr>
                        </m:fPr>
                        <m:num>
                          <m:r>
                            <a:rPr lang="en-US" sz="1100" i="1">
                              <a:latin typeface="Cambria Math" panose="02040503050406030204" pitchFamily="18" charset="0"/>
                            </a:rPr>
                            <m:t>1</m:t>
                          </m:r>
                        </m:num>
                        <m:den>
                          <m:sSub>
                            <m:sSubPr>
                              <m:ctrlPr>
                                <a:rPr lang="en-US" sz="1100" i="1">
                                  <a:latin typeface="Cambria Math" panose="02040503050406030204" pitchFamily="18" charset="0"/>
                                </a:rPr>
                              </m:ctrlPr>
                            </m:sSubPr>
                            <m:e>
                              <m:r>
                                <a:rPr lang="en-US" sz="1100" i="1">
                                  <a:latin typeface="Cambria Math" panose="02040503050406030204" pitchFamily="18" charset="0"/>
                                </a:rPr>
                                <m:t>𝑅</m:t>
                              </m:r>
                            </m:e>
                            <m:sub>
                              <m:r>
                                <a:rPr lang="en-US" sz="1100" i="1">
                                  <a:latin typeface="Cambria Math" panose="02040503050406030204" pitchFamily="18" charset="0"/>
                                </a:rPr>
                                <m:t>𝑠𝑒𝑛</m:t>
                              </m:r>
                            </m:sub>
                          </m:sSub>
                          <m:r>
                            <a:rPr lang="en-US" sz="1100" i="1">
                              <a:latin typeface="Cambria Math" panose="02040503050406030204" pitchFamily="18" charset="0"/>
                            </a:rPr>
                            <m:t>−</m:t>
                          </m:r>
                          <m:r>
                            <a:rPr lang="en-US" sz="1100" i="1">
                              <a:latin typeface="Cambria Math" panose="02040503050406030204" pitchFamily="18" charset="0"/>
                            </a:rPr>
                            <m:t>𝑗</m:t>
                          </m:r>
                          <m:sSub>
                            <m:sSubPr>
                              <m:ctrlPr>
                                <a:rPr lang="en-US" sz="1100" i="1">
                                  <a:latin typeface="Cambria Math" panose="02040503050406030204" pitchFamily="18" charset="0"/>
                                </a:rPr>
                              </m:ctrlPr>
                            </m:sSubPr>
                            <m:e>
                              <m:r>
                                <a:rPr lang="en-US" sz="1100" i="1">
                                  <a:latin typeface="Cambria Math" panose="02040503050406030204" pitchFamily="18" charset="0"/>
                                </a:rPr>
                                <m:t>𝑋</m:t>
                              </m:r>
                            </m:e>
                            <m:sub>
                              <m:r>
                                <a:rPr lang="en-US" sz="1100" i="1">
                                  <a:latin typeface="Cambria Math" panose="02040503050406030204" pitchFamily="18" charset="0"/>
                                </a:rPr>
                                <m:t>𝑐</m:t>
                              </m:r>
                              <m:r>
                                <a:rPr lang="en-US" sz="1100" i="1">
                                  <a:latin typeface="Cambria Math" panose="02040503050406030204" pitchFamily="18" charset="0"/>
                                </a:rPr>
                                <m:t>_</m:t>
                              </m:r>
                              <m:r>
                                <a:rPr lang="en-US" sz="1100" i="1">
                                  <a:latin typeface="Cambria Math" panose="02040503050406030204" pitchFamily="18" charset="0"/>
                                </a:rPr>
                                <m:t>𝑠𝑒𝑛</m:t>
                              </m:r>
                            </m:sub>
                          </m:sSub>
                        </m:den>
                      </m:f>
                    </m:oMath>
                  </m:oMathPara>
                </a14:m>
                <a:endParaRPr lang="en-US" sz="1400" dirty="0"/>
              </a:p>
              <a:p>
                <a:endParaRPr lang="en-US" sz="1400" dirty="0"/>
              </a:p>
              <a:p>
                <a14:m>
                  <m:oMath xmlns:m="http://schemas.openxmlformats.org/officeDocument/2006/math">
                    <m:sSub>
                      <m:sSubPr>
                        <m:ctrlPr>
                          <a:rPr lang="en-US" sz="1100" i="1">
                            <a:latin typeface="Cambria Math" panose="02040503050406030204" pitchFamily="18" charset="0"/>
                          </a:rPr>
                        </m:ctrlPr>
                      </m:sSubPr>
                      <m:e>
                        <m:r>
                          <a:rPr lang="en-US" sz="1100" i="1">
                            <a:latin typeface="Cambria Math" panose="02040503050406030204" pitchFamily="18" charset="0"/>
                          </a:rPr>
                          <m:t>𝐼</m:t>
                        </m:r>
                      </m:e>
                      <m:sub>
                        <m:r>
                          <a:rPr lang="en-US" sz="1100" i="1">
                            <a:latin typeface="Cambria Math" panose="02040503050406030204" pitchFamily="18" charset="0"/>
                          </a:rPr>
                          <m:t>𝑖𝑛𝑗</m:t>
                        </m:r>
                      </m:sub>
                    </m:sSub>
                    <m:r>
                      <a:rPr lang="en-US" sz="1100" b="0" i="1" smtClean="0">
                        <a:latin typeface="Cambria Math" panose="02040503050406030204" pitchFamily="18" charset="0"/>
                      </a:rPr>
                      <m:t>= </m:t>
                    </m:r>
                    <m:f>
                      <m:fPr>
                        <m:ctrlPr>
                          <a:rPr lang="en-US" sz="1100" b="0" i="1" smtClean="0">
                            <a:latin typeface="Cambria Math" panose="02040503050406030204" pitchFamily="18" charset="0"/>
                          </a:rPr>
                        </m:ctrlPr>
                      </m:fPr>
                      <m:num>
                        <m:sSub>
                          <m:sSubPr>
                            <m:ctrlPr>
                              <a:rPr lang="en-US" sz="1100" i="1">
                                <a:latin typeface="Cambria Math" panose="02040503050406030204" pitchFamily="18" charset="0"/>
                              </a:rPr>
                            </m:ctrlPr>
                          </m:sSubPr>
                          <m:e>
                            <m:r>
                              <a:rPr lang="en-US" sz="1100" i="1">
                                <a:latin typeface="Cambria Math" panose="02040503050406030204" pitchFamily="18" charset="0"/>
                              </a:rPr>
                              <m:t>𝑉</m:t>
                            </m:r>
                          </m:e>
                          <m:sub>
                            <m:r>
                              <a:rPr lang="en-US" sz="1100" i="1">
                                <a:latin typeface="Cambria Math" panose="02040503050406030204" pitchFamily="18" charset="0"/>
                              </a:rPr>
                              <m:t>𝑜𝑢𝑡</m:t>
                            </m:r>
                          </m:sub>
                        </m:sSub>
                        <m:r>
                          <a:rPr lang="en-US" sz="1100" b="0" i="1" smtClean="0">
                            <a:latin typeface="Cambria Math" panose="02040503050406030204" pitchFamily="18" charset="0"/>
                          </a:rPr>
                          <m:t> −</m:t>
                        </m:r>
                        <m:sSub>
                          <m:sSubPr>
                            <m:ctrlPr>
                              <a:rPr lang="en-US" sz="1100" i="1">
                                <a:latin typeface="Cambria Math" panose="02040503050406030204" pitchFamily="18" charset="0"/>
                              </a:rPr>
                            </m:ctrlPr>
                          </m:sSubPr>
                          <m:e>
                            <m:r>
                              <a:rPr lang="en-US" sz="1100" i="1">
                                <a:latin typeface="Cambria Math" panose="02040503050406030204" pitchFamily="18" charset="0"/>
                              </a:rPr>
                              <m:t>𝑉</m:t>
                            </m:r>
                          </m:e>
                          <m:sub>
                            <m:r>
                              <a:rPr lang="en-US" sz="1100" i="1">
                                <a:latin typeface="Cambria Math" panose="02040503050406030204" pitchFamily="18" charset="0"/>
                              </a:rPr>
                              <m:t>𝑙𝑖𝑛𝑒</m:t>
                            </m:r>
                          </m:sub>
                        </m:sSub>
                      </m:num>
                      <m:den>
                        <m:sSub>
                          <m:sSubPr>
                            <m:ctrlPr>
                              <a:rPr lang="en-US" sz="1100" i="1">
                                <a:latin typeface="Cambria Math" panose="02040503050406030204" pitchFamily="18" charset="0"/>
                              </a:rPr>
                            </m:ctrlPr>
                          </m:sSubPr>
                          <m:e>
                            <m:r>
                              <a:rPr lang="en-US" sz="1100" i="1">
                                <a:latin typeface="Cambria Math" panose="02040503050406030204" pitchFamily="18" charset="0"/>
                              </a:rPr>
                              <m:t>𝑅</m:t>
                            </m:r>
                          </m:e>
                          <m:sub>
                            <m:r>
                              <a:rPr lang="en-US" sz="1100" b="0" i="1" smtClean="0">
                                <a:latin typeface="Cambria Math" panose="02040503050406030204" pitchFamily="18" charset="0"/>
                              </a:rPr>
                              <m:t>𝑖𝑛𝑗</m:t>
                            </m:r>
                          </m:sub>
                        </m:sSub>
                        <m:r>
                          <a:rPr lang="en-US" sz="1100" b="0" i="1" smtClean="0">
                            <a:latin typeface="Cambria Math" panose="02040503050406030204" pitchFamily="18" charset="0"/>
                          </a:rPr>
                          <m:t>+</m:t>
                        </m:r>
                        <m:f>
                          <m:fPr>
                            <m:ctrlPr>
                              <a:rPr lang="en-US" sz="1100" i="1">
                                <a:latin typeface="Cambria Math" panose="02040503050406030204" pitchFamily="18" charset="0"/>
                              </a:rPr>
                            </m:ctrlPr>
                          </m:fPr>
                          <m:num>
                            <m:r>
                              <a:rPr lang="en-US" sz="1100" i="1">
                                <a:latin typeface="Cambria Math" panose="02040503050406030204" pitchFamily="18" charset="0"/>
                              </a:rPr>
                              <m:t>1</m:t>
                            </m:r>
                          </m:num>
                          <m:den>
                            <m:r>
                              <a:rPr lang="en-US" sz="1100" i="1">
                                <a:latin typeface="Cambria Math" panose="02040503050406030204" pitchFamily="18" charset="0"/>
                              </a:rPr>
                              <m:t>𝑠</m:t>
                            </m:r>
                            <m:sSub>
                              <m:sSubPr>
                                <m:ctrlPr>
                                  <a:rPr lang="en-US" sz="1100" i="1">
                                    <a:latin typeface="Cambria Math" panose="02040503050406030204" pitchFamily="18" charset="0"/>
                                  </a:rPr>
                                </m:ctrlPr>
                              </m:sSubPr>
                              <m:e>
                                <m:r>
                                  <a:rPr lang="en-US" sz="1100" i="1">
                                    <a:latin typeface="Cambria Math" panose="02040503050406030204" pitchFamily="18" charset="0"/>
                                  </a:rPr>
                                  <m:t>𝐶</m:t>
                                </m:r>
                              </m:e>
                              <m:sub>
                                <m:r>
                                  <a:rPr lang="en-US" sz="1100" b="0" i="1" smtClean="0">
                                    <a:latin typeface="Cambria Math" panose="02040503050406030204" pitchFamily="18" charset="0"/>
                                  </a:rPr>
                                  <m:t>𝑖𝑛𝑗</m:t>
                                </m:r>
                              </m:sub>
                            </m:sSub>
                          </m:den>
                        </m:f>
                      </m:den>
                    </m:f>
                  </m:oMath>
                </a14:m>
                <a:r>
                  <a:rPr lang="en-US" sz="1400" dirty="0"/>
                  <a:t> = </a:t>
                </a:r>
                <a14:m>
                  <m:oMath xmlns:m="http://schemas.openxmlformats.org/officeDocument/2006/math">
                    <m:f>
                      <m:fPr>
                        <m:ctrlPr>
                          <a:rPr lang="en-US" sz="1100" i="1">
                            <a:latin typeface="Cambria Math" panose="02040503050406030204" pitchFamily="18" charset="0"/>
                          </a:rPr>
                        </m:ctrlPr>
                      </m:fPr>
                      <m:num>
                        <m:sSub>
                          <m:sSubPr>
                            <m:ctrlPr>
                              <a:rPr lang="en-US" sz="1100" i="1">
                                <a:latin typeface="Cambria Math" panose="02040503050406030204" pitchFamily="18" charset="0"/>
                              </a:rPr>
                            </m:ctrlPr>
                          </m:sSubPr>
                          <m:e>
                            <m:r>
                              <a:rPr lang="en-US" sz="1100" i="1">
                                <a:latin typeface="Cambria Math" panose="02040503050406030204" pitchFamily="18" charset="0"/>
                              </a:rPr>
                              <m:t>𝑉</m:t>
                            </m:r>
                          </m:e>
                          <m:sub>
                            <m:r>
                              <a:rPr lang="en-US" sz="1100" i="1">
                                <a:latin typeface="Cambria Math" panose="02040503050406030204" pitchFamily="18" charset="0"/>
                              </a:rPr>
                              <m:t>𝑙𝑖𝑛𝑒</m:t>
                            </m:r>
                          </m:sub>
                        </m:sSub>
                        <m:r>
                          <a:rPr lang="en-US" sz="1100" b="0" i="1" smtClean="0">
                            <a:latin typeface="Cambria Math" panose="02040503050406030204" pitchFamily="18" charset="0"/>
                          </a:rPr>
                          <m:t>(</m:t>
                        </m:r>
                        <m:r>
                          <a:rPr lang="en-US" sz="1100" b="0" i="1" smtClean="0">
                            <a:latin typeface="Cambria Math" panose="02040503050406030204" pitchFamily="18" charset="0"/>
                          </a:rPr>
                          <m:t>𝐺</m:t>
                        </m:r>
                        <m:r>
                          <a:rPr lang="en-US" sz="1100" i="1">
                            <a:latin typeface="Cambria Math" panose="02040503050406030204" pitchFamily="18" charset="0"/>
                          </a:rPr>
                          <m:t>−</m:t>
                        </m:r>
                        <m:r>
                          <a:rPr lang="en-US" sz="1100" b="0" i="1" smtClean="0">
                            <a:latin typeface="Cambria Math" panose="02040503050406030204" pitchFamily="18" charset="0"/>
                          </a:rPr>
                          <m:t>1)</m:t>
                        </m:r>
                      </m:num>
                      <m:den>
                        <m:sSub>
                          <m:sSubPr>
                            <m:ctrlPr>
                              <a:rPr lang="en-US" sz="1100" i="1">
                                <a:latin typeface="Cambria Math" panose="02040503050406030204" pitchFamily="18" charset="0"/>
                              </a:rPr>
                            </m:ctrlPr>
                          </m:sSubPr>
                          <m:e>
                            <m:r>
                              <a:rPr lang="en-US" sz="1100" i="1">
                                <a:latin typeface="Cambria Math" panose="02040503050406030204" pitchFamily="18" charset="0"/>
                              </a:rPr>
                              <m:t>𝑅</m:t>
                            </m:r>
                          </m:e>
                          <m:sub>
                            <m:r>
                              <a:rPr lang="en-US" sz="1100" i="1">
                                <a:latin typeface="Cambria Math" panose="02040503050406030204" pitchFamily="18" charset="0"/>
                              </a:rPr>
                              <m:t>𝑖𝑛𝑗</m:t>
                            </m:r>
                          </m:sub>
                        </m:sSub>
                        <m:r>
                          <a:rPr lang="en-US" sz="1100" b="0" i="1" smtClean="0">
                            <a:latin typeface="Cambria Math" panose="02040503050406030204" pitchFamily="18" charset="0"/>
                          </a:rPr>
                          <m:t>+</m:t>
                        </m:r>
                        <m:f>
                          <m:fPr>
                            <m:ctrlPr>
                              <a:rPr lang="en-US" sz="1100" i="1">
                                <a:latin typeface="Cambria Math" panose="02040503050406030204" pitchFamily="18" charset="0"/>
                              </a:rPr>
                            </m:ctrlPr>
                          </m:fPr>
                          <m:num>
                            <m:r>
                              <a:rPr lang="en-US" sz="1100" i="1">
                                <a:latin typeface="Cambria Math" panose="02040503050406030204" pitchFamily="18" charset="0"/>
                              </a:rPr>
                              <m:t>1</m:t>
                            </m:r>
                          </m:num>
                          <m:den>
                            <m:r>
                              <a:rPr lang="en-US" sz="1100" i="1">
                                <a:latin typeface="Cambria Math" panose="02040503050406030204" pitchFamily="18" charset="0"/>
                              </a:rPr>
                              <m:t>𝑠</m:t>
                            </m:r>
                            <m:sSub>
                              <m:sSubPr>
                                <m:ctrlPr>
                                  <a:rPr lang="en-US" sz="1100" i="1">
                                    <a:latin typeface="Cambria Math" panose="02040503050406030204" pitchFamily="18" charset="0"/>
                                  </a:rPr>
                                </m:ctrlPr>
                              </m:sSubPr>
                              <m:e>
                                <m:r>
                                  <a:rPr lang="en-US" sz="1100" i="1">
                                    <a:latin typeface="Cambria Math" panose="02040503050406030204" pitchFamily="18" charset="0"/>
                                  </a:rPr>
                                  <m:t>𝐶</m:t>
                                </m:r>
                              </m:e>
                              <m:sub>
                                <m:r>
                                  <a:rPr lang="en-US" sz="1100" i="1">
                                    <a:latin typeface="Cambria Math" panose="02040503050406030204" pitchFamily="18" charset="0"/>
                                  </a:rPr>
                                  <m:t>𝑖𝑛𝑗</m:t>
                                </m:r>
                              </m:sub>
                            </m:sSub>
                          </m:den>
                        </m:f>
                      </m:den>
                    </m:f>
                  </m:oMath>
                </a14:m>
                <a:endParaRPr lang="en-US" sz="1400" dirty="0"/>
              </a:p>
              <a:p>
                <a:endParaRPr lang="en-US" sz="1400" dirty="0"/>
              </a:p>
              <a:p>
                <a14:m>
                  <m:oMath xmlns:m="http://schemas.openxmlformats.org/officeDocument/2006/math">
                    <m:r>
                      <a:rPr lang="en-US" sz="1600" i="1">
                        <a:latin typeface="Cambria Math" panose="02040503050406030204" pitchFamily="18" charset="0"/>
                      </a:rPr>
                      <m:t>𝑌</m:t>
                    </m:r>
                  </m:oMath>
                </a14:m>
                <a:r>
                  <a:rPr lang="en-US" sz="1200" dirty="0"/>
                  <a:t>=</a:t>
                </a:r>
                <a:r>
                  <a:rPr lang="en-US" sz="1400" dirty="0"/>
                  <a:t> </a:t>
                </a:r>
                <a14:m>
                  <m:oMath xmlns:m="http://schemas.openxmlformats.org/officeDocument/2006/math">
                    <m:f>
                      <m:fPr>
                        <m:ctrlPr>
                          <a:rPr lang="en-US" sz="1400" i="1" smtClean="0">
                            <a:latin typeface="Cambria Math" panose="02040503050406030204" pitchFamily="18" charset="0"/>
                          </a:rPr>
                        </m:ctrlPr>
                      </m:fPr>
                      <m:num>
                        <m:sSub>
                          <m:sSubPr>
                            <m:ctrlPr>
                              <a:rPr lang="en-US" sz="1400" i="1">
                                <a:latin typeface="Cambria Math" panose="02040503050406030204" pitchFamily="18" charset="0"/>
                              </a:rPr>
                            </m:ctrlPr>
                          </m:sSubPr>
                          <m:e>
                            <m:r>
                              <a:rPr lang="en-US" sz="1400" i="1">
                                <a:latin typeface="Cambria Math" panose="02040503050406030204" pitchFamily="18" charset="0"/>
                              </a:rPr>
                              <m:t>𝐼</m:t>
                            </m:r>
                          </m:e>
                          <m:sub>
                            <m:r>
                              <a:rPr lang="en-US" sz="1400" i="1">
                                <a:latin typeface="Cambria Math" panose="02040503050406030204" pitchFamily="18" charset="0"/>
                              </a:rPr>
                              <m:t>𝑖𝑛𝑗</m:t>
                            </m:r>
                          </m:sub>
                        </m:sSub>
                      </m:num>
                      <m:den>
                        <m:sSub>
                          <m:sSubPr>
                            <m:ctrlPr>
                              <a:rPr lang="en-US" sz="1400" i="1">
                                <a:latin typeface="Cambria Math" panose="02040503050406030204" pitchFamily="18" charset="0"/>
                              </a:rPr>
                            </m:ctrlPr>
                          </m:sSubPr>
                          <m:e>
                            <m:r>
                              <a:rPr lang="en-US" sz="1400" i="1">
                                <a:latin typeface="Cambria Math" panose="02040503050406030204" pitchFamily="18" charset="0"/>
                              </a:rPr>
                              <m:t>𝑉</m:t>
                            </m:r>
                          </m:e>
                          <m:sub>
                            <m:r>
                              <a:rPr lang="en-US" sz="1400" i="1">
                                <a:latin typeface="Cambria Math" panose="02040503050406030204" pitchFamily="18" charset="0"/>
                              </a:rPr>
                              <m:t>𝑜𝑢𝑡</m:t>
                            </m:r>
                          </m:sub>
                        </m:sSub>
                      </m:den>
                    </m:f>
                    <m:r>
                      <a:rPr lang="en-US" sz="1400" b="0" i="1" smtClean="0">
                        <a:latin typeface="Cambria Math" panose="02040503050406030204" pitchFamily="18" charset="0"/>
                      </a:rPr>
                      <m:t>= </m:t>
                    </m:r>
                    <m:f>
                      <m:fPr>
                        <m:ctrlPr>
                          <a:rPr lang="en-US" sz="1400" i="1">
                            <a:latin typeface="Cambria Math" panose="02040503050406030204" pitchFamily="18" charset="0"/>
                          </a:rPr>
                        </m:ctrlPr>
                      </m:fPr>
                      <m:num>
                        <m:sSub>
                          <m:sSubPr>
                            <m:ctrlPr>
                              <a:rPr lang="en-US" sz="1400" i="1">
                                <a:latin typeface="Cambria Math" panose="02040503050406030204" pitchFamily="18" charset="0"/>
                              </a:rPr>
                            </m:ctrlPr>
                          </m:sSubPr>
                          <m:e>
                            <m:r>
                              <a:rPr lang="en-US" sz="1400" i="1">
                                <a:latin typeface="Cambria Math" panose="02040503050406030204" pitchFamily="18" charset="0"/>
                              </a:rPr>
                              <m:t>𝑉</m:t>
                            </m:r>
                          </m:e>
                          <m:sub>
                            <m:r>
                              <a:rPr lang="en-US" sz="1400" i="1">
                                <a:latin typeface="Cambria Math" panose="02040503050406030204" pitchFamily="18" charset="0"/>
                              </a:rPr>
                              <m:t>𝑙𝑖𝑛𝑒</m:t>
                            </m:r>
                          </m:sub>
                        </m:sSub>
                        <m:r>
                          <a:rPr lang="en-US" sz="1400" i="1">
                            <a:latin typeface="Cambria Math" panose="02040503050406030204" pitchFamily="18" charset="0"/>
                          </a:rPr>
                          <m:t>(</m:t>
                        </m:r>
                        <m:r>
                          <a:rPr lang="en-US" sz="1400" i="1">
                            <a:latin typeface="Cambria Math" panose="02040503050406030204" pitchFamily="18" charset="0"/>
                          </a:rPr>
                          <m:t>𝐺</m:t>
                        </m:r>
                        <m:r>
                          <a:rPr lang="en-US" sz="1400" i="1">
                            <a:latin typeface="Cambria Math" panose="02040503050406030204" pitchFamily="18" charset="0"/>
                          </a:rPr>
                          <m:t>−1)</m:t>
                        </m:r>
                      </m:num>
                      <m:den>
                        <m:r>
                          <a:rPr lang="en-US" sz="1400" b="0" i="1" smtClean="0">
                            <a:latin typeface="Cambria Math" panose="02040503050406030204" pitchFamily="18" charset="0"/>
                          </a:rPr>
                          <m:t>𝐺</m:t>
                        </m:r>
                        <m:sSub>
                          <m:sSubPr>
                            <m:ctrlPr>
                              <a:rPr lang="en-US" sz="1400" i="1">
                                <a:latin typeface="Cambria Math" panose="02040503050406030204" pitchFamily="18" charset="0"/>
                              </a:rPr>
                            </m:ctrlPr>
                          </m:sSubPr>
                          <m:e>
                            <m:r>
                              <a:rPr lang="en-US" sz="1400" i="1">
                                <a:latin typeface="Cambria Math" panose="02040503050406030204" pitchFamily="18" charset="0"/>
                              </a:rPr>
                              <m:t>𝑉</m:t>
                            </m:r>
                          </m:e>
                          <m:sub>
                            <m:r>
                              <a:rPr lang="en-US" sz="1400" i="1">
                                <a:latin typeface="Cambria Math" panose="02040503050406030204" pitchFamily="18" charset="0"/>
                              </a:rPr>
                              <m:t>𝑙𝑖𝑛𝑒</m:t>
                            </m:r>
                          </m:sub>
                        </m:sSub>
                        <m:r>
                          <a:rPr lang="en-US" sz="1400" b="0" i="1" smtClean="0">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𝑅</m:t>
                            </m:r>
                          </m:e>
                          <m:sub>
                            <m:r>
                              <a:rPr lang="en-US" sz="1400" i="1">
                                <a:latin typeface="Cambria Math" panose="02040503050406030204" pitchFamily="18" charset="0"/>
                              </a:rPr>
                              <m:t>𝑖𝑛𝑗</m:t>
                            </m:r>
                          </m:sub>
                        </m:sSub>
                        <m:r>
                          <a:rPr lang="en-US" sz="1400" b="0" i="1" smtClean="0">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num>
                          <m:den>
                            <m:r>
                              <a:rPr lang="en-US" sz="1400" i="1">
                                <a:latin typeface="Cambria Math" panose="02040503050406030204" pitchFamily="18" charset="0"/>
                              </a:rPr>
                              <m:t>𝑠</m:t>
                            </m:r>
                            <m:sSub>
                              <m:sSubPr>
                                <m:ctrlPr>
                                  <a:rPr lang="en-US" sz="1400" i="1">
                                    <a:latin typeface="Cambria Math" panose="02040503050406030204" pitchFamily="18" charset="0"/>
                                  </a:rPr>
                                </m:ctrlPr>
                              </m:sSubPr>
                              <m:e>
                                <m:r>
                                  <a:rPr lang="en-US" sz="1400" i="1">
                                    <a:latin typeface="Cambria Math" panose="02040503050406030204" pitchFamily="18" charset="0"/>
                                  </a:rPr>
                                  <m:t>𝐶</m:t>
                                </m:r>
                              </m:e>
                              <m:sub>
                                <m:r>
                                  <a:rPr lang="en-US" sz="1400" i="1">
                                    <a:latin typeface="Cambria Math" panose="02040503050406030204" pitchFamily="18" charset="0"/>
                                  </a:rPr>
                                  <m:t>𝑖𝑛𝑗</m:t>
                                </m:r>
                              </m:sub>
                            </m:sSub>
                          </m:den>
                        </m:f>
                        <m:r>
                          <a:rPr lang="en-US" sz="1400" b="0" i="1" smtClean="0">
                            <a:latin typeface="Cambria Math" panose="02040503050406030204" pitchFamily="18" charset="0"/>
                          </a:rPr>
                          <m:t>)</m:t>
                        </m:r>
                      </m:den>
                    </m:f>
                  </m:oMath>
                </a14:m>
                <a:r>
                  <a:rPr lang="en-US" sz="1400" dirty="0"/>
                  <a:t>  </a:t>
                </a:r>
              </a:p>
              <a:p>
                <a14:m>
                  <m:oMath xmlns:m="http://schemas.openxmlformats.org/officeDocument/2006/math">
                    <m:r>
                      <a:rPr lang="en-US" sz="1400" i="1">
                        <a:latin typeface="Cambria Math" panose="02040503050406030204" pitchFamily="18" charset="0"/>
                      </a:rPr>
                      <m:t>𝑌</m:t>
                    </m:r>
                    <m:r>
                      <a:rPr lang="en-US" sz="1400" i="1">
                        <a:latin typeface="Cambria Math" panose="02040503050406030204" pitchFamily="18" charset="0"/>
                      </a:rPr>
                      <m:t> </m:t>
                    </m:r>
                  </m:oMath>
                </a14:m>
                <a:r>
                  <a:rPr lang="en-US" sz="1400" dirty="0"/>
                  <a:t>= </a:t>
                </a:r>
                <a14:m>
                  <m:oMath xmlns:m="http://schemas.openxmlformats.org/officeDocument/2006/math">
                    <m:f>
                      <m:fPr>
                        <m:ctrlPr>
                          <a:rPr lang="en-US" sz="1400" i="1">
                            <a:latin typeface="Cambria Math" panose="02040503050406030204" pitchFamily="18" charset="0"/>
                          </a:rPr>
                        </m:ctrlPr>
                      </m:fPr>
                      <m:num>
                        <m:r>
                          <a:rPr lang="en-US" sz="1400" i="1" smtClean="0">
                            <a:latin typeface="Cambria Math" panose="02040503050406030204" pitchFamily="18" charset="0"/>
                          </a:rPr>
                          <m:t> </m:t>
                        </m:r>
                        <m:r>
                          <a:rPr lang="en-US" sz="1400" i="1">
                            <a:latin typeface="Cambria Math" panose="02040503050406030204" pitchFamily="18" charset="0"/>
                          </a:rPr>
                          <m:t>(</m:t>
                        </m:r>
                        <m:r>
                          <a:rPr lang="en-US" sz="1400" i="1">
                            <a:latin typeface="Cambria Math" panose="02040503050406030204" pitchFamily="18" charset="0"/>
                          </a:rPr>
                          <m:t>𝐺</m:t>
                        </m:r>
                        <m:r>
                          <a:rPr lang="en-US" sz="1400" i="1">
                            <a:latin typeface="Cambria Math" panose="02040503050406030204" pitchFamily="18" charset="0"/>
                          </a:rPr>
                          <m:t>−1)</m:t>
                        </m:r>
                      </m:num>
                      <m:den>
                        <m:r>
                          <a:rPr lang="en-US" sz="1400" i="1">
                            <a:latin typeface="Cambria Math" panose="02040503050406030204" pitchFamily="18" charset="0"/>
                          </a:rPr>
                          <m:t>𝐺</m:t>
                        </m:r>
                        <m:r>
                          <a:rPr lang="en-US" sz="1400" i="1" smtClean="0">
                            <a:latin typeface="Cambria Math" panose="02040503050406030204" pitchFamily="18" charset="0"/>
                          </a:rPr>
                          <m:t> </m:t>
                        </m:r>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𝑅</m:t>
                            </m:r>
                          </m:e>
                          <m:sub>
                            <m:r>
                              <a:rPr lang="en-US" sz="1400" i="1">
                                <a:latin typeface="Cambria Math" panose="02040503050406030204" pitchFamily="18" charset="0"/>
                              </a:rPr>
                              <m:t>𝑖𝑛𝑗</m:t>
                            </m:r>
                          </m:sub>
                        </m:sSub>
                        <m:r>
                          <a:rPr lang="en-US" sz="1400" b="0" i="1" smtClean="0">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num>
                          <m:den>
                            <m:r>
                              <a:rPr lang="en-US" sz="1400" i="1">
                                <a:latin typeface="Cambria Math" panose="02040503050406030204" pitchFamily="18" charset="0"/>
                              </a:rPr>
                              <m:t>𝑠</m:t>
                            </m:r>
                            <m:sSub>
                              <m:sSubPr>
                                <m:ctrlPr>
                                  <a:rPr lang="en-US" sz="1400" i="1">
                                    <a:latin typeface="Cambria Math" panose="02040503050406030204" pitchFamily="18" charset="0"/>
                                  </a:rPr>
                                </m:ctrlPr>
                              </m:sSubPr>
                              <m:e>
                                <m:r>
                                  <a:rPr lang="en-US" sz="1400" i="1">
                                    <a:latin typeface="Cambria Math" panose="02040503050406030204" pitchFamily="18" charset="0"/>
                                  </a:rPr>
                                  <m:t>𝐶</m:t>
                                </m:r>
                              </m:e>
                              <m:sub>
                                <m:r>
                                  <a:rPr lang="en-US" sz="1400" i="1">
                                    <a:latin typeface="Cambria Math" panose="02040503050406030204" pitchFamily="18" charset="0"/>
                                  </a:rPr>
                                  <m:t>𝑖𝑛𝑗</m:t>
                                </m:r>
                              </m:sub>
                            </m:sSub>
                          </m:den>
                        </m:f>
                        <m:r>
                          <a:rPr lang="en-US" sz="1400" i="1">
                            <a:latin typeface="Cambria Math" panose="02040503050406030204" pitchFamily="18" charset="0"/>
                          </a:rPr>
                          <m:t>)</m:t>
                        </m:r>
                      </m:den>
                    </m:f>
                  </m:oMath>
                </a14:m>
                <a:endParaRPr lang="en-US" dirty="0"/>
              </a:p>
              <a:p>
                <a:endParaRPr lang="en-US" dirty="0"/>
              </a:p>
              <a:p>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𝑉</m:t>
                        </m:r>
                      </m:e>
                      <m:sub>
                        <m:r>
                          <a:rPr lang="en-US" sz="1200" i="1">
                            <a:latin typeface="Cambria Math" panose="02040503050406030204" pitchFamily="18" charset="0"/>
                          </a:rPr>
                          <m:t>𝑙𝑖𝑛𝑒</m:t>
                        </m:r>
                      </m:sub>
                    </m:sSub>
                  </m:oMath>
                </a14:m>
                <a:r>
                  <a:rPr lang="en-US" sz="1200" dirty="0"/>
                  <a:t> =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𝑍</m:t>
                        </m:r>
                      </m:e>
                      <m:sub>
                        <m:r>
                          <a:rPr lang="en-US" sz="1200" i="1">
                            <a:latin typeface="Cambria Math" panose="02040503050406030204" pitchFamily="18" charset="0"/>
                          </a:rPr>
                          <m:t>𝑒𝑞</m:t>
                        </m:r>
                      </m:sub>
                    </m:sSub>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 ×(</m:t>
                    </m:r>
                    <m:sSub>
                      <m:sSubPr>
                        <m:ctrlPr>
                          <a:rPr lang="en-US" sz="1200" i="1">
                            <a:latin typeface="Cambria Math" panose="02040503050406030204" pitchFamily="18" charset="0"/>
                          </a:rPr>
                        </m:ctrlPr>
                      </m:sSubPr>
                      <m:e>
                        <m:r>
                          <a:rPr lang="en-US" sz="1200" i="1">
                            <a:latin typeface="Cambria Math" panose="02040503050406030204" pitchFamily="18" charset="0"/>
                          </a:rPr>
                          <m:t>𝐼</m:t>
                        </m:r>
                      </m:e>
                      <m:sub>
                        <m:r>
                          <a:rPr lang="en-US" sz="1200" i="1">
                            <a:latin typeface="Cambria Math" panose="02040503050406030204" pitchFamily="18" charset="0"/>
                          </a:rPr>
                          <m:t>𝑖𝑛𝑗</m:t>
                        </m:r>
                      </m:sub>
                    </m:sSub>
                  </m:oMath>
                </a14:m>
                <a:r>
                  <a:rPr lang="en-US" sz="1200" dirty="0"/>
                  <a:t> +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𝐼</m:t>
                        </m:r>
                      </m:e>
                      <m:sub>
                        <m:r>
                          <a:rPr lang="en-US" sz="1200" i="1">
                            <a:latin typeface="Cambria Math" panose="02040503050406030204" pitchFamily="18" charset="0"/>
                          </a:rPr>
                          <m:t>𝑑𝑚</m:t>
                        </m:r>
                        <m:r>
                          <a:rPr lang="en-US" sz="1200" i="1">
                            <a:latin typeface="Cambria Math" panose="02040503050406030204" pitchFamily="18" charset="0"/>
                          </a:rPr>
                          <m:t>_</m:t>
                        </m:r>
                        <m:r>
                          <a:rPr lang="en-US" sz="1200" i="1">
                            <a:latin typeface="Cambria Math" panose="02040503050406030204" pitchFamily="18" charset="0"/>
                          </a:rPr>
                          <m:t>𝑠𝑜𝑢𝑟𝑐𝑒</m:t>
                        </m:r>
                      </m:sub>
                    </m:sSub>
                    <m:r>
                      <a:rPr lang="en-US" sz="1200" b="0" i="1" smtClean="0">
                        <a:latin typeface="Cambria Math" panose="02040503050406030204" pitchFamily="18" charset="0"/>
                      </a:rPr>
                      <m:t>)</m:t>
                    </m:r>
                  </m:oMath>
                </a14:m>
                <a:endParaRPr lang="en-US" sz="1200" b="0" dirty="0"/>
              </a:p>
              <a:p>
                <a:r>
                  <a:rPr lang="en-US" sz="1000" dirty="0"/>
                  <a:t>Where </a:t>
                </a:r>
                <a14:m>
                  <m:oMath xmlns:m="http://schemas.openxmlformats.org/officeDocument/2006/math">
                    <m:sSub>
                      <m:sSubPr>
                        <m:ctrlPr>
                          <a:rPr lang="en-US" sz="1000" i="1">
                            <a:latin typeface="Cambria Math" panose="02040503050406030204" pitchFamily="18" charset="0"/>
                          </a:rPr>
                        </m:ctrlPr>
                      </m:sSubPr>
                      <m:e>
                        <m:r>
                          <a:rPr lang="en-US" sz="1000" i="1">
                            <a:latin typeface="Cambria Math" panose="02040503050406030204" pitchFamily="18" charset="0"/>
                          </a:rPr>
                          <m:t>𝐼</m:t>
                        </m:r>
                      </m:e>
                      <m:sub>
                        <m:r>
                          <a:rPr lang="en-US" sz="1000" i="1">
                            <a:latin typeface="Cambria Math" panose="02040503050406030204" pitchFamily="18" charset="0"/>
                          </a:rPr>
                          <m:t>𝑑𝑚</m:t>
                        </m:r>
                        <m:r>
                          <a:rPr lang="en-US" sz="1000" i="1">
                            <a:latin typeface="Cambria Math" panose="02040503050406030204" pitchFamily="18" charset="0"/>
                          </a:rPr>
                          <m:t>_</m:t>
                        </m:r>
                        <m:r>
                          <a:rPr lang="en-US" sz="1000" i="1">
                            <a:latin typeface="Cambria Math" panose="02040503050406030204" pitchFamily="18" charset="0"/>
                          </a:rPr>
                          <m:t>𝑠𝑜𝑢𝑟𝑐𝑒</m:t>
                        </m:r>
                      </m:sub>
                    </m:sSub>
                    <m:r>
                      <a:rPr lang="en-US" sz="1000" b="0" i="1" smtClean="0">
                        <a:latin typeface="Cambria Math" panose="02040503050406030204" pitchFamily="18" charset="0"/>
                      </a:rPr>
                      <m:t> </m:t>
                    </m:r>
                    <m:r>
                      <a:rPr lang="en-US" sz="1000" b="0" i="1" smtClean="0">
                        <a:latin typeface="Cambria Math" panose="02040503050406030204" pitchFamily="18" charset="0"/>
                      </a:rPr>
                      <m:t>𝑖𝑠</m:t>
                    </m:r>
                    <m:r>
                      <a:rPr lang="en-US" sz="1000" b="0" i="1" smtClean="0">
                        <a:latin typeface="Cambria Math" panose="02040503050406030204" pitchFamily="18" charset="0"/>
                      </a:rPr>
                      <m:t> </m:t>
                    </m:r>
                    <m:r>
                      <a:rPr lang="en-US" sz="1000" b="0" i="1" smtClean="0">
                        <a:latin typeface="Cambria Math" panose="02040503050406030204" pitchFamily="18" charset="0"/>
                      </a:rPr>
                      <m:t>𝑡h𝑒</m:t>
                    </m:r>
                    <m:r>
                      <a:rPr lang="en-US" sz="1000" b="0" i="1" smtClean="0">
                        <a:latin typeface="Cambria Math" panose="02040503050406030204" pitchFamily="18" charset="0"/>
                      </a:rPr>
                      <m:t> </m:t>
                    </m:r>
                    <m:r>
                      <a:rPr lang="en-US" sz="1000" b="0" i="1" smtClean="0">
                        <a:latin typeface="Cambria Math" panose="02040503050406030204" pitchFamily="18" charset="0"/>
                      </a:rPr>
                      <m:t>𝐷𝑀</m:t>
                    </m:r>
                    <m:r>
                      <a:rPr lang="en-US" sz="1000" b="0" i="1" smtClean="0">
                        <a:latin typeface="Cambria Math" panose="02040503050406030204" pitchFamily="18" charset="0"/>
                      </a:rPr>
                      <m:t> </m:t>
                    </m:r>
                    <m:r>
                      <a:rPr lang="en-US" sz="1000" b="0" i="1" smtClean="0">
                        <a:latin typeface="Cambria Math" panose="02040503050406030204" pitchFamily="18" charset="0"/>
                      </a:rPr>
                      <m:t>𝑛𝑜𝑖𝑠𝑒</m:t>
                    </m:r>
                    <m:r>
                      <a:rPr lang="en-US" sz="1000" b="0" i="1" smtClean="0">
                        <a:latin typeface="Cambria Math" panose="02040503050406030204" pitchFamily="18" charset="0"/>
                      </a:rPr>
                      <m:t> </m:t>
                    </m:r>
                  </m:oMath>
                </a14:m>
                <a:endParaRPr lang="en-US" sz="1000"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00" b="0" i="1" smtClean="0">
                          <a:latin typeface="Cambria Math" panose="02040503050406030204" pitchFamily="18" charset="0"/>
                        </a:rPr>
                        <m:t>𝑔𝑒𝑛𝑒𝑟𝑎𝑡𝑒𝑑</m:t>
                      </m:r>
                      <m:r>
                        <a:rPr lang="en-US" sz="1000" b="0" i="1" smtClean="0">
                          <a:latin typeface="Cambria Math" panose="02040503050406030204" pitchFamily="18" charset="0"/>
                        </a:rPr>
                        <m:t> </m:t>
                      </m:r>
                      <m:r>
                        <a:rPr lang="en-US" sz="1000" b="0" i="1" smtClean="0">
                          <a:latin typeface="Cambria Math" panose="02040503050406030204" pitchFamily="18" charset="0"/>
                        </a:rPr>
                        <m:t>𝑎𝑡</m:t>
                      </m:r>
                      <m:r>
                        <a:rPr lang="en-US" sz="1000" b="0" i="1" smtClean="0">
                          <a:latin typeface="Cambria Math" panose="02040503050406030204" pitchFamily="18" charset="0"/>
                        </a:rPr>
                        <m:t> </m:t>
                      </m:r>
                      <m:r>
                        <a:rPr lang="en-US" sz="1000" b="0" i="1" smtClean="0">
                          <a:latin typeface="Cambria Math" panose="02040503050406030204" pitchFamily="18" charset="0"/>
                        </a:rPr>
                        <m:t>𝑡h𝑒</m:t>
                      </m:r>
                      <m:r>
                        <a:rPr lang="en-US" sz="1000" b="0" i="1" smtClean="0">
                          <a:latin typeface="Cambria Math" panose="02040503050406030204" pitchFamily="18" charset="0"/>
                        </a:rPr>
                        <m:t> </m:t>
                      </m:r>
                      <m:r>
                        <a:rPr lang="en-US" sz="1000" b="0" i="1" smtClean="0">
                          <a:latin typeface="Cambria Math" panose="02040503050406030204" pitchFamily="18" charset="0"/>
                        </a:rPr>
                        <m:t>𝑠𝑤𝑖𝑡𝑐h𝑖𝑛𝑔</m:t>
                      </m:r>
                      <m:r>
                        <a:rPr lang="en-US" sz="1000" b="0" i="1" smtClean="0">
                          <a:latin typeface="Cambria Math" panose="02040503050406030204" pitchFamily="18" charset="0"/>
                        </a:rPr>
                        <m:t> </m:t>
                      </m:r>
                      <m:r>
                        <a:rPr lang="en-US" sz="1000" b="0" i="1" smtClean="0">
                          <a:latin typeface="Cambria Math" panose="02040503050406030204" pitchFamily="18" charset="0"/>
                        </a:rPr>
                        <m:t>𝑛𝑜𝑑𝑒</m:t>
                      </m:r>
                    </m:oMath>
                  </m:oMathPara>
                </a14:m>
                <a:endParaRPr lang="en-US" dirty="0"/>
              </a:p>
              <a:p>
                <a:endParaRPr lang="en-US" dirty="0"/>
              </a:p>
            </p:txBody>
          </p:sp>
        </mc:Choice>
        <mc:Fallback xmlns="">
          <p:sp>
            <p:nvSpPr>
              <p:cNvPr id="49" name="TextBox 48">
                <a:extLst>
                  <a:ext uri="{FF2B5EF4-FFF2-40B4-BE49-F238E27FC236}">
                    <a16:creationId xmlns:a16="http://schemas.microsoft.com/office/drawing/2014/main" id="{3E8E9585-F31F-8AEC-7C40-B3E6E39F7141}"/>
                  </a:ext>
                </a:extLst>
              </p:cNvPr>
              <p:cNvSpPr txBox="1">
                <a:spLocks noRot="1" noChangeAspect="1" noMove="1" noResize="1" noEditPoints="1" noAdjustHandles="1" noChangeArrowheads="1" noChangeShapeType="1" noTextEdit="1"/>
              </p:cNvSpPr>
              <p:nvPr/>
            </p:nvSpPr>
            <p:spPr>
              <a:xfrm>
                <a:off x="110172" y="519143"/>
                <a:ext cx="2555585" cy="4341060"/>
              </a:xfrm>
              <a:prstGeom prst="rect">
                <a:avLst/>
              </a:prstGeom>
              <a:blipFill>
                <a:blip r:embed="rId4"/>
                <a:stretch>
                  <a:fillRect t="-1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3E044B6-7633-BF53-3338-F8CFB708EB4D}"/>
                  </a:ext>
                </a:extLst>
              </p:cNvPr>
              <p:cNvSpPr txBox="1"/>
              <p:nvPr/>
            </p:nvSpPr>
            <p:spPr>
              <a:xfrm>
                <a:off x="2519575" y="553339"/>
                <a:ext cx="2678471" cy="3665555"/>
              </a:xfrm>
              <a:prstGeom prst="rect">
                <a:avLst/>
              </a:prstGeom>
              <a:noFill/>
            </p:spPr>
            <p:txBody>
              <a:bodyPr wrap="square" rtlCol="0">
                <a:spAutoFit/>
              </a:bodyPr>
              <a:lstStyle/>
              <a:p>
                <a:r>
                  <a:rPr lang="en-US" sz="1100" i="1" dirty="0">
                    <a:latin typeface="Aptos Serif" panose="02020604070405020304" pitchFamily="18" charset="0"/>
                    <a:cs typeface="Aptos Serif" panose="02020604070405020304" pitchFamily="18" charset="0"/>
                  </a:rPr>
                  <a:t>At the injection node,</a:t>
                </a:r>
              </a:p>
              <a:p>
                <a:r>
                  <a:rPr lang="en-US" sz="1100" i="1" dirty="0">
                    <a:latin typeface="Aptos Serif" panose="02020604070405020304" pitchFamily="18" charset="0"/>
                    <a:cs typeface="Aptos Serif" panose="02020604070405020304" pitchFamily="18" charset="0"/>
                  </a:rPr>
                  <a:t>the current splits into</a:t>
                </a:r>
              </a:p>
              <a:p>
                <a:r>
                  <a:rPr lang="en-US" sz="1100" i="1" dirty="0">
                    <a:latin typeface="Aptos Serif" panose="02020604070405020304" pitchFamily="18" charset="0"/>
                    <a:cs typeface="Aptos Serif" panose="02020604070405020304" pitchFamily="18" charset="0"/>
                  </a:rPr>
                  <a:t>four parallel paths, </a:t>
                </a:r>
                <a:r>
                  <a:rPr lang="en-US" sz="1100" i="1" dirty="0" err="1">
                    <a:latin typeface="Aptos Serif" panose="02020604070405020304" pitchFamily="18" charset="0"/>
                    <a:cs typeface="Aptos Serif" panose="02020604070405020304" pitchFamily="18" charset="0"/>
                  </a:rPr>
                  <a:t>Zeq</a:t>
                </a:r>
                <a:r>
                  <a:rPr lang="en-US" sz="1100" i="1" dirty="0">
                    <a:latin typeface="Aptos Serif" panose="02020604070405020304" pitchFamily="18" charset="0"/>
                    <a:cs typeface="Aptos Serif" panose="02020604070405020304" pitchFamily="18" charset="0"/>
                  </a:rPr>
                  <a:t>(s)</a:t>
                </a:r>
              </a:p>
              <a:p>
                <a:r>
                  <a:rPr lang="en-US" sz="1100" i="1" dirty="0">
                    <a:latin typeface="Aptos Serif" panose="02020604070405020304" pitchFamily="18" charset="0"/>
                    <a:cs typeface="Aptos Serif" panose="02020604070405020304" pitchFamily="18" charset="0"/>
                  </a:rPr>
                  <a:t> is the </a:t>
                </a:r>
                <a:r>
                  <a:rPr lang="en-US" sz="1100" b="1" i="1" dirty="0">
                    <a:latin typeface="Aptos Serif" panose="02020604070405020304" pitchFamily="18" charset="0"/>
                    <a:cs typeface="Aptos Serif" panose="02020604070405020304" pitchFamily="18" charset="0"/>
                  </a:rPr>
                  <a:t>parallel combination</a:t>
                </a:r>
              </a:p>
              <a:p>
                <a:r>
                  <a:rPr lang="en-US" sz="1100" i="1" dirty="0">
                    <a:latin typeface="Aptos Serif" panose="02020604070405020304" pitchFamily="18" charset="0"/>
                    <a:cs typeface="Aptos Serif" panose="02020604070405020304" pitchFamily="18" charset="0"/>
                  </a:rPr>
                  <a:t>of these physical branches :</a:t>
                </a:r>
              </a:p>
              <a:p>
                <a:endParaRPr lang="en-US" sz="1100" i="1" dirty="0">
                  <a:latin typeface="Aptos Serif" panose="02020604070405020304" pitchFamily="18" charset="0"/>
                  <a:cs typeface="Aptos Serif" panose="02020604070405020304" pitchFamily="18" charset="0"/>
                </a:endParaRPr>
              </a:p>
              <a:p>
                <a:pPr marL="171450" indent="-171450">
                  <a:buFont typeface="Arial" panose="020B0604020202020204" pitchFamily="34" charset="0"/>
                  <a:buChar char="•"/>
                </a:pPr>
                <a:r>
                  <a:rPr lang="en-US" sz="1100" i="1" dirty="0">
                    <a:latin typeface="Aptos Serif" panose="02020604070405020304" pitchFamily="18" charset="0"/>
                    <a:cs typeface="Aptos Serif" panose="02020604070405020304" pitchFamily="18" charset="0"/>
                  </a:rPr>
                  <a:t>Source Path: </a:t>
                </a:r>
                <a14:m>
                  <m:oMath xmlns:m="http://schemas.openxmlformats.org/officeDocument/2006/math">
                    <m:sSub>
                      <m:sSubPr>
                        <m:ctrlPr>
                          <a:rPr lang="en-US" sz="1100" i="1">
                            <a:latin typeface="Cambria Math" panose="02040503050406030204" pitchFamily="18" charset="0"/>
                          </a:rPr>
                        </m:ctrlPr>
                      </m:sSubPr>
                      <m:e>
                        <m:r>
                          <a:rPr lang="en-US" sz="1100" i="1">
                            <a:latin typeface="Cambria Math" panose="02040503050406030204" pitchFamily="18" charset="0"/>
                          </a:rPr>
                          <m:t>𝑍</m:t>
                        </m:r>
                      </m:e>
                      <m:sub>
                        <m:r>
                          <a:rPr lang="en-US" sz="1100" b="0" i="1" smtClean="0">
                            <a:latin typeface="Cambria Math" panose="02040503050406030204" pitchFamily="18" charset="0"/>
                          </a:rPr>
                          <m:t>𝑠𝑜𝑢𝑟𝑐𝑒</m:t>
                        </m:r>
                      </m:sub>
                    </m:sSub>
                    <m:d>
                      <m:dPr>
                        <m:ctrlPr>
                          <a:rPr lang="en-US" sz="1100" b="0" i="1" smtClean="0">
                            <a:latin typeface="Cambria Math" panose="02040503050406030204" pitchFamily="18" charset="0"/>
                          </a:rPr>
                        </m:ctrlPr>
                      </m:dPr>
                      <m:e>
                        <m:r>
                          <a:rPr lang="en-US" sz="1100" b="0" i="1" smtClean="0">
                            <a:latin typeface="Cambria Math" panose="02040503050406030204" pitchFamily="18" charset="0"/>
                          </a:rPr>
                          <m:t>𝑠</m:t>
                        </m:r>
                      </m:e>
                    </m:d>
                    <m:r>
                      <a:rPr lang="en-US" sz="1100" b="0" i="1" smtClean="0">
                        <a:latin typeface="Cambria Math" panose="02040503050406030204" pitchFamily="18" charset="0"/>
                      </a:rPr>
                      <m:t>=</m:t>
                    </m:r>
                    <m:r>
                      <a:rPr lang="en-US" sz="1100" b="0" i="1" smtClean="0">
                        <a:latin typeface="Cambria Math" panose="02040503050406030204" pitchFamily="18" charset="0"/>
                      </a:rPr>
                      <m:t>𝑠</m:t>
                    </m:r>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𝐿</m:t>
                        </m:r>
                      </m:e>
                      <m:sub>
                        <m:r>
                          <a:rPr lang="en-US" sz="1100" b="0" i="1" smtClean="0">
                            <a:latin typeface="Cambria Math" panose="02040503050406030204" pitchFamily="18" charset="0"/>
                          </a:rPr>
                          <m:t>1</m:t>
                        </m:r>
                      </m:sub>
                    </m:sSub>
                    <m:r>
                      <a:rPr lang="en-US" sz="1100" b="0" i="1" smtClean="0">
                        <a:latin typeface="Cambria Math" panose="02040503050406030204" pitchFamily="18" charset="0"/>
                      </a:rPr>
                      <m:t>+ </m:t>
                    </m:r>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1</m:t>
                        </m:r>
                      </m:num>
                      <m:den>
                        <m:r>
                          <a:rPr lang="en-US" sz="1100" b="0" i="1" smtClean="0">
                            <a:latin typeface="Cambria Math" panose="02040503050406030204" pitchFamily="18" charset="0"/>
                          </a:rPr>
                          <m:t>𝑠</m:t>
                        </m:r>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𝐶</m:t>
                            </m:r>
                          </m:e>
                          <m:sub>
                            <m:r>
                              <a:rPr lang="en-US" sz="1100" b="0" i="1" smtClean="0">
                                <a:latin typeface="Cambria Math" panose="02040503050406030204" pitchFamily="18" charset="0"/>
                              </a:rPr>
                              <m:t>𝑥</m:t>
                            </m:r>
                            <m:r>
                              <a:rPr lang="en-US" sz="1100" b="0" i="1" smtClean="0">
                                <a:latin typeface="Cambria Math" panose="02040503050406030204" pitchFamily="18" charset="0"/>
                              </a:rPr>
                              <m:t>1</m:t>
                            </m:r>
                          </m:sub>
                        </m:sSub>
                      </m:den>
                    </m:f>
                  </m:oMath>
                </a14:m>
                <a:endParaRPr lang="en-US" sz="1100" i="1" dirty="0">
                  <a:latin typeface="Aptos Serif" panose="02020604070405020304" pitchFamily="18" charset="0"/>
                  <a:cs typeface="Aptos Serif" panose="02020604070405020304" pitchFamily="18" charset="0"/>
                </a:endParaRPr>
              </a:p>
              <a:p>
                <a:endParaRPr lang="en-US" sz="1100" i="1" dirty="0">
                  <a:latin typeface="Aptos Serif" panose="02020604070405020304" pitchFamily="18" charset="0"/>
                  <a:cs typeface="Aptos Serif" panose="02020604070405020304" pitchFamily="18" charset="0"/>
                </a:endParaRPr>
              </a:p>
              <a:p>
                <a:pPr marL="171450" indent="-171450">
                  <a:buFont typeface="Arial" panose="020B0604020202020204" pitchFamily="34" charset="0"/>
                  <a:buChar char="•"/>
                </a:pPr>
                <a:r>
                  <a:rPr lang="en-US" sz="1100" i="1" dirty="0">
                    <a:latin typeface="Aptos Serif" panose="02020604070405020304" pitchFamily="18" charset="0"/>
                    <a:cs typeface="Aptos Serif" panose="02020604070405020304" pitchFamily="18" charset="0"/>
                  </a:rPr>
                  <a:t>Load or EUT Path :</a:t>
                </a:r>
                <a14:m>
                  <m:oMath xmlns:m="http://schemas.openxmlformats.org/officeDocument/2006/math">
                    <m:sSub>
                      <m:sSubPr>
                        <m:ctrlPr>
                          <a:rPr lang="en-US" sz="1100" i="1">
                            <a:latin typeface="Cambria Math" panose="02040503050406030204" pitchFamily="18" charset="0"/>
                          </a:rPr>
                        </m:ctrlPr>
                      </m:sSubPr>
                      <m:e>
                        <m:r>
                          <a:rPr lang="en-US" sz="1100" i="1">
                            <a:latin typeface="Cambria Math" panose="02040503050406030204" pitchFamily="18" charset="0"/>
                          </a:rPr>
                          <m:t>𝑍</m:t>
                        </m:r>
                      </m:e>
                      <m:sub>
                        <m:r>
                          <a:rPr lang="en-US" sz="1100" i="1">
                            <a:latin typeface="Cambria Math" panose="02040503050406030204" pitchFamily="18" charset="0"/>
                          </a:rPr>
                          <m:t>𝑙𝑜𝑎𝑑</m:t>
                        </m:r>
                      </m:sub>
                    </m:sSub>
                    <m:d>
                      <m:dPr>
                        <m:ctrlPr>
                          <a:rPr lang="en-US" sz="1100" i="1">
                            <a:latin typeface="Cambria Math" panose="02040503050406030204" pitchFamily="18" charset="0"/>
                          </a:rPr>
                        </m:ctrlPr>
                      </m:dPr>
                      <m:e>
                        <m:r>
                          <a:rPr lang="en-US" sz="1100" i="1">
                            <a:latin typeface="Cambria Math" panose="02040503050406030204" pitchFamily="18" charset="0"/>
                          </a:rPr>
                          <m:t>𝑠</m:t>
                        </m:r>
                      </m:e>
                    </m:d>
                    <m:r>
                      <a:rPr lang="en-US" sz="1100" i="1">
                        <a:latin typeface="Cambria Math" panose="02040503050406030204" pitchFamily="18" charset="0"/>
                      </a:rPr>
                      <m:t>=</m:t>
                    </m:r>
                  </m:oMath>
                </a14:m>
                <a:r>
                  <a:rPr lang="en-US" sz="1100" i="1" dirty="0">
                    <a:latin typeface="Aptos Serif" panose="02020604070405020304" pitchFamily="18" charset="0"/>
                    <a:cs typeface="Aptos Serif" panose="02020604070405020304" pitchFamily="18" charset="0"/>
                  </a:rPr>
                  <a:t> </a:t>
                </a:r>
                <a14:m>
                  <m:oMath xmlns:m="http://schemas.openxmlformats.org/officeDocument/2006/math">
                    <m:r>
                      <a:rPr lang="en-US" sz="1100" i="1">
                        <a:latin typeface="Cambria Math" panose="02040503050406030204" pitchFamily="18" charset="0"/>
                      </a:rPr>
                      <m:t>𝑠</m:t>
                    </m:r>
                    <m:sSub>
                      <m:sSubPr>
                        <m:ctrlPr>
                          <a:rPr lang="en-US" sz="1100" i="1">
                            <a:latin typeface="Cambria Math" panose="02040503050406030204" pitchFamily="18" charset="0"/>
                          </a:rPr>
                        </m:ctrlPr>
                      </m:sSubPr>
                      <m:e>
                        <m:r>
                          <a:rPr lang="en-US" sz="1100" i="1">
                            <a:latin typeface="Cambria Math" panose="02040503050406030204" pitchFamily="18" charset="0"/>
                          </a:rPr>
                          <m:t>𝐿</m:t>
                        </m:r>
                      </m:e>
                      <m:sub>
                        <m:r>
                          <a:rPr lang="en-US" sz="1100" b="0" i="1" smtClean="0">
                            <a:latin typeface="Cambria Math" panose="02040503050406030204" pitchFamily="18" charset="0"/>
                          </a:rPr>
                          <m:t>2</m:t>
                        </m:r>
                      </m:sub>
                    </m:sSub>
                    <m:r>
                      <a:rPr lang="en-US" sz="1100" i="1">
                        <a:latin typeface="Cambria Math" panose="02040503050406030204" pitchFamily="18" charset="0"/>
                      </a:rPr>
                      <m:t>+</m:t>
                    </m:r>
                    <m:r>
                      <a:rPr lang="en-US" sz="1100" b="0" i="1" smtClean="0">
                        <a:latin typeface="Cambria Math" panose="02040503050406030204" pitchFamily="18" charset="0"/>
                      </a:rPr>
                      <m:t>(</m:t>
                    </m:r>
                    <m:f>
                      <m:fPr>
                        <m:ctrlPr>
                          <a:rPr lang="en-US" sz="1100" i="1">
                            <a:latin typeface="Cambria Math" panose="02040503050406030204" pitchFamily="18" charset="0"/>
                          </a:rPr>
                        </m:ctrlPr>
                      </m:fPr>
                      <m:num>
                        <m:r>
                          <a:rPr lang="en-US" sz="1100" i="1">
                            <a:latin typeface="Cambria Math" panose="02040503050406030204" pitchFamily="18" charset="0"/>
                          </a:rPr>
                          <m:t>1</m:t>
                        </m:r>
                      </m:num>
                      <m:den>
                        <m:r>
                          <a:rPr lang="en-US" sz="1100" i="1">
                            <a:latin typeface="Cambria Math" panose="02040503050406030204" pitchFamily="18" charset="0"/>
                          </a:rPr>
                          <m:t>𝑠</m:t>
                        </m:r>
                        <m:sSub>
                          <m:sSubPr>
                            <m:ctrlPr>
                              <a:rPr lang="en-US" sz="1100" i="1">
                                <a:latin typeface="Cambria Math" panose="02040503050406030204" pitchFamily="18" charset="0"/>
                              </a:rPr>
                            </m:ctrlPr>
                          </m:sSubPr>
                          <m:e>
                            <m:r>
                              <a:rPr lang="en-US" sz="1100" i="1">
                                <a:latin typeface="Cambria Math" panose="02040503050406030204" pitchFamily="18" charset="0"/>
                              </a:rPr>
                              <m:t>𝐶</m:t>
                            </m:r>
                          </m:e>
                          <m:sub>
                            <m:r>
                              <a:rPr lang="en-US" sz="1100" i="1">
                                <a:latin typeface="Cambria Math" panose="02040503050406030204" pitchFamily="18" charset="0"/>
                              </a:rPr>
                              <m:t>𝑥</m:t>
                            </m:r>
                            <m:r>
                              <a:rPr lang="en-US" sz="1100" b="0" i="1" smtClean="0">
                                <a:latin typeface="Cambria Math" panose="02040503050406030204" pitchFamily="18" charset="0"/>
                              </a:rPr>
                              <m:t>2</m:t>
                            </m:r>
                          </m:sub>
                        </m:sSub>
                      </m:den>
                    </m:f>
                  </m:oMath>
                </a14:m>
                <a:r>
                  <a:rPr lang="en-US" sz="1100" i="1" dirty="0">
                    <a:latin typeface="Aptos Serif" panose="02020604070405020304" pitchFamily="18" charset="0"/>
                    <a:cs typeface="Aptos Serif" panose="02020604070405020304" pitchFamily="18" charset="0"/>
                  </a:rPr>
                  <a:t> || </a:t>
                </a:r>
                <a14:m>
                  <m:oMath xmlns:m="http://schemas.openxmlformats.org/officeDocument/2006/math">
                    <m:sSub>
                      <m:sSubPr>
                        <m:ctrlPr>
                          <a:rPr lang="en-US" sz="1100" i="1">
                            <a:latin typeface="Cambria Math" panose="02040503050406030204" pitchFamily="18" charset="0"/>
                          </a:rPr>
                        </m:ctrlPr>
                      </m:sSubPr>
                      <m:e>
                        <m:r>
                          <a:rPr lang="en-US" sz="1100" i="1">
                            <a:latin typeface="Cambria Math" panose="02040503050406030204" pitchFamily="18" charset="0"/>
                          </a:rPr>
                          <m:t>𝑍</m:t>
                        </m:r>
                      </m:e>
                      <m:sub>
                        <m:r>
                          <a:rPr lang="en-US" sz="1100" b="0" i="1" smtClean="0">
                            <a:latin typeface="Cambria Math" panose="02040503050406030204" pitchFamily="18" charset="0"/>
                          </a:rPr>
                          <m:t>𝑐𝑜𝑛𝑣𝑒𝑟𝑡𝑒𝑟</m:t>
                        </m:r>
                      </m:sub>
                    </m:sSub>
                    <m:d>
                      <m:dPr>
                        <m:ctrlPr>
                          <a:rPr lang="en-US" sz="1100" i="1">
                            <a:latin typeface="Cambria Math" panose="02040503050406030204" pitchFamily="18" charset="0"/>
                          </a:rPr>
                        </m:ctrlPr>
                      </m:dPr>
                      <m:e>
                        <m:r>
                          <a:rPr lang="en-US" sz="1100" i="1">
                            <a:latin typeface="Cambria Math" panose="02040503050406030204" pitchFamily="18" charset="0"/>
                          </a:rPr>
                          <m:t>𝑠</m:t>
                        </m:r>
                      </m:e>
                    </m:d>
                  </m:oMath>
                </a14:m>
                <a:r>
                  <a:rPr lang="en-US" sz="1100" i="1" dirty="0">
                    <a:latin typeface="Aptos Serif" panose="02020604070405020304" pitchFamily="18" charset="0"/>
                    <a:cs typeface="Aptos Serif" panose="02020604070405020304" pitchFamily="18" charset="0"/>
                  </a:rPr>
                  <a:t>)</a:t>
                </a:r>
              </a:p>
              <a:p>
                <a:endParaRPr lang="en-US" sz="1100" i="1" dirty="0">
                  <a:latin typeface="Aptos Serif" panose="02020604070405020304" pitchFamily="18" charset="0"/>
                  <a:cs typeface="Aptos Serif" panose="02020604070405020304" pitchFamily="18" charset="0"/>
                </a:endParaRPr>
              </a:p>
              <a:p>
                <a:pPr marL="171450" indent="-171450">
                  <a:buFont typeface="Arial" panose="020B0604020202020204" pitchFamily="34" charset="0"/>
                  <a:buChar char="•"/>
                </a:pPr>
                <a:r>
                  <a:rPr lang="en-US" sz="1100" i="1" dirty="0">
                    <a:latin typeface="Aptos Serif" panose="02020604070405020304" pitchFamily="18" charset="0"/>
                    <a:cs typeface="Aptos Serif" panose="02020604070405020304" pitchFamily="18" charset="0"/>
                  </a:rPr>
                  <a:t>Snubber Path : </a:t>
                </a:r>
                <a14:m>
                  <m:oMath xmlns:m="http://schemas.openxmlformats.org/officeDocument/2006/math">
                    <m:sSub>
                      <m:sSubPr>
                        <m:ctrlPr>
                          <a:rPr lang="en-US" sz="1100" i="1">
                            <a:latin typeface="Cambria Math" panose="02040503050406030204" pitchFamily="18" charset="0"/>
                          </a:rPr>
                        </m:ctrlPr>
                      </m:sSubPr>
                      <m:e>
                        <m:r>
                          <a:rPr lang="en-US" sz="1100" i="1">
                            <a:latin typeface="Cambria Math" panose="02040503050406030204" pitchFamily="18" charset="0"/>
                          </a:rPr>
                          <m:t>𝑍</m:t>
                        </m:r>
                      </m:e>
                      <m:sub>
                        <m:r>
                          <a:rPr lang="en-US" sz="1100" b="0" i="1" smtClean="0">
                            <a:latin typeface="Cambria Math" panose="02040503050406030204" pitchFamily="18" charset="0"/>
                          </a:rPr>
                          <m:t>𝑠𝑛𝑢𝑏</m:t>
                        </m:r>
                      </m:sub>
                    </m:sSub>
                    <m:d>
                      <m:dPr>
                        <m:ctrlPr>
                          <a:rPr lang="en-US" sz="1100" i="1">
                            <a:latin typeface="Cambria Math" panose="02040503050406030204" pitchFamily="18" charset="0"/>
                          </a:rPr>
                        </m:ctrlPr>
                      </m:dPr>
                      <m:e>
                        <m:r>
                          <a:rPr lang="en-US" sz="1100" i="1">
                            <a:latin typeface="Cambria Math" panose="02040503050406030204" pitchFamily="18" charset="0"/>
                          </a:rPr>
                          <m:t>𝑠</m:t>
                        </m:r>
                      </m:e>
                    </m:d>
                    <m:r>
                      <a:rPr lang="en-US" sz="1100" i="1">
                        <a:latin typeface="Cambria Math" panose="02040503050406030204" pitchFamily="18" charset="0"/>
                      </a:rPr>
                      <m:t>=</m:t>
                    </m:r>
                  </m:oMath>
                </a14:m>
                <a:r>
                  <a:rPr lang="en-US" sz="1100" i="1" dirty="0">
                    <a:latin typeface="Aptos Serif" panose="02020604070405020304" pitchFamily="18" charset="0"/>
                    <a:cs typeface="Aptos Serif" panose="02020604070405020304" pitchFamily="18" charset="0"/>
                  </a:rPr>
                  <a:t> </a:t>
                </a:r>
                <a14:m>
                  <m:oMath xmlns:m="http://schemas.openxmlformats.org/officeDocument/2006/math">
                    <m:sSub>
                      <m:sSubPr>
                        <m:ctrlPr>
                          <a:rPr lang="en-US" sz="1100" i="1">
                            <a:latin typeface="Cambria Math" panose="02040503050406030204" pitchFamily="18" charset="0"/>
                          </a:rPr>
                        </m:ctrlPr>
                      </m:sSubPr>
                      <m:e>
                        <m:r>
                          <a:rPr lang="en-US" sz="1100" i="1">
                            <a:latin typeface="Cambria Math" panose="02040503050406030204" pitchFamily="18" charset="0"/>
                          </a:rPr>
                          <m:t>𝑅</m:t>
                        </m:r>
                      </m:e>
                      <m:sub>
                        <m:r>
                          <a:rPr lang="en-US" sz="1100" b="0" i="1" smtClean="0">
                            <a:latin typeface="Cambria Math" panose="02040503050406030204" pitchFamily="18" charset="0"/>
                          </a:rPr>
                          <m:t>𝑑</m:t>
                        </m:r>
                      </m:sub>
                    </m:sSub>
                    <m:r>
                      <a:rPr lang="en-US" sz="1100" i="1">
                        <a:latin typeface="Cambria Math" panose="02040503050406030204" pitchFamily="18" charset="0"/>
                      </a:rPr>
                      <m:t>−</m:t>
                    </m:r>
                    <m:r>
                      <a:rPr lang="en-US" sz="1100" i="1">
                        <a:latin typeface="Cambria Math" panose="02040503050406030204" pitchFamily="18" charset="0"/>
                      </a:rPr>
                      <m:t>𝑗</m:t>
                    </m:r>
                    <m:sSub>
                      <m:sSubPr>
                        <m:ctrlPr>
                          <a:rPr lang="en-US" sz="1100" i="1">
                            <a:latin typeface="Cambria Math" panose="02040503050406030204" pitchFamily="18" charset="0"/>
                          </a:rPr>
                        </m:ctrlPr>
                      </m:sSubPr>
                      <m:e>
                        <m:r>
                          <a:rPr lang="en-US" sz="1100" i="1">
                            <a:latin typeface="Cambria Math" panose="02040503050406030204" pitchFamily="18" charset="0"/>
                          </a:rPr>
                          <m:t>𝑋</m:t>
                        </m:r>
                      </m:e>
                      <m:sub>
                        <m:r>
                          <a:rPr lang="en-US" sz="1100" i="1">
                            <a:latin typeface="Cambria Math" panose="02040503050406030204" pitchFamily="18" charset="0"/>
                          </a:rPr>
                          <m:t>𝑐</m:t>
                        </m:r>
                        <m:r>
                          <a:rPr lang="en-US" sz="1100" b="0" i="1" smtClean="0">
                            <a:latin typeface="Cambria Math" panose="02040503050406030204" pitchFamily="18" charset="0"/>
                          </a:rPr>
                          <m:t>_</m:t>
                        </m:r>
                        <m:r>
                          <a:rPr lang="en-US" sz="1100" b="0" i="1" smtClean="0">
                            <a:latin typeface="Cambria Math" panose="02040503050406030204" pitchFamily="18" charset="0"/>
                          </a:rPr>
                          <m:t>𝑑</m:t>
                        </m:r>
                      </m:sub>
                    </m:sSub>
                  </m:oMath>
                </a14:m>
                <a:endParaRPr lang="en-US" sz="1050" i="1" dirty="0">
                  <a:latin typeface="Aptos Serif" panose="02020604070405020304" pitchFamily="18" charset="0"/>
                  <a:cs typeface="Aptos Serif" panose="02020604070405020304" pitchFamily="18" charset="0"/>
                </a:endParaRPr>
              </a:p>
              <a:p>
                <a:pPr marL="171450" indent="-171450">
                  <a:buFont typeface="Arial" panose="020B0604020202020204" pitchFamily="34" charset="0"/>
                  <a:buChar char="•"/>
                </a:pPr>
                <a:endParaRPr lang="en-US" sz="1050" i="1" dirty="0">
                  <a:latin typeface="Aptos Serif" panose="02020604070405020304" pitchFamily="18" charset="0"/>
                  <a:cs typeface="Aptos Serif" panose="02020604070405020304" pitchFamily="18" charset="0"/>
                </a:endParaRPr>
              </a:p>
              <a:p>
                <a:r>
                  <a:rPr lang="en-US" sz="1050" i="1" dirty="0">
                    <a:latin typeface="Aptos Serif" panose="02020604070405020304" pitchFamily="18" charset="0"/>
                    <a:cs typeface="Aptos Serif" panose="02020604070405020304" pitchFamily="18" charset="0"/>
                  </a:rPr>
                  <a:t>(Z</a:t>
                </a:r>
                <a14:m>
                  <m:oMath xmlns:m="http://schemas.openxmlformats.org/officeDocument/2006/math">
                    <m:d>
                      <m:dPr>
                        <m:ctrlPr>
                          <a:rPr lang="en-US" sz="1050" i="1">
                            <a:latin typeface="Cambria Math" panose="02040503050406030204" pitchFamily="18" charset="0"/>
                          </a:rPr>
                        </m:ctrlPr>
                      </m:dPr>
                      <m:e>
                        <m:r>
                          <a:rPr lang="en-US" sz="1050" i="1">
                            <a:latin typeface="Cambria Math" panose="02040503050406030204" pitchFamily="18" charset="0"/>
                          </a:rPr>
                          <m:t>𝑠</m:t>
                        </m:r>
                      </m:e>
                    </m:d>
                    <m:r>
                      <a:rPr lang="en-US" sz="1050" b="0" i="1" smtClean="0">
                        <a:latin typeface="Cambria Math" panose="02040503050406030204" pitchFamily="18" charset="0"/>
                      </a:rPr>
                      <m:t> </m:t>
                    </m:r>
                    <m:r>
                      <a:rPr lang="en-US" sz="1050" b="0" i="1" smtClean="0">
                        <a:latin typeface="Cambria Math" panose="02040503050406030204" pitchFamily="18" charset="0"/>
                      </a:rPr>
                      <m:t>𝑖𝑛𝑐𝑙𝑢𝑑𝑒𝑠</m:t>
                    </m:r>
                    <m:r>
                      <a:rPr lang="en-US" sz="1050" b="0" i="1" smtClean="0">
                        <a:latin typeface="Cambria Math" panose="02040503050406030204" pitchFamily="18" charset="0"/>
                      </a:rPr>
                      <m:t> </m:t>
                    </m:r>
                    <m:r>
                      <a:rPr lang="en-US" sz="1050" b="0" i="1" smtClean="0">
                        <a:latin typeface="Cambria Math" panose="02040503050406030204" pitchFamily="18" charset="0"/>
                      </a:rPr>
                      <m:t>𝑟𝑒𝑠𝑜𝑛𝑎𝑛𝑡</m:t>
                    </m:r>
                    <m:r>
                      <a:rPr lang="en-US" sz="1050" b="0" i="1" smtClean="0">
                        <a:latin typeface="Cambria Math" panose="02040503050406030204" pitchFamily="18" charset="0"/>
                      </a:rPr>
                      <m:t> </m:t>
                    </m:r>
                    <m:r>
                      <a:rPr lang="en-US" sz="1050" b="0" i="1" smtClean="0">
                        <a:latin typeface="Cambria Math" panose="02040503050406030204" pitchFamily="18" charset="0"/>
                      </a:rPr>
                      <m:t>𝑡𝑎𝑛𝑘</m:t>
                    </m:r>
                    <m:r>
                      <a:rPr lang="en-US" sz="1050" b="0" i="1" smtClean="0">
                        <a:latin typeface="Cambria Math" panose="02040503050406030204" pitchFamily="18" charset="0"/>
                      </a:rPr>
                      <m:t> </m:t>
                    </m:r>
                  </m:oMath>
                </a14:m>
                <a:endParaRPr lang="en-US" sz="1050"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050" b="0" i="1" smtClean="0">
                          <a:latin typeface="Cambria Math" panose="02040503050406030204" pitchFamily="18" charset="0"/>
                        </a:rPr>
                        <m:t>𝑝𝑎𝑟𝑎𝑚𝑒𝑡𝑒𝑟𝑠</m:t>
                      </m:r>
                      <m:r>
                        <a:rPr lang="en-US" sz="1050" b="0" i="1" smtClean="0">
                          <a:latin typeface="Cambria Math" panose="02040503050406030204" pitchFamily="18" charset="0"/>
                        </a:rPr>
                        <m:t>  </m:t>
                      </m:r>
                      <m:r>
                        <a:rPr lang="en-US" sz="1050" b="0" i="1" smtClean="0">
                          <a:latin typeface="Cambria Math" panose="02040503050406030204" pitchFamily="18" charset="0"/>
                        </a:rPr>
                        <m:t>𝑎𝑛𝑑</m:t>
                      </m:r>
                      <m:r>
                        <a:rPr lang="en-US" sz="1050" b="0" i="1" smtClean="0">
                          <a:latin typeface="Cambria Math" panose="02040503050406030204" pitchFamily="18" charset="0"/>
                        </a:rPr>
                        <m:t> </m:t>
                      </m:r>
                      <m:r>
                        <a:rPr lang="en-US" sz="1050" b="0" i="1" smtClean="0">
                          <a:latin typeface="Cambria Math" panose="02040503050406030204" pitchFamily="18" charset="0"/>
                        </a:rPr>
                        <m:t>𝑡h𝑒</m:t>
                      </m:r>
                      <m:r>
                        <a:rPr lang="en-US" sz="1050" b="0" i="1" smtClean="0">
                          <a:latin typeface="Cambria Math" panose="02040503050406030204" pitchFamily="18" charset="0"/>
                        </a:rPr>
                        <m:t> </m:t>
                      </m:r>
                      <m:r>
                        <a:rPr lang="en-US" sz="1050" b="0" i="1" smtClean="0">
                          <a:latin typeface="Cambria Math" panose="02040503050406030204" pitchFamily="18" charset="0"/>
                        </a:rPr>
                        <m:t>𝑙𝑜𝑎𝑑</m:t>
                      </m:r>
                      <m:r>
                        <a:rPr lang="en-US" sz="1050" b="0" i="1" smtClean="0">
                          <a:latin typeface="Cambria Math" panose="02040503050406030204" pitchFamily="18" charset="0"/>
                        </a:rPr>
                        <m:t> </m:t>
                      </m:r>
                      <m:r>
                        <a:rPr lang="en-US" sz="1050" b="0" i="1" smtClean="0">
                          <a:latin typeface="Cambria Math" panose="02040503050406030204" pitchFamily="18" charset="0"/>
                        </a:rPr>
                        <m:t>𝑟𝑒𝑓𝑙𝑒𝑐𝑡𝑒𝑑</m:t>
                      </m:r>
                      <m:r>
                        <a:rPr lang="en-US" sz="1050" b="0" i="1" smtClean="0">
                          <a:latin typeface="Cambria Math" panose="02040503050406030204" pitchFamily="18" charset="0"/>
                        </a:rPr>
                        <m:t> </m:t>
                      </m:r>
                    </m:oMath>
                  </m:oMathPara>
                </a14:m>
                <a:endParaRPr lang="en-US" sz="1050" b="0" i="1" dirty="0">
                  <a:latin typeface="Cambria Math" panose="02040503050406030204" pitchFamily="18" charset="0"/>
                </a:endParaRPr>
              </a:p>
              <a:p>
                <a14:m>
                  <m:oMath xmlns:m="http://schemas.openxmlformats.org/officeDocument/2006/math">
                    <m:r>
                      <a:rPr lang="en-US" sz="1050" b="0" i="1" smtClean="0">
                        <a:latin typeface="Cambria Math" panose="02040503050406030204" pitchFamily="18" charset="0"/>
                      </a:rPr>
                      <m:t> </m:t>
                    </m:r>
                    <m:r>
                      <a:rPr lang="en-US" sz="1050" b="0" i="1" smtClean="0">
                        <a:latin typeface="Cambria Math" panose="02040503050406030204" pitchFamily="18" charset="0"/>
                      </a:rPr>
                      <m:t>𝑡𝑜</m:t>
                    </m:r>
                    <m:r>
                      <a:rPr lang="en-US" sz="1050" b="0" i="1" smtClean="0">
                        <a:latin typeface="Cambria Math" panose="02040503050406030204" pitchFamily="18" charset="0"/>
                      </a:rPr>
                      <m:t> </m:t>
                    </m:r>
                    <m:r>
                      <a:rPr lang="en-US" sz="1050" b="0" i="1" smtClean="0">
                        <a:latin typeface="Cambria Math" panose="02040503050406030204" pitchFamily="18" charset="0"/>
                      </a:rPr>
                      <m:t>𝑡h𝑒</m:t>
                    </m:r>
                    <m:r>
                      <a:rPr lang="en-US" sz="1050" b="0" i="1" smtClean="0">
                        <a:latin typeface="Cambria Math" panose="02040503050406030204" pitchFamily="18" charset="0"/>
                      </a:rPr>
                      <m:t> </m:t>
                    </m:r>
                    <m:r>
                      <a:rPr lang="en-US" sz="1050" b="0" i="1" smtClean="0">
                        <a:latin typeface="Cambria Math" panose="02040503050406030204" pitchFamily="18" charset="0"/>
                      </a:rPr>
                      <m:t>𝑝𝑟𝑖𝑚𝑎𝑟𝑦</m:t>
                    </m:r>
                    <m:r>
                      <a:rPr lang="en-US" sz="1050" b="0" i="1" smtClean="0">
                        <a:latin typeface="Cambria Math" panose="02040503050406030204" pitchFamily="18" charset="0"/>
                      </a:rPr>
                      <m:t> </m:t>
                    </m:r>
                    <m:r>
                      <a:rPr lang="en-US" sz="1050" b="0" i="1" smtClean="0">
                        <a:latin typeface="Cambria Math" panose="02040503050406030204" pitchFamily="18" charset="0"/>
                      </a:rPr>
                      <m:t>𝑠𝑖𝑑𝑒</m:t>
                    </m:r>
                  </m:oMath>
                </a14:m>
                <a:r>
                  <a:rPr lang="en-US" sz="1050" i="1" dirty="0">
                    <a:latin typeface="Aptos Serif" panose="02020604070405020304" pitchFamily="18" charset="0"/>
                    <a:cs typeface="Aptos Serif" panose="02020604070405020304" pitchFamily="18" charset="0"/>
                  </a:rPr>
                  <a:t>)</a:t>
                </a:r>
              </a:p>
              <a:p>
                <a:r>
                  <a:rPr lang="en-US" sz="1050" i="1" dirty="0">
                    <a:latin typeface="Aptos Serif" panose="02020604070405020304" pitchFamily="18" charset="0"/>
                    <a:cs typeface="Aptos Serif" panose="02020604070405020304" pitchFamily="18" charset="0"/>
                  </a:rPr>
                  <a:t>Thus,</a:t>
                </a:r>
              </a:p>
              <a:p>
                <a:endParaRPr lang="en-US" sz="1050" i="1" dirty="0">
                  <a:latin typeface="Aptos Serif" panose="02020604070405020304" pitchFamily="18" charset="0"/>
                  <a:cs typeface="Aptos Serif" panose="02020604070405020304" pitchFamily="18" charset="0"/>
                </a:endParaRPr>
              </a:p>
              <a:p>
                <a14:m>
                  <m:oMath xmlns:m="http://schemas.openxmlformats.org/officeDocument/2006/math">
                    <m:sSub>
                      <m:sSubPr>
                        <m:ctrlPr>
                          <a:rPr lang="en-US" sz="1200" i="1">
                            <a:latin typeface="Cambria Math" panose="02040503050406030204" pitchFamily="18" charset="0"/>
                          </a:rPr>
                        </m:ctrlPr>
                      </m:sSubPr>
                      <m:e>
                        <m:r>
                          <a:rPr lang="en-US" sz="1200" b="0" i="1" smtClean="0">
                            <a:latin typeface="Cambria Math" panose="02040503050406030204" pitchFamily="18" charset="0"/>
                          </a:rPr>
                          <m:t>     </m:t>
                        </m:r>
                        <m:r>
                          <a:rPr lang="en-US" sz="1200" i="1">
                            <a:latin typeface="Cambria Math" panose="02040503050406030204" pitchFamily="18" charset="0"/>
                          </a:rPr>
                          <m:t>𝑍</m:t>
                        </m:r>
                      </m:e>
                      <m:sub>
                        <m:r>
                          <a:rPr lang="en-US" sz="1200" i="1">
                            <a:latin typeface="Cambria Math" panose="02040503050406030204" pitchFamily="18" charset="0"/>
                          </a:rPr>
                          <m:t>𝑒𝑞</m:t>
                        </m:r>
                      </m:sub>
                    </m:sSub>
                    <m:d>
                      <m:dPr>
                        <m:ctrlPr>
                          <a:rPr lang="en-US" sz="1200" i="1">
                            <a:latin typeface="Cambria Math" panose="02040503050406030204" pitchFamily="18" charset="0"/>
                          </a:rPr>
                        </m:ctrlPr>
                      </m:dPr>
                      <m:e>
                        <m:r>
                          <a:rPr lang="en-US" sz="1200" i="1">
                            <a:latin typeface="Cambria Math" panose="02040503050406030204" pitchFamily="18" charset="0"/>
                          </a:rPr>
                          <m:t>𝑠</m:t>
                        </m:r>
                      </m:e>
                    </m:d>
                    <m:r>
                      <a:rPr lang="en-US" sz="1200" b="0" i="1" smtClean="0">
                        <a:latin typeface="Cambria Math" panose="02040503050406030204" pitchFamily="18" charset="0"/>
                      </a:rPr>
                      <m:t>= </m:t>
                    </m:r>
                    <m:sSub>
                      <m:sSubPr>
                        <m:ctrlPr>
                          <a:rPr lang="en-US" sz="1200" i="1">
                            <a:latin typeface="Cambria Math" panose="02040503050406030204" pitchFamily="18" charset="0"/>
                          </a:rPr>
                        </m:ctrlPr>
                      </m:sSubPr>
                      <m:e>
                        <m:r>
                          <a:rPr lang="en-US" sz="1200" i="1">
                            <a:latin typeface="Cambria Math" panose="02040503050406030204" pitchFamily="18" charset="0"/>
                          </a:rPr>
                          <m:t>𝑍</m:t>
                        </m:r>
                      </m:e>
                      <m:sub>
                        <m:r>
                          <a:rPr lang="en-US" sz="1200" i="1">
                            <a:latin typeface="Cambria Math" panose="02040503050406030204" pitchFamily="18" charset="0"/>
                          </a:rPr>
                          <m:t>𝑠𝑜𝑢𝑟𝑐𝑒</m:t>
                        </m:r>
                      </m:sub>
                    </m:sSub>
                    <m:d>
                      <m:dPr>
                        <m:ctrlPr>
                          <a:rPr lang="en-US" sz="1200" i="1">
                            <a:latin typeface="Cambria Math" panose="02040503050406030204" pitchFamily="18" charset="0"/>
                          </a:rPr>
                        </m:ctrlPr>
                      </m:dPr>
                      <m:e>
                        <m:r>
                          <a:rPr lang="en-US" sz="1200" i="1">
                            <a:latin typeface="Cambria Math" panose="02040503050406030204" pitchFamily="18" charset="0"/>
                          </a:rPr>
                          <m:t>𝑠</m:t>
                        </m:r>
                      </m:e>
                    </m:d>
                    <m:r>
                      <a:rPr lang="en-US" sz="1200" b="0" i="1" smtClean="0">
                        <a:latin typeface="Cambria Math" panose="02040503050406030204" pitchFamily="18" charset="0"/>
                      </a:rPr>
                      <m:t>||</m:t>
                    </m:r>
                  </m:oMath>
                </a14:m>
                <a:r>
                  <a:rPr lang="en-US" sz="1200" dirty="0"/>
                  <a:t>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𝑍</m:t>
                        </m:r>
                      </m:e>
                      <m:sub>
                        <m:r>
                          <a:rPr lang="en-US" sz="1200" i="1">
                            <a:latin typeface="Cambria Math" panose="02040503050406030204" pitchFamily="18" charset="0"/>
                          </a:rPr>
                          <m:t>𝑙𝑜𝑎𝑑</m:t>
                        </m:r>
                      </m:sub>
                    </m:sSub>
                    <m:d>
                      <m:dPr>
                        <m:ctrlPr>
                          <a:rPr lang="en-US" sz="1200" i="1">
                            <a:latin typeface="Cambria Math" panose="02040503050406030204" pitchFamily="18" charset="0"/>
                          </a:rPr>
                        </m:ctrlPr>
                      </m:dPr>
                      <m:e>
                        <m:r>
                          <a:rPr lang="en-US" sz="1200" i="1">
                            <a:latin typeface="Cambria Math" panose="02040503050406030204" pitchFamily="18" charset="0"/>
                          </a:rPr>
                          <m:t>𝑠</m:t>
                        </m:r>
                      </m:e>
                    </m:d>
                  </m:oMath>
                </a14:m>
                <a:r>
                  <a:rPr lang="en-US" sz="1200" i="1" dirty="0">
                    <a:latin typeface="Aptos Serif" panose="02020604070405020304" pitchFamily="18" charset="0"/>
                    <a:cs typeface="Aptos Serif" panose="02020604070405020304" pitchFamily="18" charset="0"/>
                  </a:rPr>
                  <a:t>||</a:t>
                </a:r>
                <a:r>
                  <a:rPr lang="en-US" sz="1200" dirty="0"/>
                  <a:t> </a:t>
                </a:r>
                <a14:m>
                  <m:oMath xmlns:m="http://schemas.openxmlformats.org/officeDocument/2006/math">
                    <m:sSub>
                      <m:sSubPr>
                        <m:ctrlPr>
                          <a:rPr lang="en-US" sz="1200" i="1">
                            <a:latin typeface="Cambria Math" panose="02040503050406030204" pitchFamily="18" charset="0"/>
                          </a:rPr>
                        </m:ctrlPr>
                      </m:sSubPr>
                      <m:e>
                        <m:r>
                          <a:rPr lang="en-US" sz="1200" b="0" i="1" smtClean="0">
                            <a:latin typeface="Cambria Math" panose="02040503050406030204" pitchFamily="18" charset="0"/>
                          </a:rPr>
                          <m:t>                        </m:t>
                        </m:r>
                        <m:r>
                          <a:rPr lang="en-US" sz="1200" i="1">
                            <a:latin typeface="Cambria Math" panose="02040503050406030204" pitchFamily="18" charset="0"/>
                          </a:rPr>
                          <m:t>𝑍</m:t>
                        </m:r>
                      </m:e>
                      <m:sub>
                        <m:r>
                          <a:rPr lang="en-US" sz="1200" i="1">
                            <a:latin typeface="Cambria Math" panose="02040503050406030204" pitchFamily="18" charset="0"/>
                          </a:rPr>
                          <m:t>𝑠𝑛𝑢𝑏</m:t>
                        </m:r>
                      </m:sub>
                    </m:sSub>
                    <m:d>
                      <m:dPr>
                        <m:ctrlPr>
                          <a:rPr lang="en-US" sz="1200" i="1">
                            <a:latin typeface="Cambria Math" panose="02040503050406030204" pitchFamily="18" charset="0"/>
                          </a:rPr>
                        </m:ctrlPr>
                      </m:dPr>
                      <m:e>
                        <m:r>
                          <a:rPr lang="en-US" sz="1200" i="1">
                            <a:latin typeface="Cambria Math" panose="02040503050406030204" pitchFamily="18" charset="0"/>
                          </a:rPr>
                          <m:t>𝑠</m:t>
                        </m:r>
                      </m:e>
                    </m:d>
                  </m:oMath>
                </a14:m>
                <a:endParaRPr lang="en-US" sz="1050" i="1" dirty="0">
                  <a:latin typeface="Aptos Serif" panose="02020604070405020304" pitchFamily="18" charset="0"/>
                  <a:cs typeface="Aptos Serif" panose="02020604070405020304" pitchFamily="18" charset="0"/>
                </a:endParaRPr>
              </a:p>
            </p:txBody>
          </p:sp>
        </mc:Choice>
        <mc:Fallback xmlns="">
          <p:sp>
            <p:nvSpPr>
              <p:cNvPr id="50" name="TextBox 49">
                <a:extLst>
                  <a:ext uri="{FF2B5EF4-FFF2-40B4-BE49-F238E27FC236}">
                    <a16:creationId xmlns:a16="http://schemas.microsoft.com/office/drawing/2014/main" id="{33E044B6-7633-BF53-3338-F8CFB708EB4D}"/>
                  </a:ext>
                </a:extLst>
              </p:cNvPr>
              <p:cNvSpPr txBox="1">
                <a:spLocks noRot="1" noChangeAspect="1" noMove="1" noResize="1" noEditPoints="1" noAdjustHandles="1" noChangeArrowheads="1" noChangeShapeType="1" noTextEdit="1"/>
              </p:cNvSpPr>
              <p:nvPr/>
            </p:nvSpPr>
            <p:spPr>
              <a:xfrm>
                <a:off x="2519575" y="553339"/>
                <a:ext cx="2678471" cy="3665555"/>
              </a:xfrm>
              <a:prstGeom prst="rect">
                <a:avLst/>
              </a:prstGeom>
              <a:blipFill>
                <a:blip r:embed="rId5"/>
                <a:stretch>
                  <a:fillRect t="-166"/>
                </a:stretch>
              </a:blipFill>
            </p:spPr>
            <p:txBody>
              <a:bodyPr/>
              <a:lstStyle/>
              <a:p>
                <a:r>
                  <a:rPr lang="en-US">
                    <a:noFill/>
                  </a:rPr>
                  <a:t> </a:t>
                </a:r>
              </a:p>
            </p:txBody>
          </p:sp>
        </mc:Fallback>
      </mc:AlternateContent>
      <p:cxnSp>
        <p:nvCxnSpPr>
          <p:cNvPr id="154" name="Straight Connector 153">
            <a:extLst>
              <a:ext uri="{FF2B5EF4-FFF2-40B4-BE49-F238E27FC236}">
                <a16:creationId xmlns:a16="http://schemas.microsoft.com/office/drawing/2014/main" id="{B2837547-537C-FBE1-BCD0-32C4A84CF522}"/>
              </a:ext>
            </a:extLst>
          </p:cNvPr>
          <p:cNvCxnSpPr/>
          <p:nvPr/>
        </p:nvCxnSpPr>
        <p:spPr>
          <a:xfrm>
            <a:off x="2562007" y="519143"/>
            <a:ext cx="0" cy="4095720"/>
          </a:xfrm>
          <a:prstGeom prst="line">
            <a:avLst/>
          </a:prstGeom>
          <a:ln w="12700">
            <a:solidFill>
              <a:schemeClr val="bg2">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20FBC3DF-EFED-17F8-7DAB-93CDE62396CA}"/>
              </a:ext>
            </a:extLst>
          </p:cNvPr>
          <p:cNvCxnSpPr>
            <a:cxnSpLocks/>
          </p:cNvCxnSpPr>
          <p:nvPr/>
        </p:nvCxnSpPr>
        <p:spPr>
          <a:xfrm>
            <a:off x="5118489" y="553339"/>
            <a:ext cx="0" cy="4148448"/>
          </a:xfrm>
          <a:prstGeom prst="line">
            <a:avLst/>
          </a:prstGeom>
          <a:ln w="12700">
            <a:solidFill>
              <a:schemeClr val="bg2">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BBE32D1E-350B-C550-97BE-1F404622AA13}"/>
              </a:ext>
            </a:extLst>
          </p:cNvPr>
          <p:cNvCxnSpPr/>
          <p:nvPr/>
        </p:nvCxnSpPr>
        <p:spPr>
          <a:xfrm>
            <a:off x="5286285" y="2639717"/>
            <a:ext cx="0" cy="1966707"/>
          </a:xfrm>
          <a:prstGeom prst="line">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67" name="Rectangle 166">
            <a:extLst>
              <a:ext uri="{FF2B5EF4-FFF2-40B4-BE49-F238E27FC236}">
                <a16:creationId xmlns:a16="http://schemas.microsoft.com/office/drawing/2014/main" id="{A3E8C498-D7B4-D142-81CF-0F76B06B2610}"/>
              </a:ext>
            </a:extLst>
          </p:cNvPr>
          <p:cNvSpPr/>
          <p:nvPr/>
        </p:nvSpPr>
        <p:spPr>
          <a:xfrm>
            <a:off x="114300" y="1222651"/>
            <a:ext cx="1642204" cy="442863"/>
          </a:xfrm>
          <a:prstGeom prst="rect">
            <a:avLst/>
          </a:prstGeom>
          <a:no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AE1C1088-25BB-15EB-4387-1CC8C957175E}"/>
              </a:ext>
            </a:extLst>
          </p:cNvPr>
          <p:cNvSpPr/>
          <p:nvPr/>
        </p:nvSpPr>
        <p:spPr>
          <a:xfrm>
            <a:off x="111438" y="1678339"/>
            <a:ext cx="1642204" cy="442863"/>
          </a:xfrm>
          <a:prstGeom prst="rect">
            <a:avLst/>
          </a:prstGeom>
          <a:no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96168F58-F413-34F9-C4E2-8A8DEEC5E514}"/>
              </a:ext>
            </a:extLst>
          </p:cNvPr>
          <p:cNvSpPr/>
          <p:nvPr/>
        </p:nvSpPr>
        <p:spPr>
          <a:xfrm>
            <a:off x="111437" y="3198780"/>
            <a:ext cx="1292819" cy="529990"/>
          </a:xfrm>
          <a:prstGeom prst="rect">
            <a:avLst/>
          </a:prstGeom>
          <a:no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BC6DC1EA-FBD4-CFF7-2A3F-46D89FA08BD6}"/>
              </a:ext>
            </a:extLst>
          </p:cNvPr>
          <p:cNvSpPr/>
          <p:nvPr/>
        </p:nvSpPr>
        <p:spPr>
          <a:xfrm>
            <a:off x="108905" y="3957090"/>
            <a:ext cx="2407772" cy="224931"/>
          </a:xfrm>
          <a:prstGeom prst="rect">
            <a:avLst/>
          </a:prstGeom>
          <a:no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AA7D1F38-1D38-8ECE-BA9D-B5A100DD7B04}"/>
              </a:ext>
            </a:extLst>
          </p:cNvPr>
          <p:cNvSpPr/>
          <p:nvPr/>
        </p:nvSpPr>
        <p:spPr>
          <a:xfrm>
            <a:off x="2745276" y="3652031"/>
            <a:ext cx="2136766" cy="529990"/>
          </a:xfrm>
          <a:prstGeom prst="rect">
            <a:avLst/>
          </a:prstGeom>
          <a:no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4" name="Picture 173">
            <a:extLst>
              <a:ext uri="{FF2B5EF4-FFF2-40B4-BE49-F238E27FC236}">
                <a16:creationId xmlns:a16="http://schemas.microsoft.com/office/drawing/2014/main" id="{E7FD0DCF-C139-6799-AF1A-45EBE37FC06D}"/>
              </a:ext>
            </a:extLst>
          </p:cNvPr>
          <p:cNvPicPr>
            <a:picLocks noChangeAspect="1"/>
          </p:cNvPicPr>
          <p:nvPr/>
        </p:nvPicPr>
        <p:blipFill>
          <a:blip r:embed="rId6">
            <a:biLevel thresh="50000"/>
          </a:blip>
          <a:stretch>
            <a:fillRect/>
          </a:stretch>
        </p:blipFill>
        <p:spPr>
          <a:xfrm>
            <a:off x="8149022" y="2972640"/>
            <a:ext cx="626671" cy="1351619"/>
          </a:xfrm>
          <a:prstGeom prst="rect">
            <a:avLst/>
          </a:prstGeom>
        </p:spPr>
      </p:pic>
      <mc:AlternateContent xmlns:mc="http://schemas.openxmlformats.org/markup-compatibility/2006" xmlns:p14="http://schemas.microsoft.com/office/powerpoint/2010/main">
        <mc:Choice Requires="p14">
          <p:contentPart p14:bwMode="auto" r:id="rId7">
            <p14:nvContentPartPr>
              <p14:cNvPr id="178" name="Ink 177">
                <a:extLst>
                  <a:ext uri="{FF2B5EF4-FFF2-40B4-BE49-F238E27FC236}">
                    <a16:creationId xmlns:a16="http://schemas.microsoft.com/office/drawing/2014/main" id="{4E5097F7-5E28-031D-8B29-EE3C5B54A4B2}"/>
                  </a:ext>
                </a:extLst>
              </p14:cNvPr>
              <p14:cNvContentPartPr/>
              <p14:nvPr/>
            </p14:nvContentPartPr>
            <p14:xfrm>
              <a:off x="8594080" y="3451520"/>
              <a:ext cx="182880" cy="251280"/>
            </p14:xfrm>
          </p:contentPart>
        </mc:Choice>
        <mc:Fallback xmlns="">
          <p:pic>
            <p:nvPicPr>
              <p:cNvPr id="178" name="Ink 177">
                <a:extLst>
                  <a:ext uri="{FF2B5EF4-FFF2-40B4-BE49-F238E27FC236}">
                    <a16:creationId xmlns:a16="http://schemas.microsoft.com/office/drawing/2014/main" id="{4E5097F7-5E28-031D-8B29-EE3C5B54A4B2}"/>
                  </a:ext>
                </a:extLst>
              </p:cNvPr>
              <p:cNvPicPr/>
              <p:nvPr/>
            </p:nvPicPr>
            <p:blipFill>
              <a:blip r:embed="rId8"/>
              <a:stretch>
                <a:fillRect/>
              </a:stretch>
            </p:blipFill>
            <p:spPr>
              <a:xfrm>
                <a:off x="8576080" y="3433880"/>
                <a:ext cx="218520" cy="286920"/>
              </a:xfrm>
              <a:prstGeom prst="rect">
                <a:avLst/>
              </a:prstGeom>
            </p:spPr>
          </p:pic>
        </mc:Fallback>
      </mc:AlternateContent>
      <mc:AlternateContent xmlns:mc="http://schemas.openxmlformats.org/markup-compatibility/2006" xmlns:a14="http://schemas.microsoft.com/office/drawing/2010/main">
        <mc:Choice Requires="a14">
          <p:sp>
            <p:nvSpPr>
              <p:cNvPr id="179" name="TextBox 178">
                <a:extLst>
                  <a:ext uri="{FF2B5EF4-FFF2-40B4-BE49-F238E27FC236}">
                    <a16:creationId xmlns:a16="http://schemas.microsoft.com/office/drawing/2014/main" id="{45D53110-7AC2-D4FB-BB41-D62C4D5627C7}"/>
                  </a:ext>
                </a:extLst>
              </p:cNvPr>
              <p:cNvSpPr txBox="1"/>
              <p:nvPr/>
            </p:nvSpPr>
            <p:spPr>
              <a:xfrm rot="16200000">
                <a:off x="8132356" y="3462009"/>
                <a:ext cx="1000530"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050" i="1">
                              <a:latin typeface="Cambria Math" panose="02040503050406030204" pitchFamily="18" charset="0"/>
                            </a:rPr>
                          </m:ctrlPr>
                        </m:sSubPr>
                        <m:e>
                          <m:r>
                            <a:rPr lang="en-US" sz="1050" i="1">
                              <a:latin typeface="Cambria Math" panose="02040503050406030204" pitchFamily="18" charset="0"/>
                            </a:rPr>
                            <m:t>𝑍</m:t>
                          </m:r>
                        </m:e>
                        <m:sub>
                          <m:r>
                            <a:rPr lang="en-US" sz="1050" i="1">
                              <a:latin typeface="Cambria Math" panose="02040503050406030204" pitchFamily="18" charset="0"/>
                            </a:rPr>
                            <m:t>𝑐𝑜𝑛𝑣𝑒𝑟𝑡𝑒𝑟</m:t>
                          </m:r>
                        </m:sub>
                      </m:sSub>
                      <m:d>
                        <m:dPr>
                          <m:ctrlPr>
                            <a:rPr lang="en-US" sz="1050" i="1">
                              <a:latin typeface="Cambria Math" panose="02040503050406030204" pitchFamily="18" charset="0"/>
                            </a:rPr>
                          </m:ctrlPr>
                        </m:dPr>
                        <m:e>
                          <m:r>
                            <a:rPr lang="en-US" sz="1050" i="1">
                              <a:latin typeface="Cambria Math" panose="02040503050406030204" pitchFamily="18" charset="0"/>
                            </a:rPr>
                            <m:t>𝑠</m:t>
                          </m:r>
                        </m:e>
                      </m:d>
                    </m:oMath>
                  </m:oMathPara>
                </a14:m>
                <a:endParaRPr lang="en-US" dirty="0"/>
              </a:p>
            </p:txBody>
          </p:sp>
        </mc:Choice>
        <mc:Fallback xmlns="">
          <p:sp>
            <p:nvSpPr>
              <p:cNvPr id="179" name="TextBox 178">
                <a:extLst>
                  <a:ext uri="{FF2B5EF4-FFF2-40B4-BE49-F238E27FC236}">
                    <a16:creationId xmlns:a16="http://schemas.microsoft.com/office/drawing/2014/main" id="{45D53110-7AC2-D4FB-BB41-D62C4D5627C7}"/>
                  </a:ext>
                </a:extLst>
              </p:cNvPr>
              <p:cNvSpPr txBox="1">
                <a:spLocks noRot="1" noChangeAspect="1" noMove="1" noResize="1" noEditPoints="1" noAdjustHandles="1" noChangeArrowheads="1" noChangeShapeType="1" noTextEdit="1"/>
              </p:cNvSpPr>
              <p:nvPr/>
            </p:nvSpPr>
            <p:spPr>
              <a:xfrm rot="16200000">
                <a:off x="8132356" y="3462009"/>
                <a:ext cx="1000530" cy="261610"/>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776250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D3E97-5E45-2181-1AB8-DF7DBEB5B3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70FD9DD-D25B-D76C-299C-1C5BC5D74E13}"/>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E6E571BD-632E-A283-CD1E-6480F669FAE0}"/>
              </a:ext>
            </a:extLst>
          </p:cNvPr>
          <p:cNvSpPr>
            <a:spLocks noGrp="1"/>
          </p:cNvSpPr>
          <p:nvPr>
            <p:ph type="sldNum" sz="quarter" idx="10"/>
          </p:nvPr>
        </p:nvSpPr>
        <p:spPr/>
        <p:txBody>
          <a:bodyPr/>
          <a:lstStyle/>
          <a:p>
            <a:pPr>
              <a:defRPr/>
            </a:pPr>
            <a:fld id="{2B97888F-6AF7-4263-B69D-592D8C33BAC7}" type="slidenum">
              <a:rPr lang="en-US" smtClean="0"/>
              <a:pPr>
                <a:defRPr/>
              </a:pPr>
              <a:t>21</a:t>
            </a:fld>
            <a:endParaRPr lang="en-US"/>
          </a:p>
        </p:txBody>
      </p:sp>
      <p:pic>
        <p:nvPicPr>
          <p:cNvPr id="24" name="Content Placeholder 22" descr="A diagram of a flowchart&#10;&#10;AI-generated content may be incorrect.">
            <a:extLst>
              <a:ext uri="{FF2B5EF4-FFF2-40B4-BE49-F238E27FC236}">
                <a16:creationId xmlns:a16="http://schemas.microsoft.com/office/drawing/2014/main" id="{E6F96FCF-2051-25AE-448A-79679B0301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859537" y="1796006"/>
            <a:ext cx="4565756" cy="1351619"/>
          </a:xfrm>
          <a:prstGeom prst="rect">
            <a:avLst/>
          </a:prstGeom>
          <a:noFill/>
          <a:ln w="9525" algn="ctr">
            <a:noFill/>
            <a:miter lim="800000"/>
            <a:headEnd/>
            <a:tailEnd/>
          </a:ln>
        </p:spPr>
      </p:pic>
      <p:sp>
        <p:nvSpPr>
          <p:cNvPr id="25" name="TextBox 24">
            <a:extLst>
              <a:ext uri="{FF2B5EF4-FFF2-40B4-BE49-F238E27FC236}">
                <a16:creationId xmlns:a16="http://schemas.microsoft.com/office/drawing/2014/main" id="{B25BD5C4-F1AD-00F4-2E90-B3F0C4430204}"/>
              </a:ext>
            </a:extLst>
          </p:cNvPr>
          <p:cNvSpPr txBox="1"/>
          <p:nvPr/>
        </p:nvSpPr>
        <p:spPr>
          <a:xfrm>
            <a:off x="3697967" y="3129387"/>
            <a:ext cx="914401" cy="307777"/>
          </a:xfrm>
          <a:prstGeom prst="rect">
            <a:avLst/>
          </a:prstGeom>
          <a:noFill/>
        </p:spPr>
        <p:txBody>
          <a:bodyPr wrap="square" rtlCol="0">
            <a:spAutoFit/>
          </a:bodyPr>
          <a:lstStyle/>
          <a:p>
            <a:r>
              <a:rPr lang="en-US" sz="1400" dirty="0">
                <a:latin typeface="Aptos Serif" panose="02020604070405020304" pitchFamily="18" charset="0"/>
                <a:cs typeface="Aptos Serif" panose="02020604070405020304" pitchFamily="18" charset="0"/>
              </a:rPr>
              <a:t>HPF</a:t>
            </a:r>
            <a:endParaRPr lang="en-US" dirty="0">
              <a:latin typeface="Aptos Serif" panose="02020604070405020304" pitchFamily="18" charset="0"/>
              <a:cs typeface="Aptos Serif" panose="02020604070405020304" pitchFamily="18" charset="0"/>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FA37C7C-7C53-6997-4065-016916C85375}"/>
                  </a:ext>
                </a:extLst>
              </p:cNvPr>
              <p:cNvSpPr txBox="1"/>
              <p:nvPr/>
            </p:nvSpPr>
            <p:spPr>
              <a:xfrm>
                <a:off x="1816476" y="1987536"/>
                <a:ext cx="4572000" cy="2616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100" i="1" smtClean="0">
                          <a:latin typeface="Cambria Math" panose="02040503050406030204" pitchFamily="18" charset="0"/>
                        </a:rPr>
                        <m:t>𝑌</m:t>
                      </m:r>
                    </m:oMath>
                  </m:oMathPara>
                </a14:m>
                <a:endParaRPr lang="en-US" dirty="0"/>
              </a:p>
            </p:txBody>
          </p:sp>
        </mc:Choice>
        <mc:Fallback xmlns="">
          <p:sp>
            <p:nvSpPr>
              <p:cNvPr id="26" name="TextBox 25">
                <a:extLst>
                  <a:ext uri="{FF2B5EF4-FFF2-40B4-BE49-F238E27FC236}">
                    <a16:creationId xmlns:a16="http://schemas.microsoft.com/office/drawing/2014/main" id="{8FA37C7C-7C53-6997-4065-016916C85375}"/>
                  </a:ext>
                </a:extLst>
              </p:cNvPr>
              <p:cNvSpPr txBox="1">
                <a:spLocks noRot="1" noChangeAspect="1" noMove="1" noResize="1" noEditPoints="1" noAdjustHandles="1" noChangeArrowheads="1" noChangeShapeType="1" noTextEdit="1"/>
              </p:cNvSpPr>
              <p:nvPr/>
            </p:nvSpPr>
            <p:spPr>
              <a:xfrm>
                <a:off x="1816476" y="1987536"/>
                <a:ext cx="4572000" cy="261610"/>
              </a:xfrm>
              <a:prstGeom prst="rect">
                <a:avLst/>
              </a:prstGeom>
              <a:blipFill>
                <a:blip r:embed="rId3"/>
                <a:stretch>
                  <a:fillRect/>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EBEE83FF-E114-F285-99E7-B69D881EEFCF}"/>
              </a:ext>
            </a:extLst>
          </p:cNvPr>
          <p:cNvSpPr txBox="1"/>
          <p:nvPr/>
        </p:nvSpPr>
        <p:spPr>
          <a:xfrm>
            <a:off x="1804608" y="1915842"/>
            <a:ext cx="640981" cy="261610"/>
          </a:xfrm>
          <a:prstGeom prst="rect">
            <a:avLst/>
          </a:prstGeom>
          <a:noFill/>
        </p:spPr>
        <p:txBody>
          <a:bodyPr wrap="square" rtlCol="0">
            <a:spAutoFit/>
          </a:bodyPr>
          <a:lstStyle/>
          <a:p>
            <a:r>
              <a:rPr lang="en-US" sz="1050" i="1" dirty="0"/>
              <a:t>0 Amp</a:t>
            </a:r>
            <a:endParaRPr lang="en-US" sz="1400" i="1" dirty="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179A8DF-B6CC-AB7A-010F-02217D08397C}"/>
                  </a:ext>
                </a:extLst>
              </p:cNvPr>
              <p:cNvSpPr txBox="1"/>
              <p:nvPr/>
            </p:nvSpPr>
            <p:spPr>
              <a:xfrm>
                <a:off x="2461745" y="2704106"/>
                <a:ext cx="1150882" cy="2672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100" i="1" smtClean="0">
                              <a:latin typeface="Cambria Math" panose="02040503050406030204" pitchFamily="18" charset="0"/>
                            </a:rPr>
                          </m:ctrlPr>
                        </m:sSubPr>
                        <m:e>
                          <m:r>
                            <a:rPr lang="en-US" sz="1100" b="0" i="1" smtClean="0">
                              <a:latin typeface="Cambria Math" panose="02040503050406030204" pitchFamily="18" charset="0"/>
                            </a:rPr>
                            <m:t>𝐼</m:t>
                          </m:r>
                        </m:e>
                        <m:sub>
                          <m:r>
                            <a:rPr lang="en-US" sz="1100" b="0" i="1" smtClean="0">
                              <a:latin typeface="Cambria Math" panose="02040503050406030204" pitchFamily="18" charset="0"/>
                            </a:rPr>
                            <m:t>𝑠𝑒𝑛𝑠</m:t>
                          </m:r>
                          <m:r>
                            <a:rPr lang="en-US" sz="1100" b="0" i="1" smtClean="0">
                              <a:latin typeface="Cambria Math" panose="02040503050406030204" pitchFamily="18" charset="0"/>
                            </a:rPr>
                            <m:t>_</m:t>
                          </m:r>
                          <m:r>
                            <a:rPr lang="en-US" sz="1100" b="0" i="1" smtClean="0">
                              <a:latin typeface="Cambria Math" panose="02040503050406030204" pitchFamily="18" charset="0"/>
                            </a:rPr>
                            <m:t>𝑛𝑜𝑖𝑠𝑒</m:t>
                          </m:r>
                        </m:sub>
                      </m:sSub>
                    </m:oMath>
                  </m:oMathPara>
                </a14:m>
                <a:endParaRPr lang="en-US" dirty="0"/>
              </a:p>
            </p:txBody>
          </p:sp>
        </mc:Choice>
        <mc:Fallback xmlns="">
          <p:sp>
            <p:nvSpPr>
              <p:cNvPr id="28" name="TextBox 27">
                <a:extLst>
                  <a:ext uri="{FF2B5EF4-FFF2-40B4-BE49-F238E27FC236}">
                    <a16:creationId xmlns:a16="http://schemas.microsoft.com/office/drawing/2014/main" id="{E179A8DF-B6CC-AB7A-010F-02217D08397C}"/>
                  </a:ext>
                </a:extLst>
              </p:cNvPr>
              <p:cNvSpPr txBox="1">
                <a:spLocks noRot="1" noChangeAspect="1" noMove="1" noResize="1" noEditPoints="1" noAdjustHandles="1" noChangeArrowheads="1" noChangeShapeType="1" noTextEdit="1"/>
              </p:cNvSpPr>
              <p:nvPr/>
            </p:nvSpPr>
            <p:spPr>
              <a:xfrm>
                <a:off x="2461745" y="2704106"/>
                <a:ext cx="1150882" cy="26725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8375E285-8EFA-75F6-D17D-737619850B41}"/>
                  </a:ext>
                </a:extLst>
              </p:cNvPr>
              <p:cNvSpPr txBox="1"/>
              <p:nvPr/>
            </p:nvSpPr>
            <p:spPr>
              <a:xfrm>
                <a:off x="2880731" y="1982883"/>
                <a:ext cx="467746" cy="2918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𝑍</m:t>
                          </m:r>
                        </m:e>
                        <m:sub>
                          <m:r>
                            <a:rPr lang="en-US" sz="1200" i="1">
                              <a:latin typeface="Cambria Math" panose="02040503050406030204" pitchFamily="18" charset="0"/>
                            </a:rPr>
                            <m:t>𝑓𝑏</m:t>
                          </m:r>
                        </m:sub>
                      </m:sSub>
                    </m:oMath>
                  </m:oMathPara>
                </a14:m>
                <a:endParaRPr lang="en-US" dirty="0"/>
              </a:p>
            </p:txBody>
          </p:sp>
        </mc:Choice>
        <mc:Fallback xmlns="">
          <p:sp>
            <p:nvSpPr>
              <p:cNvPr id="29" name="TextBox 28">
                <a:extLst>
                  <a:ext uri="{FF2B5EF4-FFF2-40B4-BE49-F238E27FC236}">
                    <a16:creationId xmlns:a16="http://schemas.microsoft.com/office/drawing/2014/main" id="{8375E285-8EFA-75F6-D17D-737619850B41}"/>
                  </a:ext>
                </a:extLst>
              </p:cNvPr>
              <p:cNvSpPr txBox="1">
                <a:spLocks noRot="1" noChangeAspect="1" noMove="1" noResize="1" noEditPoints="1" noAdjustHandles="1" noChangeArrowheads="1" noChangeShapeType="1" noTextEdit="1"/>
              </p:cNvSpPr>
              <p:nvPr/>
            </p:nvSpPr>
            <p:spPr>
              <a:xfrm>
                <a:off x="2880731" y="1982883"/>
                <a:ext cx="467746" cy="291811"/>
              </a:xfrm>
              <a:prstGeom prst="rect">
                <a:avLst/>
              </a:prstGeom>
              <a:blipFill>
                <a:blip r:embed="rId5"/>
                <a:stretch>
                  <a:fillRect b="-20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977AE90-6B29-9695-04F3-C95A45FC1523}"/>
                  </a:ext>
                </a:extLst>
              </p:cNvPr>
              <p:cNvSpPr txBox="1"/>
              <p:nvPr/>
            </p:nvSpPr>
            <p:spPr>
              <a:xfrm>
                <a:off x="4342127" y="1849934"/>
                <a:ext cx="514350" cy="2752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050" i="1" smtClean="0">
                              <a:latin typeface="Cambria Math" panose="02040503050406030204" pitchFamily="18" charset="0"/>
                            </a:rPr>
                          </m:ctrlPr>
                        </m:sSubPr>
                        <m:e>
                          <m:r>
                            <a:rPr lang="en-US" sz="1050" b="0" i="1" smtClean="0">
                              <a:latin typeface="Cambria Math" panose="02040503050406030204" pitchFamily="18" charset="0"/>
                            </a:rPr>
                            <m:t>𝐼</m:t>
                          </m:r>
                        </m:e>
                        <m:sub>
                          <m:r>
                            <a:rPr lang="en-US" sz="1050" b="0" i="1" smtClean="0">
                              <a:latin typeface="Cambria Math" panose="02040503050406030204" pitchFamily="18" charset="0"/>
                            </a:rPr>
                            <m:t>𝑖𝑛𝑗</m:t>
                          </m:r>
                        </m:sub>
                      </m:sSub>
                    </m:oMath>
                  </m:oMathPara>
                </a14:m>
                <a:endParaRPr lang="en-US" dirty="0"/>
              </a:p>
            </p:txBody>
          </p:sp>
        </mc:Choice>
        <mc:Fallback xmlns="">
          <p:sp>
            <p:nvSpPr>
              <p:cNvPr id="30" name="TextBox 29">
                <a:extLst>
                  <a:ext uri="{FF2B5EF4-FFF2-40B4-BE49-F238E27FC236}">
                    <a16:creationId xmlns:a16="http://schemas.microsoft.com/office/drawing/2014/main" id="{4977AE90-6B29-9695-04F3-C95A45FC1523}"/>
                  </a:ext>
                </a:extLst>
              </p:cNvPr>
              <p:cNvSpPr txBox="1">
                <a:spLocks noRot="1" noChangeAspect="1" noMove="1" noResize="1" noEditPoints="1" noAdjustHandles="1" noChangeArrowheads="1" noChangeShapeType="1" noTextEdit="1"/>
              </p:cNvSpPr>
              <p:nvPr/>
            </p:nvSpPr>
            <p:spPr>
              <a:xfrm>
                <a:off x="4342127" y="1849934"/>
                <a:ext cx="514350" cy="275204"/>
              </a:xfrm>
              <a:prstGeom prst="rect">
                <a:avLst/>
              </a:prstGeom>
              <a:blipFill>
                <a:blip r:embed="rId6"/>
                <a:stretch>
                  <a:fillRect/>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AF31F176-FBFA-E36A-E980-72D3D25C2061}"/>
              </a:ext>
            </a:extLst>
          </p:cNvPr>
          <p:cNvSpPr txBox="1"/>
          <p:nvPr/>
        </p:nvSpPr>
        <p:spPr>
          <a:xfrm>
            <a:off x="2567578" y="1883200"/>
            <a:ext cx="287258" cy="276999"/>
          </a:xfrm>
          <a:prstGeom prst="rect">
            <a:avLst/>
          </a:prstGeom>
          <a:noFill/>
        </p:spPr>
        <p:txBody>
          <a:bodyPr wrap="square" rtlCol="0">
            <a:spAutoFit/>
          </a:bodyPr>
          <a:lstStyle/>
          <a:p>
            <a:r>
              <a:rPr lang="en-US" sz="1200" i="1" dirty="0"/>
              <a:t>E</a:t>
            </a:r>
            <a:endParaRPr lang="en-US" i="1"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8958CBF-0431-8B5E-9949-8C27864EFD74}"/>
                  </a:ext>
                </a:extLst>
              </p:cNvPr>
              <p:cNvSpPr txBox="1"/>
              <p:nvPr/>
            </p:nvSpPr>
            <p:spPr>
              <a:xfrm>
                <a:off x="3145743" y="1872395"/>
                <a:ext cx="956733" cy="2832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𝑉</m:t>
                          </m:r>
                        </m:e>
                        <m:sub>
                          <m:r>
                            <a:rPr lang="en-US" sz="1200" b="0" i="1" smtClean="0">
                              <a:latin typeface="Cambria Math" panose="02040503050406030204" pitchFamily="18" charset="0"/>
                            </a:rPr>
                            <m:t>𝑜𝑢𝑡</m:t>
                          </m:r>
                        </m:sub>
                      </m:sSub>
                    </m:oMath>
                  </m:oMathPara>
                </a14:m>
                <a:endParaRPr lang="en-US" dirty="0"/>
              </a:p>
            </p:txBody>
          </p:sp>
        </mc:Choice>
        <mc:Fallback xmlns="">
          <p:sp>
            <p:nvSpPr>
              <p:cNvPr id="32" name="TextBox 31">
                <a:extLst>
                  <a:ext uri="{FF2B5EF4-FFF2-40B4-BE49-F238E27FC236}">
                    <a16:creationId xmlns:a16="http://schemas.microsoft.com/office/drawing/2014/main" id="{A8958CBF-0431-8B5E-9949-8C27864EFD74}"/>
                  </a:ext>
                </a:extLst>
              </p:cNvPr>
              <p:cNvSpPr txBox="1">
                <a:spLocks noRot="1" noChangeAspect="1" noMove="1" noResize="1" noEditPoints="1" noAdjustHandles="1" noChangeArrowheads="1" noChangeShapeType="1" noTextEdit="1"/>
              </p:cNvSpPr>
              <p:nvPr/>
            </p:nvSpPr>
            <p:spPr>
              <a:xfrm>
                <a:off x="3145743" y="1872395"/>
                <a:ext cx="956733" cy="2832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B49A4C0-3031-137F-4DE6-09AE1C29E497}"/>
                  </a:ext>
                </a:extLst>
              </p:cNvPr>
              <p:cNvSpPr txBox="1"/>
              <p:nvPr/>
            </p:nvSpPr>
            <p:spPr>
              <a:xfrm>
                <a:off x="5304204" y="1968990"/>
                <a:ext cx="254770" cy="2912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𝑒𝑞</m:t>
                          </m:r>
                        </m:sub>
                      </m:sSub>
                    </m:oMath>
                  </m:oMathPara>
                </a14:m>
                <a:endParaRPr lang="en-US" dirty="0"/>
              </a:p>
            </p:txBody>
          </p:sp>
        </mc:Choice>
        <mc:Fallback xmlns="">
          <p:sp>
            <p:nvSpPr>
              <p:cNvPr id="33" name="TextBox 32">
                <a:extLst>
                  <a:ext uri="{FF2B5EF4-FFF2-40B4-BE49-F238E27FC236}">
                    <a16:creationId xmlns:a16="http://schemas.microsoft.com/office/drawing/2014/main" id="{5B49A4C0-3031-137F-4DE6-09AE1C29E497}"/>
                  </a:ext>
                </a:extLst>
              </p:cNvPr>
              <p:cNvSpPr txBox="1">
                <a:spLocks noRot="1" noChangeAspect="1" noMove="1" noResize="1" noEditPoints="1" noAdjustHandles="1" noChangeArrowheads="1" noChangeShapeType="1" noTextEdit="1"/>
              </p:cNvSpPr>
              <p:nvPr/>
            </p:nvSpPr>
            <p:spPr>
              <a:xfrm>
                <a:off x="5304204" y="1968990"/>
                <a:ext cx="254770" cy="291298"/>
              </a:xfrm>
              <a:prstGeom prst="rect">
                <a:avLst/>
              </a:prstGeom>
              <a:blipFill>
                <a:blip r:embed="rId8"/>
                <a:stretch>
                  <a:fillRect r="-35714"/>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B32AA270-F8E6-8A1B-7505-BB387AF668D8}"/>
              </a:ext>
            </a:extLst>
          </p:cNvPr>
          <p:cNvSpPr txBox="1"/>
          <p:nvPr/>
        </p:nvSpPr>
        <p:spPr>
          <a:xfrm>
            <a:off x="4883646" y="1898482"/>
            <a:ext cx="243978" cy="215444"/>
          </a:xfrm>
          <a:prstGeom prst="rect">
            <a:avLst/>
          </a:prstGeom>
          <a:noFill/>
        </p:spPr>
        <p:txBody>
          <a:bodyPr wrap="square" rtlCol="0">
            <a:spAutoFit/>
          </a:bodyPr>
          <a:lstStyle/>
          <a:p>
            <a:r>
              <a:rPr lang="en-US" sz="800" dirty="0"/>
              <a:t>+</a:t>
            </a:r>
            <a:endParaRPr lang="en-US" dirty="0"/>
          </a:p>
        </p:txBody>
      </p:sp>
      <p:sp>
        <p:nvSpPr>
          <p:cNvPr id="35" name="TextBox 34">
            <a:extLst>
              <a:ext uri="{FF2B5EF4-FFF2-40B4-BE49-F238E27FC236}">
                <a16:creationId xmlns:a16="http://schemas.microsoft.com/office/drawing/2014/main" id="{E88C1123-BF78-8BE7-187A-ABC5FB203F06}"/>
              </a:ext>
            </a:extLst>
          </p:cNvPr>
          <p:cNvSpPr txBox="1"/>
          <p:nvPr/>
        </p:nvSpPr>
        <p:spPr>
          <a:xfrm>
            <a:off x="4641351" y="1953536"/>
            <a:ext cx="243978" cy="215444"/>
          </a:xfrm>
          <a:prstGeom prst="rect">
            <a:avLst/>
          </a:prstGeom>
          <a:noFill/>
        </p:spPr>
        <p:txBody>
          <a:bodyPr wrap="square" rtlCol="0">
            <a:spAutoFit/>
          </a:bodyPr>
          <a:lstStyle/>
          <a:p>
            <a:r>
              <a:rPr lang="en-US" sz="800" dirty="0"/>
              <a:t>+</a:t>
            </a:r>
            <a:endParaRPr lang="en-US" dirty="0"/>
          </a:p>
        </p:txBody>
      </p:sp>
      <p:sp>
        <p:nvSpPr>
          <p:cNvPr id="36" name="TextBox 35">
            <a:extLst>
              <a:ext uri="{FF2B5EF4-FFF2-40B4-BE49-F238E27FC236}">
                <a16:creationId xmlns:a16="http://schemas.microsoft.com/office/drawing/2014/main" id="{6C8461B7-ED35-2A6B-26F2-8035AFE9D952}"/>
              </a:ext>
            </a:extLst>
          </p:cNvPr>
          <p:cNvSpPr txBox="1"/>
          <p:nvPr/>
        </p:nvSpPr>
        <p:spPr>
          <a:xfrm>
            <a:off x="2211719" y="1943477"/>
            <a:ext cx="243978" cy="215444"/>
          </a:xfrm>
          <a:prstGeom prst="rect">
            <a:avLst/>
          </a:prstGeom>
          <a:noFill/>
        </p:spPr>
        <p:txBody>
          <a:bodyPr wrap="square" rtlCol="0">
            <a:spAutoFit/>
          </a:bodyPr>
          <a:lstStyle/>
          <a:p>
            <a:r>
              <a:rPr lang="en-US" sz="800" dirty="0"/>
              <a:t>+</a:t>
            </a:r>
            <a:endParaRPr lang="en-US" dirty="0"/>
          </a:p>
        </p:txBody>
      </p:sp>
      <p:sp>
        <p:nvSpPr>
          <p:cNvPr id="37" name="TextBox 36">
            <a:extLst>
              <a:ext uri="{FF2B5EF4-FFF2-40B4-BE49-F238E27FC236}">
                <a16:creationId xmlns:a16="http://schemas.microsoft.com/office/drawing/2014/main" id="{F00DA003-668D-06D7-BEC3-B3A54A5E2E69}"/>
              </a:ext>
            </a:extLst>
          </p:cNvPr>
          <p:cNvSpPr txBox="1"/>
          <p:nvPr/>
        </p:nvSpPr>
        <p:spPr>
          <a:xfrm>
            <a:off x="2284310" y="2144810"/>
            <a:ext cx="218330" cy="215444"/>
          </a:xfrm>
          <a:prstGeom prst="rect">
            <a:avLst/>
          </a:prstGeom>
          <a:noFill/>
        </p:spPr>
        <p:txBody>
          <a:bodyPr wrap="square" rtlCol="0">
            <a:spAutoFit/>
          </a:bodyPr>
          <a:lstStyle/>
          <a:p>
            <a:r>
              <a:rPr lang="en-US" sz="800" dirty="0"/>
              <a:t>-</a:t>
            </a:r>
            <a:endParaRPr lang="en-US" dirty="0"/>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1AC98DA3-F70A-D28F-8CD9-4FB7FF644BCF}"/>
                  </a:ext>
                </a:extLst>
              </p:cNvPr>
              <p:cNvSpPr txBox="1"/>
              <p:nvPr/>
            </p:nvSpPr>
            <p:spPr>
              <a:xfrm>
                <a:off x="4567244" y="2102923"/>
                <a:ext cx="1129480" cy="26725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i="1" smtClean="0">
                              <a:latin typeface="Cambria Math" panose="02040503050406030204" pitchFamily="18" charset="0"/>
                            </a:rPr>
                          </m:ctrlPr>
                        </m:sSubPr>
                        <m:e>
                          <m:r>
                            <a:rPr lang="en-US" sz="1100" b="0" i="1" smtClean="0">
                              <a:latin typeface="Cambria Math" panose="02040503050406030204" pitchFamily="18" charset="0"/>
                            </a:rPr>
                            <m:t>𝐼</m:t>
                          </m:r>
                        </m:e>
                        <m:sub>
                          <m:r>
                            <a:rPr lang="en-US" sz="1100" b="0" i="1" smtClean="0">
                              <a:latin typeface="Cambria Math" panose="02040503050406030204" pitchFamily="18" charset="0"/>
                            </a:rPr>
                            <m:t>𝑙𝑖𝑛𝑒</m:t>
                          </m:r>
                        </m:sub>
                      </m:sSub>
                    </m:oMath>
                  </m:oMathPara>
                </a14:m>
                <a:endParaRPr lang="en-US" dirty="0"/>
              </a:p>
            </p:txBody>
          </p:sp>
        </mc:Choice>
        <mc:Fallback xmlns="">
          <p:sp>
            <p:nvSpPr>
              <p:cNvPr id="38" name="TextBox 37">
                <a:extLst>
                  <a:ext uri="{FF2B5EF4-FFF2-40B4-BE49-F238E27FC236}">
                    <a16:creationId xmlns:a16="http://schemas.microsoft.com/office/drawing/2014/main" id="{1AC98DA3-F70A-D28F-8CD9-4FB7FF644BCF}"/>
                  </a:ext>
                </a:extLst>
              </p:cNvPr>
              <p:cNvSpPr txBox="1">
                <a:spLocks noRot="1" noChangeAspect="1" noMove="1" noResize="1" noEditPoints="1" noAdjustHandles="1" noChangeArrowheads="1" noChangeShapeType="1" noTextEdit="1"/>
              </p:cNvSpPr>
              <p:nvPr/>
            </p:nvSpPr>
            <p:spPr>
              <a:xfrm>
                <a:off x="4567244" y="2102923"/>
                <a:ext cx="1129480" cy="267253"/>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330E2F4-2A60-1B36-B41B-009DF7E02C4E}"/>
                  </a:ext>
                </a:extLst>
              </p:cNvPr>
              <p:cNvSpPr txBox="1"/>
              <p:nvPr/>
            </p:nvSpPr>
            <p:spPr>
              <a:xfrm>
                <a:off x="4288136" y="1583370"/>
                <a:ext cx="1129480" cy="26725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i="1" smtClean="0">
                              <a:latin typeface="Cambria Math" panose="02040503050406030204" pitchFamily="18" charset="0"/>
                            </a:rPr>
                          </m:ctrlPr>
                        </m:sSubPr>
                        <m:e>
                          <m:r>
                            <a:rPr lang="en-US" sz="1100" b="0" i="1" smtClean="0">
                              <a:latin typeface="Cambria Math" panose="02040503050406030204" pitchFamily="18" charset="0"/>
                            </a:rPr>
                            <m:t>𝐼</m:t>
                          </m:r>
                        </m:e>
                        <m:sub>
                          <m:r>
                            <a:rPr lang="en-US" sz="1100" b="0" i="1" smtClean="0">
                              <a:latin typeface="Cambria Math" panose="02040503050406030204" pitchFamily="18" charset="0"/>
                            </a:rPr>
                            <m:t>𝑑𝑚</m:t>
                          </m:r>
                          <m:r>
                            <a:rPr lang="en-US" sz="1100" b="0" i="1" smtClean="0">
                              <a:latin typeface="Cambria Math" panose="02040503050406030204" pitchFamily="18" charset="0"/>
                            </a:rPr>
                            <m:t>_</m:t>
                          </m:r>
                          <m:r>
                            <a:rPr lang="en-US" sz="1100" b="0" i="1" smtClean="0">
                              <a:latin typeface="Cambria Math" panose="02040503050406030204" pitchFamily="18" charset="0"/>
                            </a:rPr>
                            <m:t>𝑠𝑜𝑢𝑟𝑐𝑒</m:t>
                          </m:r>
                        </m:sub>
                      </m:sSub>
                    </m:oMath>
                  </m:oMathPara>
                </a14:m>
                <a:endParaRPr lang="en-US" dirty="0"/>
              </a:p>
            </p:txBody>
          </p:sp>
        </mc:Choice>
        <mc:Fallback xmlns="">
          <p:sp>
            <p:nvSpPr>
              <p:cNvPr id="39" name="TextBox 38">
                <a:extLst>
                  <a:ext uri="{FF2B5EF4-FFF2-40B4-BE49-F238E27FC236}">
                    <a16:creationId xmlns:a16="http://schemas.microsoft.com/office/drawing/2014/main" id="{E330E2F4-2A60-1B36-B41B-009DF7E02C4E}"/>
                  </a:ext>
                </a:extLst>
              </p:cNvPr>
              <p:cNvSpPr txBox="1">
                <a:spLocks noRot="1" noChangeAspect="1" noMove="1" noResize="1" noEditPoints="1" noAdjustHandles="1" noChangeArrowheads="1" noChangeShapeType="1" noTextEdit="1"/>
              </p:cNvSpPr>
              <p:nvPr/>
            </p:nvSpPr>
            <p:spPr>
              <a:xfrm>
                <a:off x="4288136" y="1583370"/>
                <a:ext cx="1129480" cy="267253"/>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8A7C9A8-79D4-F72F-C5AB-1994053982AB}"/>
                  </a:ext>
                </a:extLst>
              </p:cNvPr>
              <p:cNvSpPr txBox="1"/>
              <p:nvPr/>
            </p:nvSpPr>
            <p:spPr>
              <a:xfrm>
                <a:off x="5494032" y="1841613"/>
                <a:ext cx="956733"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100" i="1" smtClean="0">
                              <a:latin typeface="Cambria Math" panose="02040503050406030204" pitchFamily="18" charset="0"/>
                            </a:rPr>
                          </m:ctrlPr>
                        </m:sSubPr>
                        <m:e>
                          <m:r>
                            <a:rPr lang="en-US" sz="1100" b="0" i="1" smtClean="0">
                              <a:latin typeface="Cambria Math" panose="02040503050406030204" pitchFamily="18" charset="0"/>
                            </a:rPr>
                            <m:t>𝑉</m:t>
                          </m:r>
                        </m:e>
                        <m:sub>
                          <m:r>
                            <a:rPr lang="en-US" sz="1100" b="0" i="1" smtClean="0">
                              <a:latin typeface="Cambria Math" panose="02040503050406030204" pitchFamily="18" charset="0"/>
                            </a:rPr>
                            <m:t>𝑙𝑖𝑛𝑒</m:t>
                          </m:r>
                        </m:sub>
                      </m:sSub>
                    </m:oMath>
                  </m:oMathPara>
                </a14:m>
                <a:endParaRPr lang="en-US" dirty="0"/>
              </a:p>
            </p:txBody>
          </p:sp>
        </mc:Choice>
        <mc:Fallback xmlns="">
          <p:sp>
            <p:nvSpPr>
              <p:cNvPr id="40" name="TextBox 39">
                <a:extLst>
                  <a:ext uri="{FF2B5EF4-FFF2-40B4-BE49-F238E27FC236}">
                    <a16:creationId xmlns:a16="http://schemas.microsoft.com/office/drawing/2014/main" id="{A8A7C9A8-79D4-F72F-C5AB-1994053982AB}"/>
                  </a:ext>
                </a:extLst>
              </p:cNvPr>
              <p:cNvSpPr txBox="1">
                <a:spLocks noRot="1" noChangeAspect="1" noMove="1" noResize="1" noEditPoints="1" noAdjustHandles="1" noChangeArrowheads="1" noChangeShapeType="1" noTextEdit="1"/>
              </p:cNvSpPr>
              <p:nvPr/>
            </p:nvSpPr>
            <p:spPr>
              <a:xfrm>
                <a:off x="5494032" y="1841613"/>
                <a:ext cx="956733" cy="26161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2">
            <p14:nvContentPartPr>
              <p14:cNvPr id="41" name="Ink 40">
                <a:extLst>
                  <a:ext uri="{FF2B5EF4-FFF2-40B4-BE49-F238E27FC236}">
                    <a16:creationId xmlns:a16="http://schemas.microsoft.com/office/drawing/2014/main" id="{27E47023-2487-5401-6906-A44C3936267E}"/>
                  </a:ext>
                </a:extLst>
              </p14:cNvPr>
              <p14:cNvContentPartPr/>
              <p14:nvPr/>
            </p14:nvContentPartPr>
            <p14:xfrm>
              <a:off x="3280493" y="2521254"/>
              <a:ext cx="360" cy="360"/>
            </p14:xfrm>
          </p:contentPart>
        </mc:Choice>
        <mc:Fallback xmlns="">
          <p:pic>
            <p:nvPicPr>
              <p:cNvPr id="41" name="Ink 40">
                <a:extLst>
                  <a:ext uri="{FF2B5EF4-FFF2-40B4-BE49-F238E27FC236}">
                    <a16:creationId xmlns:a16="http://schemas.microsoft.com/office/drawing/2014/main" id="{27E47023-2487-5401-6906-A44C3936267E}"/>
                  </a:ext>
                </a:extLst>
              </p:cNvPr>
              <p:cNvPicPr/>
              <p:nvPr/>
            </p:nvPicPr>
            <p:blipFill>
              <a:blip r:embed="rId13"/>
              <a:stretch>
                <a:fillRect/>
              </a:stretch>
            </p:blipFill>
            <p:spPr>
              <a:xfrm>
                <a:off x="3271493" y="2512254"/>
                <a:ext cx="18180" cy="18180"/>
              </a:xfrm>
              <a:prstGeom prst="rect">
                <a:avLst/>
              </a:prstGeom>
            </p:spPr>
          </p:pic>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092C308-69C7-4297-798F-7F09E628EC88}"/>
                  </a:ext>
                </a:extLst>
              </p:cNvPr>
              <p:cNvSpPr txBox="1"/>
              <p:nvPr/>
            </p:nvSpPr>
            <p:spPr>
              <a:xfrm>
                <a:off x="1611630" y="2817196"/>
                <a:ext cx="4585546"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𝑌</m:t>
                          </m:r>
                        </m:e>
                        <m:sub>
                          <m:r>
                            <a:rPr lang="en-US" sz="1200" i="1">
                              <a:latin typeface="Cambria Math" panose="02040503050406030204" pitchFamily="18" charset="0"/>
                            </a:rPr>
                            <m:t>𝑠𝑒𝑛𝑠</m:t>
                          </m:r>
                        </m:sub>
                      </m:sSub>
                    </m:oMath>
                  </m:oMathPara>
                </a14:m>
                <a:endParaRPr lang="en-US" dirty="0"/>
              </a:p>
            </p:txBody>
          </p:sp>
        </mc:Choice>
        <mc:Fallback xmlns="">
          <p:sp>
            <p:nvSpPr>
              <p:cNvPr id="42" name="TextBox 41">
                <a:extLst>
                  <a:ext uri="{FF2B5EF4-FFF2-40B4-BE49-F238E27FC236}">
                    <a16:creationId xmlns:a16="http://schemas.microsoft.com/office/drawing/2014/main" id="{0092C308-69C7-4297-798F-7F09E628EC88}"/>
                  </a:ext>
                </a:extLst>
              </p:cNvPr>
              <p:cNvSpPr txBox="1">
                <a:spLocks noRot="1" noChangeAspect="1" noMove="1" noResize="1" noEditPoints="1" noAdjustHandles="1" noChangeArrowheads="1" noChangeShapeType="1" noTextEdit="1"/>
              </p:cNvSpPr>
              <p:nvPr/>
            </p:nvSpPr>
            <p:spPr>
              <a:xfrm>
                <a:off x="1611630" y="2817196"/>
                <a:ext cx="4585546" cy="276999"/>
              </a:xfrm>
              <a:prstGeom prst="rect">
                <a:avLst/>
              </a:prstGeom>
              <a:blipFill>
                <a:blip r:embed="rId1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314242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14550-3A3B-1536-636D-44831ABF3121}"/>
              </a:ext>
            </a:extLst>
          </p:cNvPr>
          <p:cNvSpPr>
            <a:spLocks noGrp="1"/>
          </p:cNvSpPr>
          <p:nvPr>
            <p:ph type="title"/>
          </p:nvPr>
        </p:nvSpPr>
        <p:spPr/>
        <p:txBody>
          <a:bodyPr/>
          <a:lstStyle/>
          <a:p>
            <a:r>
              <a:rPr lang="en-US" dirty="0"/>
              <a:t>Results| </a:t>
            </a:r>
            <a:r>
              <a:rPr lang="en-US" dirty="0">
                <a:solidFill>
                  <a:schemeClr val="tx1"/>
                </a:solidFill>
              </a:rPr>
              <a:t>Summary</a:t>
            </a:r>
          </a:p>
        </p:txBody>
      </p:sp>
      <p:sp>
        <p:nvSpPr>
          <p:cNvPr id="4" name="Slide Number Placeholder 3">
            <a:extLst>
              <a:ext uri="{FF2B5EF4-FFF2-40B4-BE49-F238E27FC236}">
                <a16:creationId xmlns:a16="http://schemas.microsoft.com/office/drawing/2014/main" id="{6C7DA930-630B-6A67-0829-878D40FA7524}"/>
              </a:ext>
            </a:extLst>
          </p:cNvPr>
          <p:cNvSpPr>
            <a:spLocks noGrp="1"/>
          </p:cNvSpPr>
          <p:nvPr>
            <p:ph type="sldNum" sz="quarter" idx="10"/>
          </p:nvPr>
        </p:nvSpPr>
        <p:spPr/>
        <p:txBody>
          <a:bodyPr/>
          <a:lstStyle/>
          <a:p>
            <a:pPr>
              <a:defRPr/>
            </a:pPr>
            <a:fld id="{2B97888F-6AF7-4263-B69D-592D8C33BAC7}" type="slidenum">
              <a:rPr lang="en-US" smtClean="0"/>
              <a:pPr>
                <a:defRPr/>
              </a:pPr>
              <a:t>22</a:t>
            </a:fld>
            <a:endParaRPr lang="en-US"/>
          </a:p>
        </p:txBody>
      </p:sp>
      <p:sp>
        <p:nvSpPr>
          <p:cNvPr id="7" name="Content Placeholder 6">
            <a:extLst>
              <a:ext uri="{FF2B5EF4-FFF2-40B4-BE49-F238E27FC236}">
                <a16:creationId xmlns:a16="http://schemas.microsoft.com/office/drawing/2014/main" id="{AD0F980D-4B84-51E6-B8DA-17FB6C9DBC5F}"/>
              </a:ext>
            </a:extLst>
          </p:cNvPr>
          <p:cNvSpPr>
            <a:spLocks noGrp="1"/>
          </p:cNvSpPr>
          <p:nvPr>
            <p:ph idx="1"/>
          </p:nvPr>
        </p:nvSpPr>
        <p:spPr>
          <a:xfrm>
            <a:off x="338137" y="586625"/>
            <a:ext cx="8467725" cy="3709449"/>
          </a:xfrm>
        </p:spPr>
        <p:txBody>
          <a:bodyPr/>
          <a:lstStyle/>
          <a:p>
            <a:r>
              <a:rPr lang="en-US" sz="1400" dirty="0">
                <a:latin typeface="Aptos Serif" panose="02020604070405020304" pitchFamily="18" charset="0"/>
                <a:cs typeface="Aptos Serif" panose="02020604070405020304" pitchFamily="18" charset="0"/>
              </a:rPr>
              <a:t>Target EMI limit : CISPR 32 Class A </a:t>
            </a:r>
          </a:p>
        </p:txBody>
      </p:sp>
      <p:pic>
        <p:nvPicPr>
          <p:cNvPr id="9" name="Picture 8">
            <a:extLst>
              <a:ext uri="{FF2B5EF4-FFF2-40B4-BE49-F238E27FC236}">
                <a16:creationId xmlns:a16="http://schemas.microsoft.com/office/drawing/2014/main" id="{DAEE98CD-9630-C553-0A4B-9002D73F042E}"/>
              </a:ext>
            </a:extLst>
          </p:cNvPr>
          <p:cNvPicPr>
            <a:picLocks noChangeAspect="1"/>
          </p:cNvPicPr>
          <p:nvPr/>
        </p:nvPicPr>
        <p:blipFill>
          <a:blip r:embed="rId2"/>
          <a:stretch>
            <a:fillRect/>
          </a:stretch>
        </p:blipFill>
        <p:spPr>
          <a:xfrm>
            <a:off x="6112933" y="101386"/>
            <a:ext cx="3191933" cy="1765499"/>
          </a:xfrm>
          <a:prstGeom prst="rect">
            <a:avLst/>
          </a:prstGeom>
        </p:spPr>
      </p:pic>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6706A59E-B727-7E10-2DB4-16F4CF3AD905}"/>
                  </a:ext>
                </a:extLst>
              </p:cNvPr>
              <p:cNvGraphicFramePr>
                <a:graphicFrameLocks noGrp="1"/>
              </p:cNvGraphicFramePr>
              <p:nvPr>
                <p:extLst>
                  <p:ext uri="{D42A27DB-BD31-4B8C-83A1-F6EECF244321}">
                    <p14:modId xmlns:p14="http://schemas.microsoft.com/office/powerpoint/2010/main" val="1272953309"/>
                  </p:ext>
                </p:extLst>
              </p:nvPr>
            </p:nvGraphicFramePr>
            <p:xfrm>
              <a:off x="147199" y="850613"/>
              <a:ext cx="5953420" cy="2377440"/>
            </p:xfrm>
            <a:graphic>
              <a:graphicData uri="http://schemas.openxmlformats.org/drawingml/2006/table">
                <a:tbl>
                  <a:tblPr firstRow="1" bandRow="1">
                    <a:tableStyleId>{5C22544A-7EE6-4342-B048-85BDC9FD1C3A}</a:tableStyleId>
                  </a:tblPr>
                  <a:tblGrid>
                    <a:gridCol w="585552">
                      <a:extLst>
                        <a:ext uri="{9D8B030D-6E8A-4147-A177-3AD203B41FA5}">
                          <a16:colId xmlns:a16="http://schemas.microsoft.com/office/drawing/2014/main" val="253335410"/>
                        </a:ext>
                      </a:extLst>
                    </a:gridCol>
                    <a:gridCol w="1651000">
                      <a:extLst>
                        <a:ext uri="{9D8B030D-6E8A-4147-A177-3AD203B41FA5}">
                          <a16:colId xmlns:a16="http://schemas.microsoft.com/office/drawing/2014/main" val="2460225471"/>
                        </a:ext>
                      </a:extLst>
                    </a:gridCol>
                    <a:gridCol w="1761066">
                      <a:extLst>
                        <a:ext uri="{9D8B030D-6E8A-4147-A177-3AD203B41FA5}">
                          <a16:colId xmlns:a16="http://schemas.microsoft.com/office/drawing/2014/main" val="3441901815"/>
                        </a:ext>
                      </a:extLst>
                    </a:gridCol>
                    <a:gridCol w="1955802">
                      <a:extLst>
                        <a:ext uri="{9D8B030D-6E8A-4147-A177-3AD203B41FA5}">
                          <a16:colId xmlns:a16="http://schemas.microsoft.com/office/drawing/2014/main" val="4159854624"/>
                        </a:ext>
                      </a:extLst>
                    </a:gridCol>
                  </a:tblGrid>
                  <a:tr h="370840">
                    <a:tc>
                      <a:txBody>
                        <a:bodyPr/>
                        <a:lstStyle/>
                        <a:p>
                          <a:r>
                            <a:rPr lang="en-US" sz="1100" dirty="0">
                              <a:latin typeface="Aptos Serif" panose="02020604070405020304" pitchFamily="18" charset="0"/>
                              <a:cs typeface="Aptos Serif" panose="02020604070405020304" pitchFamily="18" charset="0"/>
                            </a:rPr>
                            <a:t>Sl.no.</a:t>
                          </a:r>
                        </a:p>
                      </a:txBody>
                      <a:tcPr>
                        <a:solidFill>
                          <a:schemeClr val="tx1">
                            <a:lumMod val="75000"/>
                            <a:lumOff val="25000"/>
                          </a:schemeClr>
                        </a:solidFill>
                      </a:tcPr>
                    </a:tc>
                    <a:tc>
                      <a:txBody>
                        <a:bodyPr/>
                        <a:lstStyle/>
                        <a:p>
                          <a:r>
                            <a:rPr lang="en-US" sz="1100" dirty="0">
                              <a:latin typeface="Aptos Serif" panose="02020604070405020304" pitchFamily="18" charset="0"/>
                              <a:cs typeface="Aptos Serif" panose="02020604070405020304" pitchFamily="18" charset="0"/>
                            </a:rPr>
                            <a:t>Condition</a:t>
                          </a:r>
                        </a:p>
                      </a:txBody>
                      <a:tcPr>
                        <a:solidFill>
                          <a:schemeClr val="tx1">
                            <a:lumMod val="75000"/>
                            <a:lumOff val="25000"/>
                          </a:schemeClr>
                        </a:solidFill>
                      </a:tcPr>
                    </a:tc>
                    <a:tc>
                      <a:txBody>
                        <a:bodyPr/>
                        <a:lstStyle/>
                        <a:p>
                          <a:r>
                            <a:rPr lang="en-US" sz="1100" dirty="0">
                              <a:latin typeface="Aptos Serif" panose="02020604070405020304" pitchFamily="18" charset="0"/>
                              <a:cs typeface="Aptos Serif" panose="02020604070405020304" pitchFamily="18" charset="0"/>
                            </a:rPr>
                            <a:t>Highest peaks level (in </a:t>
                          </a:r>
                          <a:r>
                            <a:rPr lang="en-US" sz="1100" dirty="0" err="1">
                              <a:latin typeface="Aptos Serif" panose="02020604070405020304" pitchFamily="18" charset="0"/>
                              <a:cs typeface="Aptos Serif" panose="02020604070405020304" pitchFamily="18" charset="0"/>
                            </a:rPr>
                            <a:t>dBuV</a:t>
                          </a:r>
                          <a:r>
                            <a:rPr lang="en-US" sz="1100" dirty="0">
                              <a:latin typeface="Aptos Serif" panose="02020604070405020304" pitchFamily="18" charset="0"/>
                              <a:cs typeface="Aptos Serif" panose="02020604070405020304" pitchFamily="18" charset="0"/>
                            </a:rPr>
                            <a:t>)</a:t>
                          </a:r>
                        </a:p>
                      </a:txBody>
                      <a:tcPr>
                        <a:solidFill>
                          <a:schemeClr val="tx1">
                            <a:lumMod val="75000"/>
                            <a:lumOff val="25000"/>
                          </a:schemeClr>
                        </a:solidFill>
                      </a:tcPr>
                    </a:tc>
                    <a:tc>
                      <a:txBody>
                        <a:bodyPr/>
                        <a:lstStyle/>
                        <a:p>
                          <a:r>
                            <a:rPr lang="en-US" sz="1100" dirty="0">
                              <a:latin typeface="Aptos Serif" panose="02020604070405020304" pitchFamily="18" charset="0"/>
                              <a:cs typeface="Aptos Serif" panose="02020604070405020304" pitchFamily="18" charset="0"/>
                            </a:rPr>
                            <a:t>Comments</a:t>
                          </a:r>
                        </a:p>
                      </a:txBody>
                      <a:tcPr>
                        <a:solidFill>
                          <a:schemeClr val="tx1">
                            <a:lumMod val="75000"/>
                            <a:lumOff val="25000"/>
                          </a:schemeClr>
                        </a:solidFill>
                      </a:tcPr>
                    </a:tc>
                    <a:extLst>
                      <a:ext uri="{0D108BD9-81ED-4DB2-BD59-A6C34878D82A}">
                        <a16:rowId xmlns:a16="http://schemas.microsoft.com/office/drawing/2014/main" val="2828697943"/>
                      </a:ext>
                    </a:extLst>
                  </a:tr>
                  <a:tr h="370840">
                    <a:tc>
                      <a:txBody>
                        <a:bodyPr/>
                        <a:lstStyle/>
                        <a:p>
                          <a:r>
                            <a:rPr lang="en-US" sz="1100" dirty="0">
                              <a:latin typeface="Aptos Serif" panose="02020604070405020304" pitchFamily="18" charset="0"/>
                              <a:cs typeface="Aptos Serif" panose="02020604070405020304" pitchFamily="18" charset="0"/>
                            </a:rPr>
                            <a:t>1</a:t>
                          </a:r>
                        </a:p>
                      </a:txBody>
                      <a:tcPr>
                        <a:solidFill>
                          <a:schemeClr val="accent1">
                            <a:lumMod val="40000"/>
                            <a:lumOff val="60000"/>
                          </a:schemeClr>
                        </a:solidFill>
                      </a:tcPr>
                    </a:tc>
                    <a:tc>
                      <a:txBody>
                        <a:bodyPr/>
                        <a:lstStyle/>
                        <a:p>
                          <a:r>
                            <a:rPr lang="en-US" sz="1100" dirty="0">
                              <a:latin typeface="Aptos Serif" panose="02020604070405020304" pitchFamily="18" charset="0"/>
                              <a:cs typeface="Aptos Serif" panose="02020604070405020304" pitchFamily="18" charset="0"/>
                            </a:rPr>
                            <a:t>No filter</a:t>
                          </a:r>
                        </a:p>
                      </a:txBody>
                      <a:tcPr>
                        <a:solidFill>
                          <a:schemeClr val="accent1">
                            <a:lumMod val="40000"/>
                            <a:lumOff val="60000"/>
                          </a:schemeClr>
                        </a:solidFill>
                      </a:tcPr>
                    </a:tc>
                    <a:tc>
                      <a:txBody>
                        <a:bodyPr/>
                        <a:lstStyle/>
                        <a:p>
                          <a:r>
                            <a:rPr lang="en-US" sz="1100" dirty="0">
                              <a:latin typeface="Aptos Serif" panose="02020604070405020304" pitchFamily="18" charset="0"/>
                              <a:cs typeface="Aptos Serif" panose="02020604070405020304" pitchFamily="18" charset="0"/>
                            </a:rPr>
                            <a:t>136.32</a:t>
                          </a:r>
                        </a:p>
                        <a:p>
                          <a:r>
                            <a:rPr lang="en-US" sz="1100" dirty="0">
                              <a:latin typeface="Aptos Serif" panose="02020604070405020304" pitchFamily="18" charset="0"/>
                              <a:cs typeface="Aptos Serif" panose="02020604070405020304" pitchFamily="18" charset="0"/>
                            </a:rPr>
                            <a:t>(1MHz, 2MHz, 3MHz peaks, closely followed by rest HF peaks)</a:t>
                          </a:r>
                        </a:p>
                      </a:txBody>
                      <a:tcPr>
                        <a:solidFill>
                          <a:schemeClr val="accent1">
                            <a:lumMod val="40000"/>
                            <a:lumOff val="60000"/>
                          </a:schemeClr>
                        </a:solidFill>
                      </a:tcPr>
                    </a:tc>
                    <a:tc>
                      <a:txBody>
                        <a:bodyPr/>
                        <a:lstStyle/>
                        <a:p>
                          <a:r>
                            <a:rPr lang="en-US" sz="1100" dirty="0">
                              <a:latin typeface="Aptos Serif" panose="02020604070405020304" pitchFamily="18" charset="0"/>
                              <a:cs typeface="Aptos Serif" panose="02020604070405020304" pitchFamily="18" charset="0"/>
                            </a:rPr>
                            <a:t>The whole spectrum from 150kHz to 30MHz was above 80dBuV (very high noise content).</a:t>
                          </a:r>
                        </a:p>
                      </a:txBody>
                      <a:tcPr>
                        <a:solidFill>
                          <a:schemeClr val="accent1">
                            <a:lumMod val="40000"/>
                            <a:lumOff val="60000"/>
                          </a:schemeClr>
                        </a:solidFill>
                      </a:tcPr>
                    </a:tc>
                    <a:extLst>
                      <a:ext uri="{0D108BD9-81ED-4DB2-BD59-A6C34878D82A}">
                        <a16:rowId xmlns:a16="http://schemas.microsoft.com/office/drawing/2014/main" val="2816553700"/>
                      </a:ext>
                    </a:extLst>
                  </a:tr>
                  <a:tr h="370840">
                    <a:tc>
                      <a:txBody>
                        <a:bodyPr/>
                        <a:lstStyle/>
                        <a:p>
                          <a:r>
                            <a:rPr lang="en-US" sz="1100" dirty="0">
                              <a:latin typeface="Aptos Serif" panose="02020604070405020304" pitchFamily="18" charset="0"/>
                              <a:cs typeface="Aptos Serif" panose="02020604070405020304" pitchFamily="18" charset="0"/>
                            </a:rPr>
                            <a:t>2. </a:t>
                          </a:r>
                        </a:p>
                      </a:txBody>
                      <a:tcPr>
                        <a:solidFill>
                          <a:srgbClr val="FFF9AF"/>
                        </a:solidFill>
                      </a:tcPr>
                    </a:tc>
                    <a:tc>
                      <a:txBody>
                        <a:bodyPr/>
                        <a:lstStyle/>
                        <a:p>
                          <a:r>
                            <a:rPr lang="en-US" sz="1100" dirty="0">
                              <a:latin typeface="Aptos Serif" panose="02020604070405020304" pitchFamily="18" charset="0"/>
                              <a:cs typeface="Aptos Serif" panose="02020604070405020304" pitchFamily="18" charset="0"/>
                            </a:rPr>
                            <a:t>With </a:t>
                          </a:r>
                          <a:r>
                            <a:rPr lang="en-US" sz="1100" dirty="0">
                              <a:solidFill>
                                <a:schemeClr val="tx1"/>
                              </a:solidFill>
                              <a:latin typeface="Aptos Serif" panose="02020604070405020304" pitchFamily="18" charset="0"/>
                              <a:cs typeface="Aptos Serif" panose="02020604070405020304" pitchFamily="18" charset="0"/>
                            </a:rPr>
                            <a:t> </a:t>
                          </a:r>
                          <a14:m>
                            <m:oMath xmlns:m="http://schemas.openxmlformats.org/officeDocument/2006/math">
                              <m:r>
                                <a:rPr lang="en-US" sz="1100" i="1" smtClean="0">
                                  <a:solidFill>
                                    <a:schemeClr val="tx1"/>
                                  </a:solidFill>
                                  <a:latin typeface="Cambria Math" panose="02040503050406030204" pitchFamily="18" charset="0"/>
                                  <a:ea typeface="Cambria Math" panose="02040503050406030204" pitchFamily="18" charset="0"/>
                                </a:rPr>
                                <m:t>𝜋</m:t>
                              </m:r>
                              <m:r>
                                <a:rPr lang="en-US" sz="1100" b="0" i="1" smtClean="0">
                                  <a:solidFill>
                                    <a:schemeClr val="tx1"/>
                                  </a:solidFill>
                                  <a:latin typeface="Cambria Math" panose="02040503050406030204" pitchFamily="18" charset="0"/>
                                  <a:ea typeface="Cambria Math" panose="02040503050406030204" pitchFamily="18" charset="0"/>
                                </a:rPr>
                                <m:t>− </m:t>
                              </m:r>
                            </m:oMath>
                          </a14:m>
                          <a:r>
                            <a:rPr lang="en-US" sz="1100" dirty="0">
                              <a:solidFill>
                                <a:schemeClr val="tx1"/>
                              </a:solidFill>
                              <a:latin typeface="Aptos Serif" panose="02020604070405020304" pitchFamily="18" charset="0"/>
                              <a:cs typeface="Aptos Serif" panose="02020604070405020304" pitchFamily="18" charset="0"/>
                            </a:rPr>
                            <a:t>LC filter (1.8uH and 500nH) with snubber circuit</a:t>
                          </a:r>
                          <a:endParaRPr lang="en-US" sz="1100" dirty="0">
                            <a:latin typeface="Aptos Serif" panose="02020604070405020304" pitchFamily="18" charset="0"/>
                            <a:cs typeface="Aptos Serif" panose="02020604070405020304" pitchFamily="18" charset="0"/>
                          </a:endParaRPr>
                        </a:p>
                      </a:txBody>
                      <a:tcPr>
                        <a:solidFill>
                          <a:srgbClr val="FFF9AF"/>
                        </a:solidFill>
                      </a:tcPr>
                    </a:tc>
                    <a:tc>
                      <a:txBody>
                        <a:bodyPr/>
                        <a:lstStyle/>
                        <a:p>
                          <a:r>
                            <a:rPr lang="en-US" sz="1100" dirty="0">
                              <a:latin typeface="Aptos Serif" panose="02020604070405020304" pitchFamily="18" charset="0"/>
                              <a:cs typeface="Aptos Serif" panose="02020604070405020304" pitchFamily="18" charset="0"/>
                            </a:rPr>
                            <a:t>74.40 (2MHz peak only)</a:t>
                          </a:r>
                        </a:p>
                      </a:txBody>
                      <a:tcPr>
                        <a:solidFill>
                          <a:srgbClr val="FFF9AF"/>
                        </a:solidFill>
                      </a:tcPr>
                    </a:tc>
                    <a:tc>
                      <a:txBody>
                        <a:bodyPr/>
                        <a:lstStyle/>
                        <a:p>
                          <a:r>
                            <a:rPr lang="en-US" sz="1100" dirty="0">
                              <a:latin typeface="Aptos Serif" panose="02020604070405020304" pitchFamily="18" charset="0"/>
                              <a:cs typeface="Aptos Serif" panose="02020604070405020304" pitchFamily="18" charset="0"/>
                            </a:rPr>
                            <a:t>Low noise, yet not adhering to standards yet (both QP and AVG detectors fail)</a:t>
                          </a:r>
                        </a:p>
                      </a:txBody>
                      <a:tcPr>
                        <a:solidFill>
                          <a:srgbClr val="FFF9AF"/>
                        </a:solidFill>
                      </a:tcPr>
                    </a:tc>
                    <a:extLst>
                      <a:ext uri="{0D108BD9-81ED-4DB2-BD59-A6C34878D82A}">
                        <a16:rowId xmlns:a16="http://schemas.microsoft.com/office/drawing/2014/main" val="4263419908"/>
                      </a:ext>
                    </a:extLst>
                  </a:tr>
                  <a:tr h="370840">
                    <a:tc>
                      <a:txBody>
                        <a:bodyPr/>
                        <a:lstStyle/>
                        <a:p>
                          <a:r>
                            <a:rPr lang="en-US" sz="1100" dirty="0">
                              <a:latin typeface="Aptos Serif" panose="02020604070405020304" pitchFamily="18" charset="0"/>
                              <a:cs typeface="Aptos Serif" panose="02020604070405020304" pitchFamily="18" charset="0"/>
                            </a:rPr>
                            <a:t>3. </a:t>
                          </a:r>
                        </a:p>
                      </a:txBody>
                      <a:tcPr>
                        <a:solidFill>
                          <a:srgbClr val="92D050"/>
                        </a:solidFill>
                      </a:tcPr>
                    </a:tc>
                    <a:tc>
                      <a:txBody>
                        <a:bodyPr/>
                        <a:lstStyle/>
                        <a:p>
                          <a:r>
                            <a:rPr lang="en-US" sz="1100" dirty="0">
                              <a:latin typeface="Aptos Serif" panose="02020604070405020304" pitchFamily="18" charset="0"/>
                              <a:cs typeface="Aptos Serif" panose="02020604070405020304" pitchFamily="18" charset="0"/>
                            </a:rPr>
                            <a:t>With </a:t>
                          </a:r>
                          <a14:m>
                            <m:oMath xmlns:m="http://schemas.openxmlformats.org/officeDocument/2006/math">
                              <m:r>
                                <a:rPr lang="en-US" sz="1050" i="1" smtClean="0">
                                  <a:solidFill>
                                    <a:schemeClr val="tx1"/>
                                  </a:solidFill>
                                  <a:latin typeface="Cambria Math" panose="02040503050406030204" pitchFamily="18" charset="0"/>
                                  <a:ea typeface="Cambria Math" panose="02040503050406030204" pitchFamily="18" charset="0"/>
                                </a:rPr>
                                <m:t>𝜋</m:t>
                              </m:r>
                              <m:r>
                                <a:rPr lang="en-US" sz="1050" b="0" i="1" smtClean="0">
                                  <a:solidFill>
                                    <a:schemeClr val="tx1"/>
                                  </a:solidFill>
                                  <a:latin typeface="Cambria Math" panose="02040503050406030204" pitchFamily="18" charset="0"/>
                                  <a:ea typeface="Cambria Math" panose="02040503050406030204" pitchFamily="18" charset="0"/>
                                </a:rPr>
                                <m:t>− </m:t>
                              </m:r>
                            </m:oMath>
                          </a14:m>
                          <a:r>
                            <a:rPr lang="en-US" sz="1050" dirty="0">
                              <a:solidFill>
                                <a:schemeClr val="tx1"/>
                              </a:solidFill>
                              <a:latin typeface="Aptos Serif" panose="02020604070405020304" pitchFamily="18" charset="0"/>
                              <a:cs typeface="Aptos Serif" panose="02020604070405020304" pitchFamily="18" charset="0"/>
                            </a:rPr>
                            <a:t>LC filter (1.8uH and 500nH) with snubber circuit + AEF</a:t>
                          </a:r>
                          <a:endParaRPr lang="en-US" sz="1100" dirty="0">
                            <a:latin typeface="Aptos Serif" panose="02020604070405020304" pitchFamily="18" charset="0"/>
                            <a:cs typeface="Aptos Serif" panose="02020604070405020304" pitchFamily="18" charset="0"/>
                          </a:endParaRPr>
                        </a:p>
                      </a:txBody>
                      <a:tcPr>
                        <a:solidFill>
                          <a:srgbClr val="92D050"/>
                        </a:solidFill>
                      </a:tcPr>
                    </a:tc>
                    <a:tc>
                      <a:txBody>
                        <a:bodyPr/>
                        <a:lstStyle/>
                        <a:p>
                          <a:r>
                            <a:rPr lang="en-US" sz="1100" dirty="0">
                              <a:latin typeface="Aptos Serif" panose="02020604070405020304" pitchFamily="18" charset="0"/>
                              <a:cs typeface="Aptos Serif" panose="02020604070405020304" pitchFamily="18" charset="0"/>
                            </a:rPr>
                            <a:t>59.33 (2MHz peak only)</a:t>
                          </a:r>
                        </a:p>
                      </a:txBody>
                      <a:tcPr>
                        <a:solidFill>
                          <a:srgbClr val="92D050"/>
                        </a:solidFill>
                      </a:tcPr>
                    </a:tc>
                    <a:tc>
                      <a:txBody>
                        <a:bodyPr/>
                        <a:lstStyle/>
                        <a:p>
                          <a:r>
                            <a:rPr lang="en-US" sz="1100" dirty="0">
                              <a:latin typeface="Aptos Serif" panose="02020604070405020304" pitchFamily="18" charset="0"/>
                              <a:cs typeface="Aptos Serif" panose="02020604070405020304" pitchFamily="18" charset="0"/>
                            </a:rPr>
                            <a:t>Low noise safely below the  QP limit and just below AVG limit too.</a:t>
                          </a:r>
                        </a:p>
                      </a:txBody>
                      <a:tcPr>
                        <a:solidFill>
                          <a:srgbClr val="92D050"/>
                        </a:solidFill>
                      </a:tcPr>
                    </a:tc>
                    <a:extLst>
                      <a:ext uri="{0D108BD9-81ED-4DB2-BD59-A6C34878D82A}">
                        <a16:rowId xmlns:a16="http://schemas.microsoft.com/office/drawing/2014/main" val="468326287"/>
                      </a:ext>
                    </a:extLst>
                  </a:tr>
                </a:tbl>
              </a:graphicData>
            </a:graphic>
          </p:graphicFrame>
        </mc:Choice>
        <mc:Fallback xmlns="">
          <p:graphicFrame>
            <p:nvGraphicFramePr>
              <p:cNvPr id="10" name="Table 9">
                <a:extLst>
                  <a:ext uri="{FF2B5EF4-FFF2-40B4-BE49-F238E27FC236}">
                    <a16:creationId xmlns:a16="http://schemas.microsoft.com/office/drawing/2014/main" id="{6706A59E-B727-7E10-2DB4-16F4CF3AD905}"/>
                  </a:ext>
                </a:extLst>
              </p:cNvPr>
              <p:cNvGraphicFramePr>
                <a:graphicFrameLocks noGrp="1"/>
              </p:cNvGraphicFramePr>
              <p:nvPr>
                <p:extLst>
                  <p:ext uri="{D42A27DB-BD31-4B8C-83A1-F6EECF244321}">
                    <p14:modId xmlns:p14="http://schemas.microsoft.com/office/powerpoint/2010/main" val="1272953309"/>
                  </p:ext>
                </p:extLst>
              </p:nvPr>
            </p:nvGraphicFramePr>
            <p:xfrm>
              <a:off x="147199" y="850613"/>
              <a:ext cx="5953420" cy="2377440"/>
            </p:xfrm>
            <a:graphic>
              <a:graphicData uri="http://schemas.openxmlformats.org/drawingml/2006/table">
                <a:tbl>
                  <a:tblPr firstRow="1" bandRow="1">
                    <a:tableStyleId>{5C22544A-7EE6-4342-B048-85BDC9FD1C3A}</a:tableStyleId>
                  </a:tblPr>
                  <a:tblGrid>
                    <a:gridCol w="585552">
                      <a:extLst>
                        <a:ext uri="{9D8B030D-6E8A-4147-A177-3AD203B41FA5}">
                          <a16:colId xmlns:a16="http://schemas.microsoft.com/office/drawing/2014/main" val="253335410"/>
                        </a:ext>
                      </a:extLst>
                    </a:gridCol>
                    <a:gridCol w="1651000">
                      <a:extLst>
                        <a:ext uri="{9D8B030D-6E8A-4147-A177-3AD203B41FA5}">
                          <a16:colId xmlns:a16="http://schemas.microsoft.com/office/drawing/2014/main" val="2460225471"/>
                        </a:ext>
                      </a:extLst>
                    </a:gridCol>
                    <a:gridCol w="1761066">
                      <a:extLst>
                        <a:ext uri="{9D8B030D-6E8A-4147-A177-3AD203B41FA5}">
                          <a16:colId xmlns:a16="http://schemas.microsoft.com/office/drawing/2014/main" val="3441901815"/>
                        </a:ext>
                      </a:extLst>
                    </a:gridCol>
                    <a:gridCol w="1955802">
                      <a:extLst>
                        <a:ext uri="{9D8B030D-6E8A-4147-A177-3AD203B41FA5}">
                          <a16:colId xmlns:a16="http://schemas.microsoft.com/office/drawing/2014/main" val="4159854624"/>
                        </a:ext>
                      </a:extLst>
                    </a:gridCol>
                  </a:tblGrid>
                  <a:tr h="426720">
                    <a:tc>
                      <a:txBody>
                        <a:bodyPr/>
                        <a:lstStyle/>
                        <a:p>
                          <a:r>
                            <a:rPr lang="en-US" sz="1100" dirty="0">
                              <a:latin typeface="Aptos Serif" panose="02020604070405020304" pitchFamily="18" charset="0"/>
                              <a:cs typeface="Aptos Serif" panose="02020604070405020304" pitchFamily="18" charset="0"/>
                            </a:rPr>
                            <a:t>Sl.no.</a:t>
                          </a:r>
                        </a:p>
                      </a:txBody>
                      <a:tcPr>
                        <a:solidFill>
                          <a:schemeClr val="tx1">
                            <a:lumMod val="75000"/>
                            <a:lumOff val="25000"/>
                          </a:schemeClr>
                        </a:solidFill>
                      </a:tcPr>
                    </a:tc>
                    <a:tc>
                      <a:txBody>
                        <a:bodyPr/>
                        <a:lstStyle/>
                        <a:p>
                          <a:r>
                            <a:rPr lang="en-US" sz="1100" dirty="0">
                              <a:latin typeface="Aptos Serif" panose="02020604070405020304" pitchFamily="18" charset="0"/>
                              <a:cs typeface="Aptos Serif" panose="02020604070405020304" pitchFamily="18" charset="0"/>
                            </a:rPr>
                            <a:t>Condition</a:t>
                          </a:r>
                        </a:p>
                      </a:txBody>
                      <a:tcPr>
                        <a:solidFill>
                          <a:schemeClr val="tx1">
                            <a:lumMod val="75000"/>
                            <a:lumOff val="25000"/>
                          </a:schemeClr>
                        </a:solidFill>
                      </a:tcPr>
                    </a:tc>
                    <a:tc>
                      <a:txBody>
                        <a:bodyPr/>
                        <a:lstStyle/>
                        <a:p>
                          <a:r>
                            <a:rPr lang="en-US" sz="1100" dirty="0">
                              <a:latin typeface="Aptos Serif" panose="02020604070405020304" pitchFamily="18" charset="0"/>
                              <a:cs typeface="Aptos Serif" panose="02020604070405020304" pitchFamily="18" charset="0"/>
                            </a:rPr>
                            <a:t>Highest peaks level (in </a:t>
                          </a:r>
                          <a:r>
                            <a:rPr lang="en-US" sz="1100" dirty="0" err="1">
                              <a:latin typeface="Aptos Serif" panose="02020604070405020304" pitchFamily="18" charset="0"/>
                              <a:cs typeface="Aptos Serif" panose="02020604070405020304" pitchFamily="18" charset="0"/>
                            </a:rPr>
                            <a:t>dBuV</a:t>
                          </a:r>
                          <a:r>
                            <a:rPr lang="en-US" sz="1100" dirty="0">
                              <a:latin typeface="Aptos Serif" panose="02020604070405020304" pitchFamily="18" charset="0"/>
                              <a:cs typeface="Aptos Serif" panose="02020604070405020304" pitchFamily="18" charset="0"/>
                            </a:rPr>
                            <a:t>)</a:t>
                          </a:r>
                        </a:p>
                      </a:txBody>
                      <a:tcPr>
                        <a:solidFill>
                          <a:schemeClr val="tx1">
                            <a:lumMod val="75000"/>
                            <a:lumOff val="25000"/>
                          </a:schemeClr>
                        </a:solidFill>
                      </a:tcPr>
                    </a:tc>
                    <a:tc>
                      <a:txBody>
                        <a:bodyPr/>
                        <a:lstStyle/>
                        <a:p>
                          <a:r>
                            <a:rPr lang="en-US" sz="1100" dirty="0">
                              <a:latin typeface="Aptos Serif" panose="02020604070405020304" pitchFamily="18" charset="0"/>
                              <a:cs typeface="Aptos Serif" panose="02020604070405020304" pitchFamily="18" charset="0"/>
                            </a:rPr>
                            <a:t>Comments</a:t>
                          </a:r>
                        </a:p>
                      </a:txBody>
                      <a:tcPr>
                        <a:solidFill>
                          <a:schemeClr val="tx1">
                            <a:lumMod val="75000"/>
                            <a:lumOff val="25000"/>
                          </a:schemeClr>
                        </a:solidFill>
                      </a:tcPr>
                    </a:tc>
                    <a:extLst>
                      <a:ext uri="{0D108BD9-81ED-4DB2-BD59-A6C34878D82A}">
                        <a16:rowId xmlns:a16="http://schemas.microsoft.com/office/drawing/2014/main" val="2828697943"/>
                      </a:ext>
                    </a:extLst>
                  </a:tr>
                  <a:tr h="762000">
                    <a:tc>
                      <a:txBody>
                        <a:bodyPr/>
                        <a:lstStyle/>
                        <a:p>
                          <a:r>
                            <a:rPr lang="en-US" sz="1100" dirty="0">
                              <a:latin typeface="Aptos Serif" panose="02020604070405020304" pitchFamily="18" charset="0"/>
                              <a:cs typeface="Aptos Serif" panose="02020604070405020304" pitchFamily="18" charset="0"/>
                            </a:rPr>
                            <a:t>1</a:t>
                          </a:r>
                        </a:p>
                      </a:txBody>
                      <a:tcPr>
                        <a:solidFill>
                          <a:schemeClr val="accent1">
                            <a:lumMod val="40000"/>
                            <a:lumOff val="60000"/>
                          </a:schemeClr>
                        </a:solidFill>
                      </a:tcPr>
                    </a:tc>
                    <a:tc>
                      <a:txBody>
                        <a:bodyPr/>
                        <a:lstStyle/>
                        <a:p>
                          <a:r>
                            <a:rPr lang="en-US" sz="1100" dirty="0">
                              <a:latin typeface="Aptos Serif" panose="02020604070405020304" pitchFamily="18" charset="0"/>
                              <a:cs typeface="Aptos Serif" panose="02020604070405020304" pitchFamily="18" charset="0"/>
                            </a:rPr>
                            <a:t>No filter</a:t>
                          </a:r>
                        </a:p>
                      </a:txBody>
                      <a:tcPr>
                        <a:solidFill>
                          <a:schemeClr val="accent1">
                            <a:lumMod val="40000"/>
                            <a:lumOff val="60000"/>
                          </a:schemeClr>
                        </a:solidFill>
                      </a:tcPr>
                    </a:tc>
                    <a:tc>
                      <a:txBody>
                        <a:bodyPr/>
                        <a:lstStyle/>
                        <a:p>
                          <a:r>
                            <a:rPr lang="en-US" sz="1100" dirty="0">
                              <a:latin typeface="Aptos Serif" panose="02020604070405020304" pitchFamily="18" charset="0"/>
                              <a:cs typeface="Aptos Serif" panose="02020604070405020304" pitchFamily="18" charset="0"/>
                            </a:rPr>
                            <a:t>136.32</a:t>
                          </a:r>
                        </a:p>
                        <a:p>
                          <a:r>
                            <a:rPr lang="en-US" sz="1100" dirty="0">
                              <a:latin typeface="Aptos Serif" panose="02020604070405020304" pitchFamily="18" charset="0"/>
                              <a:cs typeface="Aptos Serif" panose="02020604070405020304" pitchFamily="18" charset="0"/>
                            </a:rPr>
                            <a:t>(1MHz, 2MHz, 3MHz peaks, closely followed by rest HF peaks)</a:t>
                          </a:r>
                        </a:p>
                      </a:txBody>
                      <a:tcPr>
                        <a:solidFill>
                          <a:schemeClr val="accent1">
                            <a:lumMod val="40000"/>
                            <a:lumOff val="60000"/>
                          </a:schemeClr>
                        </a:solidFill>
                      </a:tcPr>
                    </a:tc>
                    <a:tc>
                      <a:txBody>
                        <a:bodyPr/>
                        <a:lstStyle/>
                        <a:p>
                          <a:r>
                            <a:rPr lang="en-US" sz="1100" dirty="0">
                              <a:latin typeface="Aptos Serif" panose="02020604070405020304" pitchFamily="18" charset="0"/>
                              <a:cs typeface="Aptos Serif" panose="02020604070405020304" pitchFamily="18" charset="0"/>
                            </a:rPr>
                            <a:t>The whole spectrum from 150kHz to 30MHz was above 80dBuV (very high noise content).</a:t>
                          </a:r>
                        </a:p>
                      </a:txBody>
                      <a:tcPr>
                        <a:solidFill>
                          <a:schemeClr val="accent1">
                            <a:lumMod val="40000"/>
                            <a:lumOff val="60000"/>
                          </a:schemeClr>
                        </a:solidFill>
                      </a:tcPr>
                    </a:tc>
                    <a:extLst>
                      <a:ext uri="{0D108BD9-81ED-4DB2-BD59-A6C34878D82A}">
                        <a16:rowId xmlns:a16="http://schemas.microsoft.com/office/drawing/2014/main" val="2816553700"/>
                      </a:ext>
                    </a:extLst>
                  </a:tr>
                  <a:tr h="594360">
                    <a:tc>
                      <a:txBody>
                        <a:bodyPr/>
                        <a:lstStyle/>
                        <a:p>
                          <a:r>
                            <a:rPr lang="en-US" sz="1100" dirty="0">
                              <a:latin typeface="Aptos Serif" panose="02020604070405020304" pitchFamily="18" charset="0"/>
                              <a:cs typeface="Aptos Serif" panose="02020604070405020304" pitchFamily="18" charset="0"/>
                            </a:rPr>
                            <a:t>2. </a:t>
                          </a:r>
                        </a:p>
                      </a:txBody>
                      <a:tcPr>
                        <a:solidFill>
                          <a:srgbClr val="FFF9AF"/>
                        </a:solidFill>
                      </a:tcPr>
                    </a:tc>
                    <a:tc>
                      <a:txBody>
                        <a:bodyPr/>
                        <a:lstStyle/>
                        <a:p>
                          <a:endParaRPr lang="en-US"/>
                        </a:p>
                      </a:txBody>
                      <a:tcPr>
                        <a:blipFill>
                          <a:blip r:embed="rId3"/>
                          <a:stretch>
                            <a:fillRect l="-35793" t="-203093" r="-226568" b="-107216"/>
                          </a:stretch>
                        </a:blipFill>
                      </a:tcPr>
                    </a:tc>
                    <a:tc>
                      <a:txBody>
                        <a:bodyPr/>
                        <a:lstStyle/>
                        <a:p>
                          <a:r>
                            <a:rPr lang="en-US" sz="1100" dirty="0">
                              <a:latin typeface="Aptos Serif" panose="02020604070405020304" pitchFamily="18" charset="0"/>
                              <a:cs typeface="Aptos Serif" panose="02020604070405020304" pitchFamily="18" charset="0"/>
                            </a:rPr>
                            <a:t>74.40 (2MHz peak only)</a:t>
                          </a:r>
                        </a:p>
                      </a:txBody>
                      <a:tcPr>
                        <a:solidFill>
                          <a:srgbClr val="FFF9AF"/>
                        </a:solidFill>
                      </a:tcPr>
                    </a:tc>
                    <a:tc>
                      <a:txBody>
                        <a:bodyPr/>
                        <a:lstStyle/>
                        <a:p>
                          <a:r>
                            <a:rPr lang="en-US" sz="1100" dirty="0">
                              <a:latin typeface="Aptos Serif" panose="02020604070405020304" pitchFamily="18" charset="0"/>
                              <a:cs typeface="Aptos Serif" panose="02020604070405020304" pitchFamily="18" charset="0"/>
                            </a:rPr>
                            <a:t>Low noise, yet not adhering to standards yet (both QP and AVG detectors fail)</a:t>
                          </a:r>
                        </a:p>
                      </a:txBody>
                      <a:tcPr>
                        <a:solidFill>
                          <a:srgbClr val="FFF9AF"/>
                        </a:solidFill>
                      </a:tcPr>
                    </a:tc>
                    <a:extLst>
                      <a:ext uri="{0D108BD9-81ED-4DB2-BD59-A6C34878D82A}">
                        <a16:rowId xmlns:a16="http://schemas.microsoft.com/office/drawing/2014/main" val="4263419908"/>
                      </a:ext>
                    </a:extLst>
                  </a:tr>
                  <a:tr h="594360">
                    <a:tc>
                      <a:txBody>
                        <a:bodyPr/>
                        <a:lstStyle/>
                        <a:p>
                          <a:r>
                            <a:rPr lang="en-US" sz="1100" dirty="0">
                              <a:latin typeface="Aptos Serif" panose="02020604070405020304" pitchFamily="18" charset="0"/>
                              <a:cs typeface="Aptos Serif" panose="02020604070405020304" pitchFamily="18" charset="0"/>
                            </a:rPr>
                            <a:t>3. </a:t>
                          </a:r>
                        </a:p>
                      </a:txBody>
                      <a:tcPr>
                        <a:solidFill>
                          <a:srgbClr val="92D050"/>
                        </a:solidFill>
                      </a:tcPr>
                    </a:tc>
                    <a:tc>
                      <a:txBody>
                        <a:bodyPr/>
                        <a:lstStyle/>
                        <a:p>
                          <a:endParaRPr lang="en-US"/>
                        </a:p>
                      </a:txBody>
                      <a:tcPr>
                        <a:blipFill>
                          <a:blip r:embed="rId3"/>
                          <a:stretch>
                            <a:fillRect l="-35793" t="-300000" r="-226568" b="-6122"/>
                          </a:stretch>
                        </a:blipFill>
                      </a:tcPr>
                    </a:tc>
                    <a:tc>
                      <a:txBody>
                        <a:bodyPr/>
                        <a:lstStyle/>
                        <a:p>
                          <a:r>
                            <a:rPr lang="en-US" sz="1100" dirty="0">
                              <a:latin typeface="Aptos Serif" panose="02020604070405020304" pitchFamily="18" charset="0"/>
                              <a:cs typeface="Aptos Serif" panose="02020604070405020304" pitchFamily="18" charset="0"/>
                            </a:rPr>
                            <a:t>59.33 (2MHz peak only)</a:t>
                          </a:r>
                        </a:p>
                      </a:txBody>
                      <a:tcPr>
                        <a:solidFill>
                          <a:srgbClr val="92D050"/>
                        </a:solidFill>
                      </a:tcPr>
                    </a:tc>
                    <a:tc>
                      <a:txBody>
                        <a:bodyPr/>
                        <a:lstStyle/>
                        <a:p>
                          <a:r>
                            <a:rPr lang="en-US" sz="1100" dirty="0">
                              <a:latin typeface="Aptos Serif" panose="02020604070405020304" pitchFamily="18" charset="0"/>
                              <a:cs typeface="Aptos Serif" panose="02020604070405020304" pitchFamily="18" charset="0"/>
                            </a:rPr>
                            <a:t>Low noise safely below the  QP limit and just below AVG limit too.</a:t>
                          </a:r>
                        </a:p>
                      </a:txBody>
                      <a:tcPr>
                        <a:solidFill>
                          <a:srgbClr val="92D050"/>
                        </a:solidFill>
                      </a:tcPr>
                    </a:tc>
                    <a:extLst>
                      <a:ext uri="{0D108BD9-81ED-4DB2-BD59-A6C34878D82A}">
                        <a16:rowId xmlns:a16="http://schemas.microsoft.com/office/drawing/2014/main" val="468326287"/>
                      </a:ext>
                    </a:extLst>
                  </a:tr>
                </a:tbl>
              </a:graphicData>
            </a:graphic>
          </p:graphicFrame>
        </mc:Fallback>
      </mc:AlternateContent>
      <p:sp>
        <p:nvSpPr>
          <p:cNvPr id="11" name="TextBox 10">
            <a:extLst>
              <a:ext uri="{FF2B5EF4-FFF2-40B4-BE49-F238E27FC236}">
                <a16:creationId xmlns:a16="http://schemas.microsoft.com/office/drawing/2014/main" id="{AE1523C1-02FC-7E53-49A1-57B27D94F0D0}"/>
              </a:ext>
            </a:extLst>
          </p:cNvPr>
          <p:cNvSpPr txBox="1"/>
          <p:nvPr/>
        </p:nvSpPr>
        <p:spPr>
          <a:xfrm>
            <a:off x="6112933" y="1928903"/>
            <a:ext cx="2856872" cy="1223412"/>
          </a:xfrm>
          <a:prstGeom prst="rect">
            <a:avLst/>
          </a:prstGeom>
          <a:noFill/>
        </p:spPr>
        <p:txBody>
          <a:bodyPr wrap="none" rtlCol="0">
            <a:spAutoFit/>
          </a:bodyPr>
          <a:lstStyle/>
          <a:p>
            <a:r>
              <a:rPr lang="en-US" sz="1050" dirty="0">
                <a:latin typeface="Aptos Serif" panose="02020604070405020304" pitchFamily="18" charset="0"/>
                <a:cs typeface="Aptos Serif" panose="02020604070405020304" pitchFamily="18" charset="0"/>
              </a:rPr>
              <a:t>The EMI voltage being </a:t>
            </a:r>
          </a:p>
          <a:p>
            <a:r>
              <a:rPr lang="en-US" sz="1050" dirty="0">
                <a:latin typeface="Aptos Serif" panose="02020604070405020304" pitchFamily="18" charset="0"/>
                <a:cs typeface="Aptos Serif" panose="02020604070405020304" pitchFamily="18" charset="0"/>
              </a:rPr>
              <a:t>measured is a continuous</a:t>
            </a:r>
          </a:p>
          <a:p>
            <a:r>
              <a:rPr lang="en-US" sz="1050" dirty="0">
                <a:latin typeface="Aptos Serif" panose="02020604070405020304" pitchFamily="18" charset="0"/>
                <a:cs typeface="Aptos Serif" panose="02020604070405020304" pitchFamily="18" charset="0"/>
              </a:rPr>
              <a:t>signal in time domain. Hence its peak</a:t>
            </a:r>
          </a:p>
          <a:p>
            <a:r>
              <a:rPr lang="en-US" sz="1050" dirty="0">
                <a:latin typeface="Aptos Serif" panose="02020604070405020304" pitchFamily="18" charset="0"/>
                <a:cs typeface="Aptos Serif" panose="02020604070405020304" pitchFamily="18" charset="0"/>
              </a:rPr>
              <a:t>= quasi-peak </a:t>
            </a:r>
          </a:p>
          <a:p>
            <a:endParaRPr lang="en-US" sz="1050" dirty="0">
              <a:latin typeface="Aptos Serif" panose="02020604070405020304" pitchFamily="18" charset="0"/>
              <a:cs typeface="Aptos Serif" panose="02020604070405020304" pitchFamily="18" charset="0"/>
            </a:endParaRPr>
          </a:p>
          <a:p>
            <a:r>
              <a:rPr lang="en-US" sz="1050" dirty="0">
                <a:latin typeface="Aptos Serif" panose="02020604070405020304" pitchFamily="18" charset="0"/>
                <a:cs typeface="Aptos Serif" panose="02020604070405020304" pitchFamily="18" charset="0"/>
              </a:rPr>
              <a:t>Thus it passes both QP and AVG detectors </a:t>
            </a:r>
          </a:p>
          <a:p>
            <a:r>
              <a:rPr lang="en-US" sz="1050" dirty="0">
                <a:latin typeface="Aptos Serif" panose="02020604070405020304" pitchFamily="18" charset="0"/>
                <a:cs typeface="Aptos Serif" panose="02020604070405020304" pitchFamily="18" charset="0"/>
              </a:rPr>
              <a:t>with the AEF.</a:t>
            </a:r>
          </a:p>
        </p:txBody>
      </p:sp>
      <p:graphicFrame>
        <p:nvGraphicFramePr>
          <p:cNvPr id="12" name="Table 11">
            <a:extLst>
              <a:ext uri="{FF2B5EF4-FFF2-40B4-BE49-F238E27FC236}">
                <a16:creationId xmlns:a16="http://schemas.microsoft.com/office/drawing/2014/main" id="{75C65715-A088-8152-7392-896B2322972E}"/>
              </a:ext>
            </a:extLst>
          </p:cNvPr>
          <p:cNvGraphicFramePr>
            <a:graphicFrameLocks noGrp="1"/>
          </p:cNvGraphicFramePr>
          <p:nvPr>
            <p:extLst>
              <p:ext uri="{D42A27DB-BD31-4B8C-83A1-F6EECF244321}">
                <p14:modId xmlns:p14="http://schemas.microsoft.com/office/powerpoint/2010/main" val="1490105928"/>
              </p:ext>
            </p:extLst>
          </p:nvPr>
        </p:nvGraphicFramePr>
        <p:xfrm>
          <a:off x="3866117" y="3423632"/>
          <a:ext cx="5218847" cy="1246131"/>
        </p:xfrm>
        <a:graphic>
          <a:graphicData uri="http://schemas.openxmlformats.org/drawingml/2006/table">
            <a:tbl>
              <a:tblPr firstRow="1" bandRow="1">
                <a:tableStyleId>{FABFCF23-3B69-468F-B69F-88F6DE6A72F2}</a:tableStyleId>
              </a:tblPr>
              <a:tblGrid>
                <a:gridCol w="1167814">
                  <a:extLst>
                    <a:ext uri="{9D8B030D-6E8A-4147-A177-3AD203B41FA5}">
                      <a16:colId xmlns:a16="http://schemas.microsoft.com/office/drawing/2014/main" val="2533708673"/>
                    </a:ext>
                  </a:extLst>
                </a:gridCol>
                <a:gridCol w="1036669">
                  <a:extLst>
                    <a:ext uri="{9D8B030D-6E8A-4147-A177-3AD203B41FA5}">
                      <a16:colId xmlns:a16="http://schemas.microsoft.com/office/drawing/2014/main" val="3993374189"/>
                    </a:ext>
                  </a:extLst>
                </a:gridCol>
                <a:gridCol w="1064708">
                  <a:extLst>
                    <a:ext uri="{9D8B030D-6E8A-4147-A177-3AD203B41FA5}">
                      <a16:colId xmlns:a16="http://schemas.microsoft.com/office/drawing/2014/main" val="3794356811"/>
                    </a:ext>
                  </a:extLst>
                </a:gridCol>
                <a:gridCol w="926645">
                  <a:extLst>
                    <a:ext uri="{9D8B030D-6E8A-4147-A177-3AD203B41FA5}">
                      <a16:colId xmlns:a16="http://schemas.microsoft.com/office/drawing/2014/main" val="2522339877"/>
                    </a:ext>
                  </a:extLst>
                </a:gridCol>
                <a:gridCol w="1023011">
                  <a:extLst>
                    <a:ext uri="{9D8B030D-6E8A-4147-A177-3AD203B41FA5}">
                      <a16:colId xmlns:a16="http://schemas.microsoft.com/office/drawing/2014/main" val="959906910"/>
                    </a:ext>
                  </a:extLst>
                </a:gridCol>
              </a:tblGrid>
              <a:tr h="415377">
                <a:tc>
                  <a:txBody>
                    <a:bodyPr/>
                    <a:lstStyle/>
                    <a:p>
                      <a:r>
                        <a:rPr lang="en-US" sz="1050" dirty="0"/>
                        <a:t>Configuration </a:t>
                      </a:r>
                      <a:endParaRPr lang="en-US" sz="1050" dirty="0">
                        <a:latin typeface="Aptos Serif" panose="02020604070405020304" pitchFamily="18" charset="0"/>
                        <a:cs typeface="Aptos Serif" panose="02020604070405020304" pitchFamily="18" charset="0"/>
                      </a:endParaRPr>
                    </a:p>
                  </a:txBody>
                  <a:tcPr/>
                </a:tc>
                <a:tc>
                  <a:txBody>
                    <a:bodyPr/>
                    <a:lstStyle/>
                    <a:p>
                      <a:r>
                        <a:rPr lang="en-US" sz="1050" dirty="0"/>
                        <a:t>Inductor size</a:t>
                      </a:r>
                      <a:endParaRPr lang="en-US" sz="1050" dirty="0">
                        <a:latin typeface="Aptos Serif" panose="02020604070405020304" pitchFamily="18" charset="0"/>
                        <a:cs typeface="Aptos Serif" panose="02020604070405020304" pitchFamily="18" charset="0"/>
                      </a:endParaRPr>
                    </a:p>
                  </a:txBody>
                  <a:tcPr/>
                </a:tc>
                <a:tc>
                  <a:txBody>
                    <a:bodyPr/>
                    <a:lstStyle/>
                    <a:p>
                      <a:r>
                        <a:rPr lang="en-US" sz="1050" dirty="0"/>
                        <a:t>X-capacitor size</a:t>
                      </a:r>
                      <a:endParaRPr lang="en-US" sz="1050" dirty="0">
                        <a:latin typeface="Aptos Serif" panose="02020604070405020304" pitchFamily="18" charset="0"/>
                        <a:cs typeface="Aptos Serif" panose="02020604070405020304" pitchFamily="18" charset="0"/>
                      </a:endParaRPr>
                    </a:p>
                  </a:txBody>
                  <a:tcPr/>
                </a:tc>
                <a:tc>
                  <a:txBody>
                    <a:bodyPr/>
                    <a:lstStyle/>
                    <a:p>
                      <a:r>
                        <a:rPr lang="en-US" sz="1050" dirty="0"/>
                        <a:t>Comments</a:t>
                      </a:r>
                      <a:endParaRPr lang="en-US" sz="1050" dirty="0">
                        <a:latin typeface="Aptos Serif" panose="02020604070405020304" pitchFamily="18" charset="0"/>
                        <a:cs typeface="Aptos Serif" panose="02020604070405020304" pitchFamily="18" charset="0"/>
                      </a:endParaRPr>
                    </a:p>
                  </a:txBody>
                  <a:tcPr/>
                </a:tc>
                <a:tc>
                  <a:txBody>
                    <a:bodyPr/>
                    <a:lstStyle/>
                    <a:p>
                      <a:r>
                        <a:rPr lang="en-US" sz="1050" dirty="0"/>
                        <a:t>Attenuation (in </a:t>
                      </a:r>
                      <a:r>
                        <a:rPr lang="en-US" sz="1050" dirty="0" err="1"/>
                        <a:t>dBuV</a:t>
                      </a:r>
                      <a:endParaRPr lang="en-US" sz="1050" dirty="0">
                        <a:latin typeface="Aptos Serif" panose="02020604070405020304" pitchFamily="18" charset="0"/>
                        <a:cs typeface="Aptos Serif" panose="02020604070405020304" pitchFamily="18" charset="0"/>
                      </a:endParaRPr>
                    </a:p>
                  </a:txBody>
                  <a:tcPr/>
                </a:tc>
                <a:extLst>
                  <a:ext uri="{0D108BD9-81ED-4DB2-BD59-A6C34878D82A}">
                    <a16:rowId xmlns:a16="http://schemas.microsoft.com/office/drawing/2014/main" val="1212535290"/>
                  </a:ext>
                </a:extLst>
              </a:tr>
              <a:tr h="415377">
                <a:tc>
                  <a:txBody>
                    <a:bodyPr/>
                    <a:lstStyle/>
                    <a:p>
                      <a:r>
                        <a:rPr lang="en-US" sz="1050" dirty="0">
                          <a:latin typeface="Aptos Serif" panose="02020604070405020304" pitchFamily="18" charset="0"/>
                          <a:cs typeface="Aptos Serif" panose="02020604070405020304" pitchFamily="18" charset="0"/>
                        </a:rPr>
                        <a:t>Only Passives (Without AEF)</a:t>
                      </a:r>
                    </a:p>
                  </a:txBody>
                  <a:tcPr/>
                </a:tc>
                <a:tc>
                  <a:txBody>
                    <a:bodyPr/>
                    <a:lstStyle/>
                    <a:p>
                      <a:r>
                        <a:rPr lang="en-US" sz="1050" dirty="0">
                          <a:latin typeface="Aptos Serif" panose="02020604070405020304" pitchFamily="18" charset="0"/>
                          <a:cs typeface="Aptos Serif" panose="02020604070405020304" pitchFamily="18" charset="0"/>
                        </a:rPr>
                        <a:t>2.5uH</a:t>
                      </a:r>
                    </a:p>
                  </a:txBody>
                  <a:tcPr/>
                </a:tc>
                <a:tc>
                  <a:txBody>
                    <a:bodyPr/>
                    <a:lstStyle/>
                    <a:p>
                      <a:r>
                        <a:rPr lang="en-US" sz="1050" dirty="0">
                          <a:latin typeface="Aptos Serif" panose="02020604070405020304" pitchFamily="18" charset="0"/>
                          <a:cs typeface="Aptos Serif" panose="02020604070405020304" pitchFamily="18" charset="0"/>
                        </a:rPr>
                        <a:t>1uF</a:t>
                      </a:r>
                    </a:p>
                  </a:txBody>
                  <a:tcPr/>
                </a:tc>
                <a:tc>
                  <a:txBody>
                    <a:bodyPr/>
                    <a:lstStyle/>
                    <a:p>
                      <a:r>
                        <a:rPr lang="en-US" sz="1050" dirty="0">
                          <a:latin typeface="Aptos Serif" panose="02020604070405020304" pitchFamily="18" charset="0"/>
                          <a:cs typeface="Aptos Serif" panose="02020604070405020304" pitchFamily="18" charset="0"/>
                        </a:rPr>
                        <a:t>Bulkier passives</a:t>
                      </a:r>
                    </a:p>
                  </a:txBody>
                  <a:tcPr/>
                </a:tc>
                <a:tc>
                  <a:txBody>
                    <a:bodyPr/>
                    <a:lstStyle/>
                    <a:p>
                      <a:r>
                        <a:rPr lang="en-US" sz="1050" dirty="0">
                          <a:latin typeface="Aptos Serif" panose="02020604070405020304" pitchFamily="18" charset="0"/>
                          <a:cs typeface="Aptos Serif" panose="02020604070405020304" pitchFamily="18" charset="0"/>
                        </a:rPr>
                        <a:t>58.87</a:t>
                      </a:r>
                    </a:p>
                  </a:txBody>
                  <a:tcPr/>
                </a:tc>
                <a:extLst>
                  <a:ext uri="{0D108BD9-81ED-4DB2-BD59-A6C34878D82A}">
                    <a16:rowId xmlns:a16="http://schemas.microsoft.com/office/drawing/2014/main" val="4109446517"/>
                  </a:ext>
                </a:extLst>
              </a:tr>
              <a:tr h="415377">
                <a:tc>
                  <a:txBody>
                    <a:bodyPr/>
                    <a:lstStyle/>
                    <a:p>
                      <a:r>
                        <a:rPr lang="en-US" sz="1050" dirty="0">
                          <a:latin typeface="Aptos Serif" panose="02020604070405020304" pitchFamily="18" charset="0"/>
                          <a:cs typeface="Aptos Serif" panose="02020604070405020304" pitchFamily="18" charset="0"/>
                        </a:rPr>
                        <a:t>With Passives + AEF</a:t>
                      </a:r>
                    </a:p>
                  </a:txBody>
                  <a:tcPr/>
                </a:tc>
                <a:tc>
                  <a:txBody>
                    <a:bodyPr/>
                    <a:lstStyle/>
                    <a:p>
                      <a:r>
                        <a:rPr lang="en-US" sz="1050" dirty="0">
                          <a:latin typeface="Aptos Serif" panose="02020604070405020304" pitchFamily="18" charset="0"/>
                          <a:cs typeface="Aptos Serif" panose="02020604070405020304" pitchFamily="18" charset="0"/>
                        </a:rPr>
                        <a:t>1.8uH (</a:t>
                      </a:r>
                      <a:r>
                        <a:rPr lang="en-US" sz="1050" dirty="0">
                          <a:solidFill>
                            <a:srgbClr val="0070C0"/>
                          </a:solidFill>
                          <a:latin typeface="Aptos Serif" panose="02020604070405020304" pitchFamily="18" charset="0"/>
                          <a:cs typeface="Aptos Serif" panose="02020604070405020304" pitchFamily="18" charset="0"/>
                        </a:rPr>
                        <a:t>30% </a:t>
                      </a:r>
                      <a:r>
                        <a:rPr lang="en-US" sz="1050" dirty="0">
                          <a:latin typeface="Aptos Serif" panose="02020604070405020304" pitchFamily="18" charset="0"/>
                          <a:cs typeface="Aptos Serif" panose="02020604070405020304" pitchFamily="18" charset="0"/>
                        </a:rPr>
                        <a:t>   )</a:t>
                      </a:r>
                    </a:p>
                  </a:txBody>
                  <a:tcPr/>
                </a:tc>
                <a:tc>
                  <a:txBody>
                    <a:bodyPr/>
                    <a:lstStyle/>
                    <a:p>
                      <a:r>
                        <a:rPr lang="en-US" sz="1050" dirty="0">
                          <a:latin typeface="Aptos Serif" panose="02020604070405020304" pitchFamily="18" charset="0"/>
                          <a:cs typeface="Aptos Serif" panose="02020604070405020304" pitchFamily="18" charset="0"/>
                        </a:rPr>
                        <a:t>500nF (</a:t>
                      </a:r>
                      <a:r>
                        <a:rPr lang="en-US" sz="1050" dirty="0">
                          <a:solidFill>
                            <a:srgbClr val="0070C0"/>
                          </a:solidFill>
                          <a:latin typeface="Aptos Serif" panose="02020604070405020304" pitchFamily="18" charset="0"/>
                          <a:cs typeface="Aptos Serif" panose="02020604070405020304" pitchFamily="18" charset="0"/>
                        </a:rPr>
                        <a:t>50%</a:t>
                      </a:r>
                      <a:r>
                        <a:rPr lang="en-US" sz="1050" dirty="0">
                          <a:latin typeface="Aptos Serif" panose="02020604070405020304" pitchFamily="18" charset="0"/>
                          <a:cs typeface="Aptos Serif" panose="02020604070405020304" pitchFamily="18" charset="0"/>
                        </a:rPr>
                        <a:t>    )</a:t>
                      </a:r>
                    </a:p>
                  </a:txBody>
                  <a:tcPr/>
                </a:tc>
                <a:tc>
                  <a:txBody>
                    <a:bodyPr/>
                    <a:lstStyle/>
                    <a:p>
                      <a:r>
                        <a:rPr lang="en-US" sz="1050" dirty="0">
                          <a:latin typeface="Aptos Serif" panose="02020604070405020304" pitchFamily="18" charset="0"/>
                          <a:cs typeface="Aptos Serif" panose="02020604070405020304" pitchFamily="18" charset="0"/>
                        </a:rPr>
                        <a:t>Lighter passives</a:t>
                      </a:r>
                    </a:p>
                  </a:txBody>
                  <a:tcPr/>
                </a:tc>
                <a:tc>
                  <a:txBody>
                    <a:bodyPr/>
                    <a:lstStyle/>
                    <a:p>
                      <a:r>
                        <a:rPr lang="en-US" sz="1050" dirty="0">
                          <a:latin typeface="Aptos Serif" panose="02020604070405020304" pitchFamily="18" charset="0"/>
                          <a:cs typeface="Aptos Serif" panose="02020604070405020304" pitchFamily="18" charset="0"/>
                        </a:rPr>
                        <a:t>59.33 </a:t>
                      </a:r>
                    </a:p>
                  </a:txBody>
                  <a:tcPr/>
                </a:tc>
                <a:extLst>
                  <a:ext uri="{0D108BD9-81ED-4DB2-BD59-A6C34878D82A}">
                    <a16:rowId xmlns:a16="http://schemas.microsoft.com/office/drawing/2014/main" val="769711213"/>
                  </a:ext>
                </a:extLst>
              </a:tr>
            </a:tbl>
          </a:graphicData>
        </a:graphic>
      </p:graphicFrame>
      <p:sp>
        <p:nvSpPr>
          <p:cNvPr id="13" name="TextBox 12">
            <a:extLst>
              <a:ext uri="{FF2B5EF4-FFF2-40B4-BE49-F238E27FC236}">
                <a16:creationId xmlns:a16="http://schemas.microsoft.com/office/drawing/2014/main" id="{392EEBEC-B1A1-15EE-425F-77FBD7C90F2B}"/>
              </a:ext>
            </a:extLst>
          </p:cNvPr>
          <p:cNvSpPr txBox="1"/>
          <p:nvPr/>
        </p:nvSpPr>
        <p:spPr>
          <a:xfrm>
            <a:off x="187310" y="3714617"/>
            <a:ext cx="3439735" cy="900246"/>
          </a:xfrm>
          <a:prstGeom prst="rect">
            <a:avLst/>
          </a:prstGeom>
          <a:noFill/>
        </p:spPr>
        <p:txBody>
          <a:bodyPr wrap="square" rtlCol="0">
            <a:spAutoFit/>
          </a:bodyPr>
          <a:lstStyle/>
          <a:p>
            <a:r>
              <a:rPr lang="en-US" sz="1050" dirty="0">
                <a:latin typeface="Aptos Serif" panose="02020604070405020304" pitchFamily="18" charset="0"/>
                <a:cs typeface="Aptos Serif" panose="02020604070405020304" pitchFamily="18" charset="0"/>
              </a:rPr>
              <a:t>If we use passive filters only, we’ll have to use larger inductors and x-capacitors for the same attenuation. Use of AEF leads to 50% decrease in size of x-capacitors and 30% decrease in inductor size</a:t>
            </a:r>
          </a:p>
          <a:p>
            <a:r>
              <a:rPr lang="en-US" sz="1050" dirty="0">
                <a:latin typeface="Aptos Serif" panose="02020604070405020304" pitchFamily="18" charset="0"/>
                <a:cs typeface="Aptos Serif" panose="02020604070405020304" pitchFamily="18" charset="0"/>
              </a:rPr>
              <a:t>in the circuit.</a:t>
            </a:r>
          </a:p>
        </p:txBody>
      </p:sp>
      <p:cxnSp>
        <p:nvCxnSpPr>
          <p:cNvPr id="15" name="Straight Connector 14">
            <a:extLst>
              <a:ext uri="{FF2B5EF4-FFF2-40B4-BE49-F238E27FC236}">
                <a16:creationId xmlns:a16="http://schemas.microsoft.com/office/drawing/2014/main" id="{65E09B15-ECB6-34C6-25FF-8953EEE8CB0D}"/>
              </a:ext>
            </a:extLst>
          </p:cNvPr>
          <p:cNvCxnSpPr/>
          <p:nvPr/>
        </p:nvCxnSpPr>
        <p:spPr>
          <a:xfrm>
            <a:off x="147199" y="3287973"/>
            <a:ext cx="8751268" cy="0"/>
          </a:xfrm>
          <a:prstGeom prst="line">
            <a:avLst/>
          </a:prstGeom>
          <a:ln w="19050">
            <a:prstDash val="dash"/>
            <a:tailEnd type="none"/>
          </a:ln>
        </p:spPr>
        <p:style>
          <a:lnRef idx="1">
            <a:schemeClr val="accent1"/>
          </a:lnRef>
          <a:fillRef idx="0">
            <a:schemeClr val="accent1"/>
          </a:fillRef>
          <a:effectRef idx="0">
            <a:schemeClr val="accent1"/>
          </a:effectRef>
          <a:fontRef idx="minor">
            <a:schemeClr val="tx1"/>
          </a:fontRef>
        </p:style>
      </p:cxnSp>
      <p:sp>
        <p:nvSpPr>
          <p:cNvPr id="16" name="Arrow: Down 15">
            <a:extLst>
              <a:ext uri="{FF2B5EF4-FFF2-40B4-BE49-F238E27FC236}">
                <a16:creationId xmlns:a16="http://schemas.microsoft.com/office/drawing/2014/main" id="{46E3F87B-A037-3DE0-2EF0-AF85A3318307}"/>
              </a:ext>
            </a:extLst>
          </p:cNvPr>
          <p:cNvSpPr/>
          <p:nvPr/>
        </p:nvSpPr>
        <p:spPr>
          <a:xfrm>
            <a:off x="5871192" y="4312797"/>
            <a:ext cx="57150" cy="130627"/>
          </a:xfrm>
          <a:prstGeom prst="down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 name="Arrow: Down 16">
            <a:extLst>
              <a:ext uri="{FF2B5EF4-FFF2-40B4-BE49-F238E27FC236}">
                <a16:creationId xmlns:a16="http://schemas.microsoft.com/office/drawing/2014/main" id="{C962780C-E641-D0B2-16AE-1F41A9A83C43}"/>
              </a:ext>
            </a:extLst>
          </p:cNvPr>
          <p:cNvSpPr/>
          <p:nvPr/>
        </p:nvSpPr>
        <p:spPr>
          <a:xfrm>
            <a:off x="6883884" y="4312797"/>
            <a:ext cx="57150" cy="130627"/>
          </a:xfrm>
          <a:prstGeom prst="down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98A31EE-4646-253C-B93D-8DBD06D16549}"/>
              </a:ext>
            </a:extLst>
          </p:cNvPr>
          <p:cNvSpPr txBox="1"/>
          <p:nvPr/>
        </p:nvSpPr>
        <p:spPr>
          <a:xfrm>
            <a:off x="186865" y="3285793"/>
            <a:ext cx="3639586" cy="523220"/>
          </a:xfrm>
          <a:prstGeom prst="rect">
            <a:avLst/>
          </a:prstGeom>
          <a:noFill/>
        </p:spPr>
        <p:txBody>
          <a:bodyPr wrap="none" rtlCol="0">
            <a:spAutoFit/>
          </a:bodyPr>
          <a:lstStyle/>
          <a:p>
            <a:r>
              <a:rPr lang="en-US" sz="1400" b="1" dirty="0">
                <a:solidFill>
                  <a:srgbClr val="0070C0"/>
                </a:solidFill>
                <a:latin typeface="Aptos Serif" panose="02020604070405020304" pitchFamily="18" charset="0"/>
                <a:cs typeface="Aptos Serif" panose="02020604070405020304" pitchFamily="18" charset="0"/>
              </a:rPr>
              <a:t>Studying the decrease in size of passives</a:t>
            </a:r>
          </a:p>
          <a:p>
            <a:r>
              <a:rPr lang="en-US" sz="1400" b="1" dirty="0">
                <a:solidFill>
                  <a:srgbClr val="0070C0"/>
                </a:solidFill>
                <a:latin typeface="Aptos Serif" panose="02020604070405020304" pitchFamily="18" charset="0"/>
                <a:cs typeface="Aptos Serif" panose="02020604070405020304" pitchFamily="18" charset="0"/>
              </a:rPr>
              <a:t>With the use of AEF</a:t>
            </a:r>
          </a:p>
        </p:txBody>
      </p:sp>
    </p:spTree>
    <p:extLst>
      <p:ext uri="{BB962C8B-B14F-4D97-AF65-F5344CB8AC3E}">
        <p14:creationId xmlns:p14="http://schemas.microsoft.com/office/powerpoint/2010/main" val="438770444"/>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19ED7-9691-F050-C81B-55C5CCD0935F}"/>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70960B5F-E507-2D60-85B1-74B40865F374}"/>
              </a:ext>
            </a:extLst>
          </p:cNvPr>
          <p:cNvPicPr>
            <a:picLocks noChangeAspect="1"/>
          </p:cNvPicPr>
          <p:nvPr/>
        </p:nvPicPr>
        <p:blipFill>
          <a:blip r:embed="rId2"/>
          <a:stretch>
            <a:fillRect/>
          </a:stretch>
        </p:blipFill>
        <p:spPr>
          <a:xfrm>
            <a:off x="231774" y="772721"/>
            <a:ext cx="5151516" cy="3709985"/>
          </a:xfrm>
          <a:prstGeom prst="rect">
            <a:avLst/>
          </a:prstGeom>
        </p:spPr>
      </p:pic>
      <p:sp>
        <p:nvSpPr>
          <p:cNvPr id="2" name="Title 1">
            <a:extLst>
              <a:ext uri="{FF2B5EF4-FFF2-40B4-BE49-F238E27FC236}">
                <a16:creationId xmlns:a16="http://schemas.microsoft.com/office/drawing/2014/main" id="{C99A261F-9675-A8EF-64CC-452145379BCF}"/>
              </a:ext>
            </a:extLst>
          </p:cNvPr>
          <p:cNvSpPr>
            <a:spLocks noGrp="1"/>
          </p:cNvSpPr>
          <p:nvPr>
            <p:ph type="title"/>
          </p:nvPr>
        </p:nvSpPr>
        <p:spPr/>
        <p:txBody>
          <a:bodyPr/>
          <a:lstStyle/>
          <a:p>
            <a:r>
              <a:rPr lang="en-US" dirty="0"/>
              <a:t>ISOP topology – DM noise profile</a:t>
            </a:r>
          </a:p>
        </p:txBody>
      </p:sp>
      <p:sp>
        <p:nvSpPr>
          <p:cNvPr id="4" name="Slide Number Placeholder 3">
            <a:extLst>
              <a:ext uri="{FF2B5EF4-FFF2-40B4-BE49-F238E27FC236}">
                <a16:creationId xmlns:a16="http://schemas.microsoft.com/office/drawing/2014/main" id="{2B153487-431A-816B-3DF7-80578B704990}"/>
              </a:ext>
            </a:extLst>
          </p:cNvPr>
          <p:cNvSpPr>
            <a:spLocks noGrp="1"/>
          </p:cNvSpPr>
          <p:nvPr>
            <p:ph type="sldNum" sz="quarter" idx="10"/>
          </p:nvPr>
        </p:nvSpPr>
        <p:spPr/>
        <p:txBody>
          <a:bodyPr/>
          <a:lstStyle/>
          <a:p>
            <a:pPr>
              <a:defRPr/>
            </a:pPr>
            <a:fld id="{2B97888F-6AF7-4263-B69D-592D8C33BAC7}" type="slidenum">
              <a:rPr lang="en-US" smtClean="0"/>
              <a:pPr>
                <a:defRPr/>
              </a:pPr>
              <a:t>23</a:t>
            </a:fld>
            <a:endParaRPr lang="en-US"/>
          </a:p>
        </p:txBody>
      </p:sp>
      <p:grpSp>
        <p:nvGrpSpPr>
          <p:cNvPr id="29" name="Group 28">
            <a:extLst>
              <a:ext uri="{FF2B5EF4-FFF2-40B4-BE49-F238E27FC236}">
                <a16:creationId xmlns:a16="http://schemas.microsoft.com/office/drawing/2014/main" id="{6F62ABFD-A1D6-E8CB-FE93-FD23414FE1D2}"/>
              </a:ext>
            </a:extLst>
          </p:cNvPr>
          <p:cNvGrpSpPr/>
          <p:nvPr/>
        </p:nvGrpSpPr>
        <p:grpSpPr>
          <a:xfrm>
            <a:off x="821267" y="2040467"/>
            <a:ext cx="4655160" cy="67733"/>
            <a:chOff x="821267" y="2040467"/>
            <a:chExt cx="4655160" cy="67733"/>
          </a:xfrm>
        </p:grpSpPr>
        <p:cxnSp>
          <p:nvCxnSpPr>
            <p:cNvPr id="21" name="Straight Connector 20">
              <a:extLst>
                <a:ext uri="{FF2B5EF4-FFF2-40B4-BE49-F238E27FC236}">
                  <a16:creationId xmlns:a16="http://schemas.microsoft.com/office/drawing/2014/main" id="{4AF608DF-BEDA-BE2D-3830-852204369AF8}"/>
                </a:ext>
              </a:extLst>
            </p:cNvPr>
            <p:cNvCxnSpPr>
              <a:cxnSpLocks/>
            </p:cNvCxnSpPr>
            <p:nvPr/>
          </p:nvCxnSpPr>
          <p:spPr>
            <a:xfrm>
              <a:off x="821267" y="2040467"/>
              <a:ext cx="745066"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232FC4A-BAB8-FAB5-8DB9-973ADAF5C6EE}"/>
                </a:ext>
              </a:extLst>
            </p:cNvPr>
            <p:cNvCxnSpPr/>
            <p:nvPr/>
          </p:nvCxnSpPr>
          <p:spPr>
            <a:xfrm>
              <a:off x="1566333" y="2108200"/>
              <a:ext cx="3910094"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0B2BA25-9836-B4A1-DBF5-D7C983D059E7}"/>
                </a:ext>
              </a:extLst>
            </p:cNvPr>
            <p:cNvCxnSpPr/>
            <p:nvPr/>
          </p:nvCxnSpPr>
          <p:spPr>
            <a:xfrm>
              <a:off x="1566333" y="2040467"/>
              <a:ext cx="0" cy="67733"/>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1023C5F0-73A8-C336-29C4-7C3533D23091}"/>
              </a:ext>
            </a:extLst>
          </p:cNvPr>
          <p:cNvGrpSpPr/>
          <p:nvPr/>
        </p:nvGrpSpPr>
        <p:grpSpPr>
          <a:xfrm>
            <a:off x="821267" y="2194713"/>
            <a:ext cx="4655160" cy="67733"/>
            <a:chOff x="821267" y="2040467"/>
            <a:chExt cx="4655160" cy="67733"/>
          </a:xfrm>
        </p:grpSpPr>
        <p:cxnSp>
          <p:nvCxnSpPr>
            <p:cNvPr id="31" name="Straight Connector 30">
              <a:extLst>
                <a:ext uri="{FF2B5EF4-FFF2-40B4-BE49-F238E27FC236}">
                  <a16:creationId xmlns:a16="http://schemas.microsoft.com/office/drawing/2014/main" id="{389C5068-74AE-CEFD-9A1D-9ED867D8FA8A}"/>
                </a:ext>
              </a:extLst>
            </p:cNvPr>
            <p:cNvCxnSpPr>
              <a:cxnSpLocks/>
            </p:cNvCxnSpPr>
            <p:nvPr/>
          </p:nvCxnSpPr>
          <p:spPr>
            <a:xfrm>
              <a:off x="821267" y="2040467"/>
              <a:ext cx="745066"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53D1CFA-8B24-3CA1-15D9-39B247F5E315}"/>
                </a:ext>
              </a:extLst>
            </p:cNvPr>
            <p:cNvCxnSpPr/>
            <p:nvPr/>
          </p:nvCxnSpPr>
          <p:spPr>
            <a:xfrm>
              <a:off x="1566333" y="2108200"/>
              <a:ext cx="3910094"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EC267F8-A8A9-70C5-7F45-4FD5F8F9577E}"/>
                </a:ext>
              </a:extLst>
            </p:cNvPr>
            <p:cNvCxnSpPr/>
            <p:nvPr/>
          </p:nvCxnSpPr>
          <p:spPr>
            <a:xfrm>
              <a:off x="1566333" y="2040467"/>
              <a:ext cx="0" cy="67733"/>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grpSp>
      <p:sp>
        <p:nvSpPr>
          <p:cNvPr id="34" name="TextBox 33">
            <a:extLst>
              <a:ext uri="{FF2B5EF4-FFF2-40B4-BE49-F238E27FC236}">
                <a16:creationId xmlns:a16="http://schemas.microsoft.com/office/drawing/2014/main" id="{41C97943-A6C6-B38A-025E-FD8E4AC9B871}"/>
              </a:ext>
            </a:extLst>
          </p:cNvPr>
          <p:cNvSpPr txBox="1"/>
          <p:nvPr/>
        </p:nvSpPr>
        <p:spPr>
          <a:xfrm>
            <a:off x="1070805" y="1871549"/>
            <a:ext cx="567784" cy="215444"/>
          </a:xfrm>
          <a:prstGeom prst="rect">
            <a:avLst/>
          </a:prstGeom>
          <a:noFill/>
        </p:spPr>
        <p:txBody>
          <a:bodyPr wrap="none" rtlCol="0">
            <a:spAutoFit/>
          </a:bodyPr>
          <a:lstStyle/>
          <a:p>
            <a:r>
              <a:rPr lang="en-US" sz="800" b="1" dirty="0">
                <a:solidFill>
                  <a:schemeClr val="accent3">
                    <a:lumMod val="60000"/>
                    <a:lumOff val="40000"/>
                  </a:schemeClr>
                </a:solidFill>
              </a:rPr>
              <a:t>79dBuV</a:t>
            </a:r>
          </a:p>
        </p:txBody>
      </p:sp>
      <p:sp>
        <p:nvSpPr>
          <p:cNvPr id="35" name="TextBox 34">
            <a:extLst>
              <a:ext uri="{FF2B5EF4-FFF2-40B4-BE49-F238E27FC236}">
                <a16:creationId xmlns:a16="http://schemas.microsoft.com/office/drawing/2014/main" id="{59CAFFCE-3A46-DE22-F7CD-EBF0F9050D83}"/>
              </a:ext>
            </a:extLst>
          </p:cNvPr>
          <p:cNvSpPr txBox="1"/>
          <p:nvPr/>
        </p:nvSpPr>
        <p:spPr>
          <a:xfrm>
            <a:off x="2239748" y="1929222"/>
            <a:ext cx="567784" cy="215444"/>
          </a:xfrm>
          <a:prstGeom prst="rect">
            <a:avLst/>
          </a:prstGeom>
          <a:noFill/>
        </p:spPr>
        <p:txBody>
          <a:bodyPr wrap="none" rtlCol="0">
            <a:spAutoFit/>
          </a:bodyPr>
          <a:lstStyle/>
          <a:p>
            <a:r>
              <a:rPr lang="en-US" sz="800" b="1" dirty="0">
                <a:solidFill>
                  <a:schemeClr val="accent3">
                    <a:lumMod val="60000"/>
                    <a:lumOff val="40000"/>
                  </a:schemeClr>
                </a:solidFill>
              </a:rPr>
              <a:t>73dBuV</a:t>
            </a:r>
          </a:p>
        </p:txBody>
      </p:sp>
      <p:sp>
        <p:nvSpPr>
          <p:cNvPr id="36" name="TextBox 35">
            <a:extLst>
              <a:ext uri="{FF2B5EF4-FFF2-40B4-BE49-F238E27FC236}">
                <a16:creationId xmlns:a16="http://schemas.microsoft.com/office/drawing/2014/main" id="{BBF4625A-F507-9631-BC60-D1400CBA5EFC}"/>
              </a:ext>
            </a:extLst>
          </p:cNvPr>
          <p:cNvSpPr txBox="1"/>
          <p:nvPr/>
        </p:nvSpPr>
        <p:spPr>
          <a:xfrm>
            <a:off x="917121" y="2036944"/>
            <a:ext cx="567784" cy="215444"/>
          </a:xfrm>
          <a:prstGeom prst="rect">
            <a:avLst/>
          </a:prstGeom>
          <a:noFill/>
        </p:spPr>
        <p:txBody>
          <a:bodyPr wrap="none" rtlCol="0">
            <a:spAutoFit/>
          </a:bodyPr>
          <a:lstStyle/>
          <a:p>
            <a:r>
              <a:rPr lang="en-US" sz="800" b="1" dirty="0">
                <a:solidFill>
                  <a:srgbClr val="FFC000"/>
                </a:solidFill>
              </a:rPr>
              <a:t>66dBuV</a:t>
            </a:r>
          </a:p>
        </p:txBody>
      </p:sp>
      <p:sp>
        <p:nvSpPr>
          <p:cNvPr id="37" name="TextBox 36">
            <a:extLst>
              <a:ext uri="{FF2B5EF4-FFF2-40B4-BE49-F238E27FC236}">
                <a16:creationId xmlns:a16="http://schemas.microsoft.com/office/drawing/2014/main" id="{FCA6E822-53A8-2850-FA46-B7380823B065}"/>
              </a:ext>
            </a:extLst>
          </p:cNvPr>
          <p:cNvSpPr txBox="1"/>
          <p:nvPr/>
        </p:nvSpPr>
        <p:spPr>
          <a:xfrm>
            <a:off x="2239748" y="2089946"/>
            <a:ext cx="567784" cy="215444"/>
          </a:xfrm>
          <a:prstGeom prst="rect">
            <a:avLst/>
          </a:prstGeom>
          <a:noFill/>
        </p:spPr>
        <p:txBody>
          <a:bodyPr wrap="none" rtlCol="0">
            <a:spAutoFit/>
          </a:bodyPr>
          <a:lstStyle/>
          <a:p>
            <a:r>
              <a:rPr lang="en-US" sz="800" b="1" dirty="0">
                <a:solidFill>
                  <a:srgbClr val="FFC000"/>
                </a:solidFill>
              </a:rPr>
              <a:t>60dBuV</a:t>
            </a:r>
          </a:p>
        </p:txBody>
      </p:sp>
      <p:pic>
        <p:nvPicPr>
          <p:cNvPr id="9" name="Picture 8">
            <a:extLst>
              <a:ext uri="{FF2B5EF4-FFF2-40B4-BE49-F238E27FC236}">
                <a16:creationId xmlns:a16="http://schemas.microsoft.com/office/drawing/2014/main" id="{E2A805C2-B2DB-FF50-1DDE-B2F9C6FF48D2}"/>
              </a:ext>
            </a:extLst>
          </p:cNvPr>
          <p:cNvPicPr>
            <a:picLocks noChangeAspect="1"/>
          </p:cNvPicPr>
          <p:nvPr/>
        </p:nvPicPr>
        <p:blipFill>
          <a:blip r:embed="rId3"/>
          <a:stretch>
            <a:fillRect/>
          </a:stretch>
        </p:blipFill>
        <p:spPr>
          <a:xfrm>
            <a:off x="5690658" y="3733563"/>
            <a:ext cx="2978117" cy="657421"/>
          </a:xfrm>
          <a:prstGeom prst="rect">
            <a:avLst/>
          </a:prstGeom>
        </p:spPr>
      </p:pic>
      <p:pic>
        <p:nvPicPr>
          <p:cNvPr id="11" name="Picture 10">
            <a:extLst>
              <a:ext uri="{FF2B5EF4-FFF2-40B4-BE49-F238E27FC236}">
                <a16:creationId xmlns:a16="http://schemas.microsoft.com/office/drawing/2014/main" id="{D790B03C-B5C1-F2F3-ABA2-87C2ADFFE31F}"/>
              </a:ext>
            </a:extLst>
          </p:cNvPr>
          <p:cNvPicPr>
            <a:picLocks noChangeAspect="1"/>
          </p:cNvPicPr>
          <p:nvPr/>
        </p:nvPicPr>
        <p:blipFill>
          <a:blip r:embed="rId4"/>
          <a:stretch>
            <a:fillRect/>
          </a:stretch>
        </p:blipFill>
        <p:spPr>
          <a:xfrm>
            <a:off x="5476426" y="2532399"/>
            <a:ext cx="3435800" cy="638267"/>
          </a:xfrm>
          <a:prstGeom prst="rect">
            <a:avLst/>
          </a:prstGeom>
        </p:spPr>
      </p:pic>
      <p:sp>
        <p:nvSpPr>
          <p:cNvPr id="16" name="Rectangle 15">
            <a:extLst>
              <a:ext uri="{FF2B5EF4-FFF2-40B4-BE49-F238E27FC236}">
                <a16:creationId xmlns:a16="http://schemas.microsoft.com/office/drawing/2014/main" id="{E1C24840-945B-28DE-A066-A75035D14892}"/>
              </a:ext>
            </a:extLst>
          </p:cNvPr>
          <p:cNvSpPr/>
          <p:nvPr/>
        </p:nvSpPr>
        <p:spPr>
          <a:xfrm>
            <a:off x="5383290" y="772721"/>
            <a:ext cx="1010422" cy="722923"/>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22DB20C-576A-57A7-1695-28691900E4E1}"/>
              </a:ext>
            </a:extLst>
          </p:cNvPr>
          <p:cNvSpPr txBox="1"/>
          <p:nvPr/>
        </p:nvSpPr>
        <p:spPr>
          <a:xfrm>
            <a:off x="5690658" y="817526"/>
            <a:ext cx="498663" cy="646331"/>
          </a:xfrm>
          <a:prstGeom prst="rect">
            <a:avLst/>
          </a:prstGeom>
          <a:noFill/>
        </p:spPr>
        <p:txBody>
          <a:bodyPr wrap="none" rtlCol="0">
            <a:spAutoFit/>
          </a:bodyPr>
          <a:lstStyle/>
          <a:p>
            <a:r>
              <a:rPr lang="en-US" sz="1200" dirty="0"/>
              <a:t>QP</a:t>
            </a:r>
          </a:p>
          <a:p>
            <a:endParaRPr lang="en-US" sz="1200" dirty="0"/>
          </a:p>
          <a:p>
            <a:r>
              <a:rPr lang="en-US" sz="1200" dirty="0"/>
              <a:t>AVG</a:t>
            </a:r>
          </a:p>
        </p:txBody>
      </p:sp>
      <p:cxnSp>
        <p:nvCxnSpPr>
          <p:cNvPr id="20" name="Straight Connector 19">
            <a:extLst>
              <a:ext uri="{FF2B5EF4-FFF2-40B4-BE49-F238E27FC236}">
                <a16:creationId xmlns:a16="http://schemas.microsoft.com/office/drawing/2014/main" id="{85628899-56EF-F5F5-A7D5-D7AC1C6E5E68}"/>
              </a:ext>
            </a:extLst>
          </p:cNvPr>
          <p:cNvCxnSpPr/>
          <p:nvPr/>
        </p:nvCxnSpPr>
        <p:spPr>
          <a:xfrm>
            <a:off x="5476426" y="985284"/>
            <a:ext cx="214232"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44138CD-1048-812D-1275-9CCA28020240}"/>
              </a:ext>
            </a:extLst>
          </p:cNvPr>
          <p:cNvCxnSpPr/>
          <p:nvPr/>
        </p:nvCxnSpPr>
        <p:spPr>
          <a:xfrm>
            <a:off x="5484963" y="1336159"/>
            <a:ext cx="214232"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507835"/>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par>
                                <p:cTn id="8" presetID="22" presetClass="entr" presetSubtype="4"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par>
                                <p:cTn id="11" presetID="22" presetClass="entr" presetSubtype="4"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down)">
                                      <p:cBhvr>
                                        <p:cTn id="13" dur="500"/>
                                        <p:tgtEl>
                                          <p:spTgt spid="9"/>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par>
                                <p:cTn id="18" presetID="22" presetClass="entr" presetSubtype="8" fill="hold"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wipe(left)">
                                      <p:cBhvr>
                                        <p:cTn id="20" dur="500"/>
                                        <p:tgtEl>
                                          <p:spTgt spid="30"/>
                                        </p:tgtEl>
                                      </p:cBhvr>
                                    </p:animEffect>
                                  </p:childTnLst>
                                </p:cTn>
                              </p:par>
                            </p:childTnLst>
                          </p:cTn>
                        </p:par>
                        <p:par>
                          <p:cTn id="21" fill="hold">
                            <p:stCondLst>
                              <p:cond delay="1000"/>
                            </p:stCondLst>
                            <p:childTnLst>
                              <p:par>
                                <p:cTn id="22" presetID="1" presetClass="entr" presetSubtype="0" fill="hold" grpId="0" nodeType="afterEffect">
                                  <p:stCondLst>
                                    <p:cond delay="0"/>
                                  </p:stCondLst>
                                  <p:childTnLst>
                                    <p:set>
                                      <p:cBhvr>
                                        <p:cTn id="23" dur="1" fill="hold">
                                          <p:stCondLst>
                                            <p:cond delay="0"/>
                                          </p:stCondLst>
                                        </p:cTn>
                                        <p:tgtEl>
                                          <p:spTgt spid="35"/>
                                        </p:tgtEl>
                                        <p:attrNameLst>
                                          <p:attrName>style.visibility</p:attrName>
                                        </p:attrNameLst>
                                      </p:cBhvr>
                                      <p:to>
                                        <p:strVal val="visible"/>
                                      </p:to>
                                    </p:set>
                                  </p:childTnLst>
                                </p:cTn>
                              </p:par>
                            </p:childTnLst>
                          </p:cTn>
                        </p:par>
                        <p:par>
                          <p:cTn id="24" fill="hold">
                            <p:stCondLst>
                              <p:cond delay="1000"/>
                            </p:stCondLst>
                            <p:childTnLst>
                              <p:par>
                                <p:cTn id="25" presetID="1" presetClass="entr" presetSubtype="0" fill="hold" grpId="0" nodeType="after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P spid="37" grpId="0"/>
      <p:bldP spid="16" grpId="0" animBg="1"/>
      <p:bldP spid="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49">
            <a:extLst>
              <a:ext uri="{FF2B5EF4-FFF2-40B4-BE49-F238E27FC236}">
                <a16:creationId xmlns:a16="http://schemas.microsoft.com/office/drawing/2014/main" id="{879F4879-14A5-7B8E-0172-14CA5AC60D3E}"/>
              </a:ext>
            </a:extLst>
          </p:cNvPr>
          <p:cNvPicPr>
            <a:picLocks noChangeAspect="1"/>
          </p:cNvPicPr>
          <p:nvPr/>
        </p:nvPicPr>
        <p:blipFill>
          <a:blip r:embed="rId2"/>
          <a:stretch>
            <a:fillRect/>
          </a:stretch>
        </p:blipFill>
        <p:spPr>
          <a:xfrm>
            <a:off x="231774" y="772721"/>
            <a:ext cx="5151516" cy="3709985"/>
          </a:xfrm>
          <a:prstGeom prst="rect">
            <a:avLst/>
          </a:prstGeom>
        </p:spPr>
      </p:pic>
      <p:sp>
        <p:nvSpPr>
          <p:cNvPr id="2" name="Title 1">
            <a:extLst>
              <a:ext uri="{FF2B5EF4-FFF2-40B4-BE49-F238E27FC236}">
                <a16:creationId xmlns:a16="http://schemas.microsoft.com/office/drawing/2014/main" id="{36FC07E9-61D6-5E0F-2E9E-37D36E8D0228}"/>
              </a:ext>
            </a:extLst>
          </p:cNvPr>
          <p:cNvSpPr>
            <a:spLocks noGrp="1"/>
          </p:cNvSpPr>
          <p:nvPr>
            <p:ph type="title"/>
          </p:nvPr>
        </p:nvSpPr>
        <p:spPr/>
        <p:txBody>
          <a:bodyPr/>
          <a:lstStyle/>
          <a:p>
            <a:r>
              <a:rPr lang="en-US" dirty="0"/>
              <a:t>ISOP topology- DM noise profile with passives only</a:t>
            </a:r>
          </a:p>
        </p:txBody>
      </p:sp>
      <p:pic>
        <p:nvPicPr>
          <p:cNvPr id="13" name="Content Placeholder 12">
            <a:extLst>
              <a:ext uri="{FF2B5EF4-FFF2-40B4-BE49-F238E27FC236}">
                <a16:creationId xmlns:a16="http://schemas.microsoft.com/office/drawing/2014/main" id="{89FADE08-AD00-9FB6-9C83-27C552DF406F}"/>
              </a:ext>
            </a:extLst>
          </p:cNvPr>
          <p:cNvPicPr>
            <a:picLocks noGrp="1" noChangeAspect="1"/>
          </p:cNvPicPr>
          <p:nvPr>
            <p:ph idx="1"/>
          </p:nvPr>
        </p:nvPicPr>
        <p:blipFill>
          <a:blip r:embed="rId3"/>
          <a:stretch>
            <a:fillRect/>
          </a:stretch>
        </p:blipFill>
        <p:spPr bwMode="auto">
          <a:xfrm>
            <a:off x="231775" y="772720"/>
            <a:ext cx="5151518" cy="3709987"/>
          </a:xfrm>
          <a:prstGeom prst="rect">
            <a:avLst/>
          </a:prstGeom>
          <a:noFill/>
          <a:ln w="9525" algn="ctr">
            <a:noFill/>
            <a:miter lim="800000"/>
            <a:headEnd/>
            <a:tailEnd/>
          </a:ln>
        </p:spPr>
      </p:pic>
      <p:sp>
        <p:nvSpPr>
          <p:cNvPr id="4" name="Slide Number Placeholder 3">
            <a:extLst>
              <a:ext uri="{FF2B5EF4-FFF2-40B4-BE49-F238E27FC236}">
                <a16:creationId xmlns:a16="http://schemas.microsoft.com/office/drawing/2014/main" id="{75C69049-26DC-6B58-6EEE-AF111AB4CB5B}"/>
              </a:ext>
            </a:extLst>
          </p:cNvPr>
          <p:cNvSpPr>
            <a:spLocks noGrp="1"/>
          </p:cNvSpPr>
          <p:nvPr>
            <p:ph type="sldNum" sz="quarter" idx="10"/>
          </p:nvPr>
        </p:nvSpPr>
        <p:spPr/>
        <p:txBody>
          <a:bodyPr/>
          <a:lstStyle/>
          <a:p>
            <a:pPr>
              <a:defRPr/>
            </a:pPr>
            <a:fld id="{2B97888F-6AF7-4263-B69D-592D8C33BAC7}" type="slidenum">
              <a:rPr lang="en-US" smtClean="0"/>
              <a:pPr>
                <a:defRPr/>
              </a:pPr>
              <a:t>24</a:t>
            </a:fld>
            <a:endParaRPr lang="en-US"/>
          </a:p>
        </p:txBody>
      </p:sp>
      <p:pic>
        <p:nvPicPr>
          <p:cNvPr id="15" name="Picture 14">
            <a:extLst>
              <a:ext uri="{FF2B5EF4-FFF2-40B4-BE49-F238E27FC236}">
                <a16:creationId xmlns:a16="http://schemas.microsoft.com/office/drawing/2014/main" id="{017EC76A-1ACB-196C-7707-190EB99076D5}"/>
              </a:ext>
            </a:extLst>
          </p:cNvPr>
          <p:cNvPicPr>
            <a:picLocks noChangeAspect="1"/>
          </p:cNvPicPr>
          <p:nvPr/>
        </p:nvPicPr>
        <p:blipFill>
          <a:blip r:embed="rId4"/>
          <a:stretch>
            <a:fillRect/>
          </a:stretch>
        </p:blipFill>
        <p:spPr>
          <a:xfrm>
            <a:off x="5690658" y="3714053"/>
            <a:ext cx="3221567" cy="615624"/>
          </a:xfrm>
          <a:prstGeom prst="rect">
            <a:avLst/>
          </a:prstGeom>
        </p:spPr>
      </p:pic>
      <p:grpSp>
        <p:nvGrpSpPr>
          <p:cNvPr id="39" name="Group 38">
            <a:extLst>
              <a:ext uri="{FF2B5EF4-FFF2-40B4-BE49-F238E27FC236}">
                <a16:creationId xmlns:a16="http://schemas.microsoft.com/office/drawing/2014/main" id="{BE2BC0CF-3E23-8615-2EE7-0EAD58A3B660}"/>
              </a:ext>
            </a:extLst>
          </p:cNvPr>
          <p:cNvGrpSpPr/>
          <p:nvPr/>
        </p:nvGrpSpPr>
        <p:grpSpPr>
          <a:xfrm>
            <a:off x="821267" y="2040467"/>
            <a:ext cx="4655160" cy="67733"/>
            <a:chOff x="821267" y="2040467"/>
            <a:chExt cx="4655160" cy="67733"/>
          </a:xfrm>
        </p:grpSpPr>
        <p:cxnSp>
          <p:nvCxnSpPr>
            <p:cNvPr id="21" name="Straight Connector 20">
              <a:extLst>
                <a:ext uri="{FF2B5EF4-FFF2-40B4-BE49-F238E27FC236}">
                  <a16:creationId xmlns:a16="http://schemas.microsoft.com/office/drawing/2014/main" id="{51371BEE-6C35-39D5-5D0D-E8F5FD2F9007}"/>
                </a:ext>
              </a:extLst>
            </p:cNvPr>
            <p:cNvCxnSpPr>
              <a:cxnSpLocks/>
            </p:cNvCxnSpPr>
            <p:nvPr/>
          </p:nvCxnSpPr>
          <p:spPr>
            <a:xfrm>
              <a:off x="821267" y="2040467"/>
              <a:ext cx="745066"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720EA-C4AA-1408-79EB-0EEF9C18FA7E}"/>
                </a:ext>
              </a:extLst>
            </p:cNvPr>
            <p:cNvCxnSpPr/>
            <p:nvPr/>
          </p:nvCxnSpPr>
          <p:spPr>
            <a:xfrm>
              <a:off x="1566333" y="2108200"/>
              <a:ext cx="3910094"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6B10CC2-8330-2927-2617-5C5F2C8389A7}"/>
                </a:ext>
              </a:extLst>
            </p:cNvPr>
            <p:cNvCxnSpPr/>
            <p:nvPr/>
          </p:nvCxnSpPr>
          <p:spPr>
            <a:xfrm>
              <a:off x="1566333" y="2040467"/>
              <a:ext cx="0" cy="67733"/>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A56AF121-C0A2-3DAB-A941-8C89B5F3794E}"/>
              </a:ext>
            </a:extLst>
          </p:cNvPr>
          <p:cNvGrpSpPr/>
          <p:nvPr/>
        </p:nvGrpSpPr>
        <p:grpSpPr>
          <a:xfrm>
            <a:off x="821267" y="2194713"/>
            <a:ext cx="4655160" cy="67733"/>
            <a:chOff x="821267" y="2194713"/>
            <a:chExt cx="4655160" cy="67733"/>
          </a:xfrm>
        </p:grpSpPr>
        <p:cxnSp>
          <p:nvCxnSpPr>
            <p:cNvPr id="31" name="Straight Connector 30">
              <a:extLst>
                <a:ext uri="{FF2B5EF4-FFF2-40B4-BE49-F238E27FC236}">
                  <a16:creationId xmlns:a16="http://schemas.microsoft.com/office/drawing/2014/main" id="{FABB397A-3786-B789-5A1B-F88884941AE2}"/>
                </a:ext>
              </a:extLst>
            </p:cNvPr>
            <p:cNvCxnSpPr>
              <a:cxnSpLocks/>
            </p:cNvCxnSpPr>
            <p:nvPr/>
          </p:nvCxnSpPr>
          <p:spPr>
            <a:xfrm>
              <a:off x="821267" y="2194713"/>
              <a:ext cx="745066"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E2BCE1E-406B-B983-CF6D-8E7B1AFEAA51}"/>
                </a:ext>
              </a:extLst>
            </p:cNvPr>
            <p:cNvCxnSpPr/>
            <p:nvPr/>
          </p:nvCxnSpPr>
          <p:spPr>
            <a:xfrm>
              <a:off x="1566333" y="2262446"/>
              <a:ext cx="3910094"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581761F-F92D-B433-4488-CFB3F5BA730A}"/>
                </a:ext>
              </a:extLst>
            </p:cNvPr>
            <p:cNvCxnSpPr/>
            <p:nvPr/>
          </p:nvCxnSpPr>
          <p:spPr>
            <a:xfrm>
              <a:off x="1566333" y="2194713"/>
              <a:ext cx="0" cy="67733"/>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grpSp>
      <p:sp>
        <p:nvSpPr>
          <p:cNvPr id="34" name="TextBox 33">
            <a:extLst>
              <a:ext uri="{FF2B5EF4-FFF2-40B4-BE49-F238E27FC236}">
                <a16:creationId xmlns:a16="http://schemas.microsoft.com/office/drawing/2014/main" id="{51D82646-EE22-B1B5-909E-F5B0D8E8B72F}"/>
              </a:ext>
            </a:extLst>
          </p:cNvPr>
          <p:cNvSpPr txBox="1"/>
          <p:nvPr/>
        </p:nvSpPr>
        <p:spPr>
          <a:xfrm>
            <a:off x="922327" y="1874458"/>
            <a:ext cx="567784" cy="215444"/>
          </a:xfrm>
          <a:prstGeom prst="rect">
            <a:avLst/>
          </a:prstGeom>
          <a:noFill/>
        </p:spPr>
        <p:txBody>
          <a:bodyPr wrap="none" rtlCol="0">
            <a:spAutoFit/>
          </a:bodyPr>
          <a:lstStyle/>
          <a:p>
            <a:r>
              <a:rPr lang="en-US" sz="800" b="1" dirty="0">
                <a:solidFill>
                  <a:schemeClr val="accent3">
                    <a:lumMod val="60000"/>
                    <a:lumOff val="40000"/>
                  </a:schemeClr>
                </a:solidFill>
              </a:rPr>
              <a:t>79dBuV</a:t>
            </a:r>
          </a:p>
        </p:txBody>
      </p:sp>
      <p:sp>
        <p:nvSpPr>
          <p:cNvPr id="35" name="TextBox 34">
            <a:extLst>
              <a:ext uri="{FF2B5EF4-FFF2-40B4-BE49-F238E27FC236}">
                <a16:creationId xmlns:a16="http://schemas.microsoft.com/office/drawing/2014/main" id="{FFDDEC52-E38C-A8A4-26C2-2831BC6ECBBD}"/>
              </a:ext>
            </a:extLst>
          </p:cNvPr>
          <p:cNvSpPr txBox="1"/>
          <p:nvPr/>
        </p:nvSpPr>
        <p:spPr>
          <a:xfrm>
            <a:off x="2239750" y="1915026"/>
            <a:ext cx="567784" cy="215444"/>
          </a:xfrm>
          <a:prstGeom prst="rect">
            <a:avLst/>
          </a:prstGeom>
          <a:noFill/>
        </p:spPr>
        <p:txBody>
          <a:bodyPr wrap="none" rtlCol="0">
            <a:spAutoFit/>
          </a:bodyPr>
          <a:lstStyle/>
          <a:p>
            <a:r>
              <a:rPr lang="en-US" sz="800" b="1" dirty="0">
                <a:solidFill>
                  <a:schemeClr val="accent3">
                    <a:lumMod val="60000"/>
                    <a:lumOff val="40000"/>
                  </a:schemeClr>
                </a:solidFill>
              </a:rPr>
              <a:t>73dBuV</a:t>
            </a:r>
          </a:p>
        </p:txBody>
      </p:sp>
      <p:sp>
        <p:nvSpPr>
          <p:cNvPr id="36" name="TextBox 35">
            <a:extLst>
              <a:ext uri="{FF2B5EF4-FFF2-40B4-BE49-F238E27FC236}">
                <a16:creationId xmlns:a16="http://schemas.microsoft.com/office/drawing/2014/main" id="{69300CAE-EC79-5BF9-85CE-4D74276C98EC}"/>
              </a:ext>
            </a:extLst>
          </p:cNvPr>
          <p:cNvSpPr txBox="1"/>
          <p:nvPr/>
        </p:nvSpPr>
        <p:spPr>
          <a:xfrm>
            <a:off x="917121" y="2036944"/>
            <a:ext cx="567784" cy="215444"/>
          </a:xfrm>
          <a:prstGeom prst="rect">
            <a:avLst/>
          </a:prstGeom>
          <a:noFill/>
        </p:spPr>
        <p:txBody>
          <a:bodyPr wrap="none" rtlCol="0">
            <a:spAutoFit/>
          </a:bodyPr>
          <a:lstStyle/>
          <a:p>
            <a:r>
              <a:rPr lang="en-US" sz="800" b="1" dirty="0">
                <a:solidFill>
                  <a:srgbClr val="FFC000"/>
                </a:solidFill>
              </a:rPr>
              <a:t>66dBuV</a:t>
            </a:r>
          </a:p>
        </p:txBody>
      </p:sp>
      <p:sp>
        <p:nvSpPr>
          <p:cNvPr id="37" name="TextBox 36">
            <a:extLst>
              <a:ext uri="{FF2B5EF4-FFF2-40B4-BE49-F238E27FC236}">
                <a16:creationId xmlns:a16="http://schemas.microsoft.com/office/drawing/2014/main" id="{C1C2DA9D-EE95-21F6-494D-6D12C46449A5}"/>
              </a:ext>
            </a:extLst>
          </p:cNvPr>
          <p:cNvSpPr txBox="1"/>
          <p:nvPr/>
        </p:nvSpPr>
        <p:spPr>
          <a:xfrm>
            <a:off x="2239750" y="2074333"/>
            <a:ext cx="567784" cy="215444"/>
          </a:xfrm>
          <a:prstGeom prst="rect">
            <a:avLst/>
          </a:prstGeom>
          <a:noFill/>
        </p:spPr>
        <p:txBody>
          <a:bodyPr wrap="none" rtlCol="0">
            <a:spAutoFit/>
          </a:bodyPr>
          <a:lstStyle/>
          <a:p>
            <a:r>
              <a:rPr lang="en-US" sz="800" b="1" dirty="0">
                <a:solidFill>
                  <a:srgbClr val="FFC000"/>
                </a:solidFill>
              </a:rPr>
              <a:t>60dBuV</a:t>
            </a:r>
          </a:p>
        </p:txBody>
      </p:sp>
      <p:pic>
        <p:nvPicPr>
          <p:cNvPr id="41" name="Picture 40">
            <a:extLst>
              <a:ext uri="{FF2B5EF4-FFF2-40B4-BE49-F238E27FC236}">
                <a16:creationId xmlns:a16="http://schemas.microsoft.com/office/drawing/2014/main" id="{B6104C08-D0DE-1E81-7EF3-C59B305A693A}"/>
              </a:ext>
            </a:extLst>
          </p:cNvPr>
          <p:cNvPicPr>
            <a:picLocks noChangeAspect="1"/>
          </p:cNvPicPr>
          <p:nvPr/>
        </p:nvPicPr>
        <p:blipFill>
          <a:blip r:embed="rId5"/>
          <a:stretch>
            <a:fillRect/>
          </a:stretch>
        </p:blipFill>
        <p:spPr>
          <a:xfrm>
            <a:off x="5476426" y="2608048"/>
            <a:ext cx="3435799" cy="562623"/>
          </a:xfrm>
          <a:prstGeom prst="rect">
            <a:avLst/>
          </a:prstGeom>
        </p:spPr>
      </p:pic>
      <p:sp>
        <p:nvSpPr>
          <p:cNvPr id="46" name="Rectangle 45">
            <a:extLst>
              <a:ext uri="{FF2B5EF4-FFF2-40B4-BE49-F238E27FC236}">
                <a16:creationId xmlns:a16="http://schemas.microsoft.com/office/drawing/2014/main" id="{8E40433A-F5BC-EC23-7AB7-F4C39D9AAA16}"/>
              </a:ext>
            </a:extLst>
          </p:cNvPr>
          <p:cNvSpPr/>
          <p:nvPr/>
        </p:nvSpPr>
        <p:spPr>
          <a:xfrm>
            <a:off x="5383290" y="772721"/>
            <a:ext cx="1010422" cy="722923"/>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1BCFE281-30AB-A7C6-5357-849E44367564}"/>
              </a:ext>
            </a:extLst>
          </p:cNvPr>
          <p:cNvSpPr txBox="1"/>
          <p:nvPr/>
        </p:nvSpPr>
        <p:spPr>
          <a:xfrm>
            <a:off x="5690658" y="817526"/>
            <a:ext cx="498663" cy="646331"/>
          </a:xfrm>
          <a:prstGeom prst="rect">
            <a:avLst/>
          </a:prstGeom>
          <a:noFill/>
        </p:spPr>
        <p:txBody>
          <a:bodyPr wrap="none" rtlCol="0">
            <a:spAutoFit/>
          </a:bodyPr>
          <a:lstStyle/>
          <a:p>
            <a:r>
              <a:rPr lang="en-US" sz="1200" dirty="0"/>
              <a:t>QP</a:t>
            </a:r>
          </a:p>
          <a:p>
            <a:endParaRPr lang="en-US" sz="1200" dirty="0"/>
          </a:p>
          <a:p>
            <a:r>
              <a:rPr lang="en-US" sz="1200" dirty="0"/>
              <a:t>AVG</a:t>
            </a:r>
          </a:p>
        </p:txBody>
      </p:sp>
      <p:cxnSp>
        <p:nvCxnSpPr>
          <p:cNvPr id="48" name="Straight Connector 47">
            <a:extLst>
              <a:ext uri="{FF2B5EF4-FFF2-40B4-BE49-F238E27FC236}">
                <a16:creationId xmlns:a16="http://schemas.microsoft.com/office/drawing/2014/main" id="{ABFB1973-EDE6-F444-A3D4-222DEDFD2345}"/>
              </a:ext>
            </a:extLst>
          </p:cNvPr>
          <p:cNvCxnSpPr/>
          <p:nvPr/>
        </p:nvCxnSpPr>
        <p:spPr>
          <a:xfrm>
            <a:off x="5476426" y="985284"/>
            <a:ext cx="214232"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9DA1866-F06F-909F-A980-9BB4413474A9}"/>
              </a:ext>
            </a:extLst>
          </p:cNvPr>
          <p:cNvCxnSpPr/>
          <p:nvPr/>
        </p:nvCxnSpPr>
        <p:spPr>
          <a:xfrm>
            <a:off x="5484963" y="1336159"/>
            <a:ext cx="214232"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4876471"/>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1000"/>
                                        <p:tgtEl>
                                          <p:spTgt spid="13"/>
                                        </p:tgtEl>
                                      </p:cBhvr>
                                    </p:animEffect>
                                  </p:childTnLst>
                                </p:cTn>
                              </p:par>
                              <p:par>
                                <p:cTn id="8" presetID="22" presetClass="entr" presetSubtype="4" fill="hold"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wipe(down)">
                                      <p:cBhvr>
                                        <p:cTn id="10" dur="500"/>
                                        <p:tgtEl>
                                          <p:spTgt spid="41"/>
                                        </p:tgtEl>
                                      </p:cBhvr>
                                    </p:animEffect>
                                  </p:childTnLst>
                                </p:cTn>
                              </p:par>
                              <p:par>
                                <p:cTn id="11" presetID="22" presetClass="entr" presetSubtype="4"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down)">
                                      <p:cBhvr>
                                        <p:cTn id="13" dur="500"/>
                                        <p:tgtEl>
                                          <p:spTgt spid="1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wipe(left)">
                                      <p:cBhvr>
                                        <p:cTn id="16" dur="500"/>
                                        <p:tgtEl>
                                          <p:spTgt spid="4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wipe(left)">
                                      <p:cBhvr>
                                        <p:cTn id="19" dur="500"/>
                                        <p:tgtEl>
                                          <p:spTgt spid="47"/>
                                        </p:tgtEl>
                                      </p:cBhvr>
                                    </p:animEffect>
                                  </p:childTnLst>
                                </p:cTn>
                              </p:par>
                              <p:par>
                                <p:cTn id="20" presetID="22" presetClass="entr" presetSubtype="8" fill="hold"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wipe(left)">
                                      <p:cBhvr>
                                        <p:cTn id="22" dur="500"/>
                                        <p:tgtEl>
                                          <p:spTgt spid="48"/>
                                        </p:tgtEl>
                                      </p:cBhvr>
                                    </p:animEffect>
                                  </p:childTnLst>
                                </p:cTn>
                              </p:par>
                              <p:par>
                                <p:cTn id="23" presetID="22" presetClass="entr" presetSubtype="8" fill="hold" nodeType="with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wipe(left)">
                                      <p:cBhvr>
                                        <p:cTn id="25"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C0866-E5A9-F686-8133-B15B7776344B}"/>
            </a:ext>
          </a:extLst>
        </p:cNvPr>
        <p:cNvGrpSpPr/>
        <p:nvPr/>
      </p:nvGrpSpPr>
      <p:grpSpPr>
        <a:xfrm>
          <a:off x="0" y="0"/>
          <a:ext cx="0" cy="0"/>
          <a:chOff x="0" y="0"/>
          <a:chExt cx="0" cy="0"/>
        </a:xfrm>
      </p:grpSpPr>
      <p:pic>
        <p:nvPicPr>
          <p:cNvPr id="5" name="Content Placeholder 12">
            <a:extLst>
              <a:ext uri="{FF2B5EF4-FFF2-40B4-BE49-F238E27FC236}">
                <a16:creationId xmlns:a16="http://schemas.microsoft.com/office/drawing/2014/main" id="{53902916-A9E3-2FFC-3A61-BDB4D5409C07}"/>
              </a:ext>
            </a:extLst>
          </p:cNvPr>
          <p:cNvPicPr>
            <a:picLocks noGrp="1" noChangeAspect="1"/>
          </p:cNvPicPr>
          <p:nvPr>
            <p:ph idx="1"/>
          </p:nvPr>
        </p:nvPicPr>
        <p:blipFill>
          <a:blip r:embed="rId2"/>
          <a:stretch>
            <a:fillRect/>
          </a:stretch>
        </p:blipFill>
        <p:spPr bwMode="auto">
          <a:xfrm>
            <a:off x="231775" y="772720"/>
            <a:ext cx="5151518" cy="3709987"/>
          </a:xfrm>
          <a:prstGeom prst="rect">
            <a:avLst/>
          </a:prstGeom>
          <a:noFill/>
          <a:ln w="9525" algn="ctr">
            <a:noFill/>
            <a:miter lim="800000"/>
            <a:headEnd/>
            <a:tailEnd/>
          </a:ln>
        </p:spPr>
      </p:pic>
      <p:pic>
        <p:nvPicPr>
          <p:cNvPr id="6" name="Picture 5">
            <a:extLst>
              <a:ext uri="{FF2B5EF4-FFF2-40B4-BE49-F238E27FC236}">
                <a16:creationId xmlns:a16="http://schemas.microsoft.com/office/drawing/2014/main" id="{2111E2AF-BE68-0C91-6F55-B2240549D935}"/>
              </a:ext>
            </a:extLst>
          </p:cNvPr>
          <p:cNvPicPr>
            <a:picLocks noChangeAspect="1"/>
          </p:cNvPicPr>
          <p:nvPr/>
        </p:nvPicPr>
        <p:blipFill>
          <a:blip r:embed="rId3"/>
          <a:stretch>
            <a:fillRect/>
          </a:stretch>
        </p:blipFill>
        <p:spPr>
          <a:xfrm>
            <a:off x="231774" y="772719"/>
            <a:ext cx="5151518" cy="3709987"/>
          </a:xfrm>
          <a:prstGeom prst="rect">
            <a:avLst/>
          </a:prstGeom>
        </p:spPr>
      </p:pic>
      <p:sp>
        <p:nvSpPr>
          <p:cNvPr id="2" name="Title 1">
            <a:extLst>
              <a:ext uri="{FF2B5EF4-FFF2-40B4-BE49-F238E27FC236}">
                <a16:creationId xmlns:a16="http://schemas.microsoft.com/office/drawing/2014/main" id="{97972C1A-BFA7-EFED-AF6A-E0B66A785A35}"/>
              </a:ext>
            </a:extLst>
          </p:cNvPr>
          <p:cNvSpPr>
            <a:spLocks noGrp="1"/>
          </p:cNvSpPr>
          <p:nvPr>
            <p:ph type="title"/>
          </p:nvPr>
        </p:nvSpPr>
        <p:spPr>
          <a:xfrm>
            <a:off x="231775" y="107165"/>
            <a:ext cx="8680450" cy="610791"/>
          </a:xfrm>
        </p:spPr>
        <p:txBody>
          <a:bodyPr/>
          <a:lstStyle/>
          <a:p>
            <a:r>
              <a:rPr lang="en-US" dirty="0"/>
              <a:t>ISOP topology- DM noise profile with </a:t>
            </a:r>
            <a:r>
              <a:rPr lang="en-US" dirty="0" err="1"/>
              <a:t>passives+AEF</a:t>
            </a:r>
            <a:endParaRPr lang="en-US" dirty="0"/>
          </a:p>
        </p:txBody>
      </p:sp>
      <p:sp>
        <p:nvSpPr>
          <p:cNvPr id="4" name="Slide Number Placeholder 3">
            <a:extLst>
              <a:ext uri="{FF2B5EF4-FFF2-40B4-BE49-F238E27FC236}">
                <a16:creationId xmlns:a16="http://schemas.microsoft.com/office/drawing/2014/main" id="{288F887B-9343-9C45-7BA8-5266417800C7}"/>
              </a:ext>
            </a:extLst>
          </p:cNvPr>
          <p:cNvSpPr>
            <a:spLocks noGrp="1"/>
          </p:cNvSpPr>
          <p:nvPr>
            <p:ph type="sldNum" sz="quarter" idx="10"/>
          </p:nvPr>
        </p:nvSpPr>
        <p:spPr/>
        <p:txBody>
          <a:bodyPr/>
          <a:lstStyle/>
          <a:p>
            <a:pPr>
              <a:defRPr/>
            </a:pPr>
            <a:fld id="{2B97888F-6AF7-4263-B69D-592D8C33BAC7}" type="slidenum">
              <a:rPr lang="en-US" smtClean="0"/>
              <a:pPr>
                <a:defRPr/>
              </a:pPr>
              <a:t>25</a:t>
            </a:fld>
            <a:endParaRPr lang="en-US"/>
          </a:p>
        </p:txBody>
      </p:sp>
      <p:grpSp>
        <p:nvGrpSpPr>
          <p:cNvPr id="39" name="Group 38">
            <a:extLst>
              <a:ext uri="{FF2B5EF4-FFF2-40B4-BE49-F238E27FC236}">
                <a16:creationId xmlns:a16="http://schemas.microsoft.com/office/drawing/2014/main" id="{05841A61-5867-294A-D102-3167D627C143}"/>
              </a:ext>
            </a:extLst>
          </p:cNvPr>
          <p:cNvGrpSpPr/>
          <p:nvPr/>
        </p:nvGrpSpPr>
        <p:grpSpPr>
          <a:xfrm>
            <a:off x="821267" y="2040467"/>
            <a:ext cx="4655160" cy="67733"/>
            <a:chOff x="821267" y="2040467"/>
            <a:chExt cx="4655160" cy="67733"/>
          </a:xfrm>
        </p:grpSpPr>
        <p:cxnSp>
          <p:nvCxnSpPr>
            <p:cNvPr id="21" name="Straight Connector 20">
              <a:extLst>
                <a:ext uri="{FF2B5EF4-FFF2-40B4-BE49-F238E27FC236}">
                  <a16:creationId xmlns:a16="http://schemas.microsoft.com/office/drawing/2014/main" id="{E89D5BE6-5F46-D5F2-38D4-E6382A3BB56C}"/>
                </a:ext>
              </a:extLst>
            </p:cNvPr>
            <p:cNvCxnSpPr>
              <a:cxnSpLocks/>
            </p:cNvCxnSpPr>
            <p:nvPr/>
          </p:nvCxnSpPr>
          <p:spPr>
            <a:xfrm>
              <a:off x="821267" y="2040467"/>
              <a:ext cx="745066"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92D3E29-E303-AA84-DEA0-6673BC5F3D4B}"/>
                </a:ext>
              </a:extLst>
            </p:cNvPr>
            <p:cNvCxnSpPr/>
            <p:nvPr/>
          </p:nvCxnSpPr>
          <p:spPr>
            <a:xfrm>
              <a:off x="1566333" y="2108200"/>
              <a:ext cx="3910094"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BF9D3F4-3D2A-CA3A-3F8F-CB0070771BD5}"/>
                </a:ext>
              </a:extLst>
            </p:cNvPr>
            <p:cNvCxnSpPr/>
            <p:nvPr/>
          </p:nvCxnSpPr>
          <p:spPr>
            <a:xfrm>
              <a:off x="1566333" y="2040467"/>
              <a:ext cx="0" cy="67733"/>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95CD637E-3028-7044-0675-398F27336333}"/>
              </a:ext>
            </a:extLst>
          </p:cNvPr>
          <p:cNvGrpSpPr/>
          <p:nvPr/>
        </p:nvGrpSpPr>
        <p:grpSpPr>
          <a:xfrm>
            <a:off x="829803" y="2187391"/>
            <a:ext cx="4655160" cy="67733"/>
            <a:chOff x="821267" y="2194713"/>
            <a:chExt cx="4655160" cy="67733"/>
          </a:xfrm>
        </p:grpSpPr>
        <p:cxnSp>
          <p:nvCxnSpPr>
            <p:cNvPr id="31" name="Straight Connector 30">
              <a:extLst>
                <a:ext uri="{FF2B5EF4-FFF2-40B4-BE49-F238E27FC236}">
                  <a16:creationId xmlns:a16="http://schemas.microsoft.com/office/drawing/2014/main" id="{A289D59F-AD5E-D739-A034-E8680DC3013D}"/>
                </a:ext>
              </a:extLst>
            </p:cNvPr>
            <p:cNvCxnSpPr>
              <a:cxnSpLocks/>
            </p:cNvCxnSpPr>
            <p:nvPr/>
          </p:nvCxnSpPr>
          <p:spPr>
            <a:xfrm>
              <a:off x="821267" y="2194713"/>
              <a:ext cx="745066"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CC89C5E-A861-D7A5-F070-36EF06E1298A}"/>
                </a:ext>
              </a:extLst>
            </p:cNvPr>
            <p:cNvCxnSpPr/>
            <p:nvPr/>
          </p:nvCxnSpPr>
          <p:spPr>
            <a:xfrm>
              <a:off x="1566333" y="2262446"/>
              <a:ext cx="3910094"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CF50DDC9-8EB9-49F8-6C9A-02E3D4471501}"/>
                </a:ext>
              </a:extLst>
            </p:cNvPr>
            <p:cNvCxnSpPr/>
            <p:nvPr/>
          </p:nvCxnSpPr>
          <p:spPr>
            <a:xfrm>
              <a:off x="1566333" y="2194713"/>
              <a:ext cx="0" cy="67733"/>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grpSp>
      <p:sp>
        <p:nvSpPr>
          <p:cNvPr id="34" name="TextBox 33">
            <a:extLst>
              <a:ext uri="{FF2B5EF4-FFF2-40B4-BE49-F238E27FC236}">
                <a16:creationId xmlns:a16="http://schemas.microsoft.com/office/drawing/2014/main" id="{0AE80A57-6DAB-B7FC-DB21-47780D30BB5D}"/>
              </a:ext>
            </a:extLst>
          </p:cNvPr>
          <p:cNvSpPr txBox="1"/>
          <p:nvPr/>
        </p:nvSpPr>
        <p:spPr>
          <a:xfrm>
            <a:off x="922327" y="1874458"/>
            <a:ext cx="567784" cy="215444"/>
          </a:xfrm>
          <a:prstGeom prst="rect">
            <a:avLst/>
          </a:prstGeom>
          <a:noFill/>
        </p:spPr>
        <p:txBody>
          <a:bodyPr wrap="none" rtlCol="0">
            <a:spAutoFit/>
          </a:bodyPr>
          <a:lstStyle/>
          <a:p>
            <a:r>
              <a:rPr lang="en-US" sz="800" b="1" dirty="0">
                <a:solidFill>
                  <a:schemeClr val="accent3">
                    <a:lumMod val="60000"/>
                    <a:lumOff val="40000"/>
                  </a:schemeClr>
                </a:solidFill>
              </a:rPr>
              <a:t>79dBuV</a:t>
            </a:r>
          </a:p>
        </p:txBody>
      </p:sp>
      <p:sp>
        <p:nvSpPr>
          <p:cNvPr id="35" name="TextBox 34">
            <a:extLst>
              <a:ext uri="{FF2B5EF4-FFF2-40B4-BE49-F238E27FC236}">
                <a16:creationId xmlns:a16="http://schemas.microsoft.com/office/drawing/2014/main" id="{9A0BD389-DD04-A399-E540-FABF90C828EA}"/>
              </a:ext>
            </a:extLst>
          </p:cNvPr>
          <p:cNvSpPr txBox="1"/>
          <p:nvPr/>
        </p:nvSpPr>
        <p:spPr>
          <a:xfrm>
            <a:off x="2239750" y="1915026"/>
            <a:ext cx="567784" cy="215444"/>
          </a:xfrm>
          <a:prstGeom prst="rect">
            <a:avLst/>
          </a:prstGeom>
          <a:noFill/>
        </p:spPr>
        <p:txBody>
          <a:bodyPr wrap="none" rtlCol="0">
            <a:spAutoFit/>
          </a:bodyPr>
          <a:lstStyle/>
          <a:p>
            <a:r>
              <a:rPr lang="en-US" sz="800" b="1" dirty="0">
                <a:solidFill>
                  <a:schemeClr val="accent3">
                    <a:lumMod val="60000"/>
                    <a:lumOff val="40000"/>
                  </a:schemeClr>
                </a:solidFill>
              </a:rPr>
              <a:t>73dBuV</a:t>
            </a:r>
          </a:p>
        </p:txBody>
      </p:sp>
      <p:sp>
        <p:nvSpPr>
          <p:cNvPr id="36" name="TextBox 35">
            <a:extLst>
              <a:ext uri="{FF2B5EF4-FFF2-40B4-BE49-F238E27FC236}">
                <a16:creationId xmlns:a16="http://schemas.microsoft.com/office/drawing/2014/main" id="{B91EC557-D128-6C9E-8FDA-EE2C6EEA25EA}"/>
              </a:ext>
            </a:extLst>
          </p:cNvPr>
          <p:cNvSpPr txBox="1"/>
          <p:nvPr/>
        </p:nvSpPr>
        <p:spPr>
          <a:xfrm>
            <a:off x="917121" y="2036944"/>
            <a:ext cx="567784" cy="215444"/>
          </a:xfrm>
          <a:prstGeom prst="rect">
            <a:avLst/>
          </a:prstGeom>
          <a:noFill/>
        </p:spPr>
        <p:txBody>
          <a:bodyPr wrap="none" rtlCol="0">
            <a:spAutoFit/>
          </a:bodyPr>
          <a:lstStyle/>
          <a:p>
            <a:r>
              <a:rPr lang="en-US" sz="800" b="1" dirty="0">
                <a:solidFill>
                  <a:srgbClr val="FFC000"/>
                </a:solidFill>
              </a:rPr>
              <a:t>66dBuV</a:t>
            </a:r>
          </a:p>
        </p:txBody>
      </p:sp>
      <p:sp>
        <p:nvSpPr>
          <p:cNvPr id="37" name="TextBox 36">
            <a:extLst>
              <a:ext uri="{FF2B5EF4-FFF2-40B4-BE49-F238E27FC236}">
                <a16:creationId xmlns:a16="http://schemas.microsoft.com/office/drawing/2014/main" id="{B2441F91-08B4-7241-D6CA-CC9BE8438C4F}"/>
              </a:ext>
            </a:extLst>
          </p:cNvPr>
          <p:cNvSpPr txBox="1"/>
          <p:nvPr/>
        </p:nvSpPr>
        <p:spPr>
          <a:xfrm>
            <a:off x="2239750" y="2074333"/>
            <a:ext cx="567784" cy="215444"/>
          </a:xfrm>
          <a:prstGeom prst="rect">
            <a:avLst/>
          </a:prstGeom>
          <a:noFill/>
        </p:spPr>
        <p:txBody>
          <a:bodyPr wrap="none" rtlCol="0">
            <a:spAutoFit/>
          </a:bodyPr>
          <a:lstStyle/>
          <a:p>
            <a:r>
              <a:rPr lang="en-US" sz="800" b="1" dirty="0">
                <a:solidFill>
                  <a:srgbClr val="FFC000"/>
                </a:solidFill>
              </a:rPr>
              <a:t>60dBuV</a:t>
            </a:r>
          </a:p>
        </p:txBody>
      </p:sp>
      <p:pic>
        <p:nvPicPr>
          <p:cNvPr id="41" name="Picture 40">
            <a:extLst>
              <a:ext uri="{FF2B5EF4-FFF2-40B4-BE49-F238E27FC236}">
                <a16:creationId xmlns:a16="http://schemas.microsoft.com/office/drawing/2014/main" id="{C8DD9F1D-D46C-8A36-7677-1FDB9E1C31D8}"/>
              </a:ext>
            </a:extLst>
          </p:cNvPr>
          <p:cNvPicPr>
            <a:picLocks noChangeAspect="1"/>
          </p:cNvPicPr>
          <p:nvPr/>
        </p:nvPicPr>
        <p:blipFill>
          <a:blip r:embed="rId4"/>
          <a:stretch>
            <a:fillRect/>
          </a:stretch>
        </p:blipFill>
        <p:spPr>
          <a:xfrm>
            <a:off x="5476426" y="2608048"/>
            <a:ext cx="3435799" cy="562623"/>
          </a:xfrm>
          <a:prstGeom prst="rect">
            <a:avLst/>
          </a:prstGeom>
        </p:spPr>
      </p:pic>
      <p:pic>
        <p:nvPicPr>
          <p:cNvPr id="3" name="Picture 2">
            <a:extLst>
              <a:ext uri="{FF2B5EF4-FFF2-40B4-BE49-F238E27FC236}">
                <a16:creationId xmlns:a16="http://schemas.microsoft.com/office/drawing/2014/main" id="{A14FBB5F-B5B2-176B-7BE9-50EA62ECA9AD}"/>
              </a:ext>
            </a:extLst>
          </p:cNvPr>
          <p:cNvPicPr>
            <a:picLocks noChangeAspect="1"/>
          </p:cNvPicPr>
          <p:nvPr/>
        </p:nvPicPr>
        <p:blipFill>
          <a:blip r:embed="rId5"/>
          <a:stretch>
            <a:fillRect/>
          </a:stretch>
        </p:blipFill>
        <p:spPr>
          <a:xfrm>
            <a:off x="5428456" y="2518926"/>
            <a:ext cx="3531737" cy="615624"/>
          </a:xfrm>
          <a:prstGeom prst="rect">
            <a:avLst/>
          </a:prstGeom>
        </p:spPr>
      </p:pic>
      <p:pic>
        <p:nvPicPr>
          <p:cNvPr id="12" name="Picture 11">
            <a:extLst>
              <a:ext uri="{FF2B5EF4-FFF2-40B4-BE49-F238E27FC236}">
                <a16:creationId xmlns:a16="http://schemas.microsoft.com/office/drawing/2014/main" id="{86B85599-3F1A-CF79-F5CF-DAC8813FFB01}"/>
              </a:ext>
            </a:extLst>
          </p:cNvPr>
          <p:cNvPicPr>
            <a:picLocks noChangeAspect="1"/>
          </p:cNvPicPr>
          <p:nvPr/>
        </p:nvPicPr>
        <p:blipFill>
          <a:blip r:embed="rId6"/>
          <a:stretch>
            <a:fillRect/>
          </a:stretch>
        </p:blipFill>
        <p:spPr>
          <a:xfrm>
            <a:off x="5690658" y="3714053"/>
            <a:ext cx="3119054" cy="687826"/>
          </a:xfrm>
          <a:prstGeom prst="rect">
            <a:avLst/>
          </a:prstGeom>
        </p:spPr>
      </p:pic>
      <p:sp>
        <p:nvSpPr>
          <p:cNvPr id="14" name="Rectangle 13">
            <a:extLst>
              <a:ext uri="{FF2B5EF4-FFF2-40B4-BE49-F238E27FC236}">
                <a16:creationId xmlns:a16="http://schemas.microsoft.com/office/drawing/2014/main" id="{461490A4-420D-F0F4-9475-7A7FF668F2E9}"/>
              </a:ext>
            </a:extLst>
          </p:cNvPr>
          <p:cNvSpPr/>
          <p:nvPr/>
        </p:nvSpPr>
        <p:spPr>
          <a:xfrm>
            <a:off x="5383290" y="772721"/>
            <a:ext cx="1010422" cy="722923"/>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B742795-2A2F-AEF8-45C6-69FCD38EEB81}"/>
              </a:ext>
            </a:extLst>
          </p:cNvPr>
          <p:cNvSpPr txBox="1"/>
          <p:nvPr/>
        </p:nvSpPr>
        <p:spPr>
          <a:xfrm>
            <a:off x="5690658" y="817526"/>
            <a:ext cx="498663" cy="646331"/>
          </a:xfrm>
          <a:prstGeom prst="rect">
            <a:avLst/>
          </a:prstGeom>
          <a:noFill/>
        </p:spPr>
        <p:txBody>
          <a:bodyPr wrap="none" rtlCol="0">
            <a:spAutoFit/>
          </a:bodyPr>
          <a:lstStyle/>
          <a:p>
            <a:r>
              <a:rPr lang="en-US" sz="1200" dirty="0"/>
              <a:t>QP</a:t>
            </a:r>
          </a:p>
          <a:p>
            <a:endParaRPr lang="en-US" sz="1200" dirty="0"/>
          </a:p>
          <a:p>
            <a:r>
              <a:rPr lang="en-US" sz="1200" dirty="0"/>
              <a:t>AVG</a:t>
            </a:r>
          </a:p>
        </p:txBody>
      </p:sp>
      <p:cxnSp>
        <p:nvCxnSpPr>
          <p:cNvPr id="17" name="Straight Connector 16">
            <a:extLst>
              <a:ext uri="{FF2B5EF4-FFF2-40B4-BE49-F238E27FC236}">
                <a16:creationId xmlns:a16="http://schemas.microsoft.com/office/drawing/2014/main" id="{5A409702-6B94-1DB8-BA96-56A1D23B673F}"/>
              </a:ext>
            </a:extLst>
          </p:cNvPr>
          <p:cNvCxnSpPr/>
          <p:nvPr/>
        </p:nvCxnSpPr>
        <p:spPr>
          <a:xfrm>
            <a:off x="5476426" y="985284"/>
            <a:ext cx="214232"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660F182-95F0-20A3-19A6-E02ADBD8C829}"/>
              </a:ext>
            </a:extLst>
          </p:cNvPr>
          <p:cNvCxnSpPr/>
          <p:nvPr/>
        </p:nvCxnSpPr>
        <p:spPr>
          <a:xfrm>
            <a:off x="5484963" y="1336159"/>
            <a:ext cx="214232"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478712"/>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500"/>
                                        <p:tgtEl>
                                          <p:spTgt spid="12"/>
                                        </p:tgtEl>
                                      </p:cBhvr>
                                    </p:animEffect>
                                  </p:childTnLst>
                                </p:cTn>
                              </p:par>
                              <p:par>
                                <p:cTn id="11" presetID="22" presetClass="entr" presetSubtype="8"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par>
                                <p:cTn id="20" presetID="22" presetClass="entr" presetSubtype="8"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par>
                                <p:cTn id="23" presetID="22" presetClass="entr" presetSubtype="8"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left)">
                                      <p:cBhvr>
                                        <p:cTn id="2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2E3FC-7724-F78B-7560-7DD68395597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DB81A18-A7D3-EC1E-8CB4-8B5CE68829BE}"/>
              </a:ext>
            </a:extLst>
          </p:cNvPr>
          <p:cNvPicPr>
            <a:picLocks noChangeAspect="1"/>
          </p:cNvPicPr>
          <p:nvPr/>
        </p:nvPicPr>
        <p:blipFill>
          <a:blip r:embed="rId2"/>
          <a:stretch>
            <a:fillRect/>
          </a:stretch>
        </p:blipFill>
        <p:spPr>
          <a:xfrm>
            <a:off x="5428456" y="2518926"/>
            <a:ext cx="3483769" cy="615624"/>
          </a:xfrm>
          <a:prstGeom prst="rect">
            <a:avLst/>
          </a:prstGeom>
        </p:spPr>
      </p:pic>
      <p:pic>
        <p:nvPicPr>
          <p:cNvPr id="22" name="Picture 21">
            <a:extLst>
              <a:ext uri="{FF2B5EF4-FFF2-40B4-BE49-F238E27FC236}">
                <a16:creationId xmlns:a16="http://schemas.microsoft.com/office/drawing/2014/main" id="{B379FE58-123D-D938-42DC-CBC691B00DA9}"/>
              </a:ext>
            </a:extLst>
          </p:cNvPr>
          <p:cNvPicPr>
            <a:picLocks noChangeAspect="1"/>
          </p:cNvPicPr>
          <p:nvPr/>
        </p:nvPicPr>
        <p:blipFill>
          <a:blip r:embed="rId3"/>
          <a:stretch>
            <a:fillRect/>
          </a:stretch>
        </p:blipFill>
        <p:spPr>
          <a:xfrm>
            <a:off x="5484962" y="2529389"/>
            <a:ext cx="3324749" cy="594697"/>
          </a:xfrm>
          <a:prstGeom prst="rect">
            <a:avLst/>
          </a:prstGeom>
        </p:spPr>
      </p:pic>
      <p:pic>
        <p:nvPicPr>
          <p:cNvPr id="12" name="Picture 11">
            <a:extLst>
              <a:ext uri="{FF2B5EF4-FFF2-40B4-BE49-F238E27FC236}">
                <a16:creationId xmlns:a16="http://schemas.microsoft.com/office/drawing/2014/main" id="{45E5E252-2D06-8636-DE49-50AA8D375FE5}"/>
              </a:ext>
            </a:extLst>
          </p:cNvPr>
          <p:cNvPicPr>
            <a:picLocks noChangeAspect="1"/>
          </p:cNvPicPr>
          <p:nvPr/>
        </p:nvPicPr>
        <p:blipFill>
          <a:blip r:embed="rId4"/>
          <a:stretch>
            <a:fillRect/>
          </a:stretch>
        </p:blipFill>
        <p:spPr>
          <a:xfrm>
            <a:off x="5690658" y="3714053"/>
            <a:ext cx="3119054" cy="687826"/>
          </a:xfrm>
          <a:prstGeom prst="rect">
            <a:avLst/>
          </a:prstGeom>
        </p:spPr>
      </p:pic>
      <p:pic>
        <p:nvPicPr>
          <p:cNvPr id="19" name="Picture 18">
            <a:extLst>
              <a:ext uri="{FF2B5EF4-FFF2-40B4-BE49-F238E27FC236}">
                <a16:creationId xmlns:a16="http://schemas.microsoft.com/office/drawing/2014/main" id="{A02191A5-6D48-1B74-22B3-A56290FC791A}"/>
              </a:ext>
            </a:extLst>
          </p:cNvPr>
          <p:cNvPicPr>
            <a:picLocks noChangeAspect="1"/>
          </p:cNvPicPr>
          <p:nvPr/>
        </p:nvPicPr>
        <p:blipFill>
          <a:blip r:embed="rId5"/>
          <a:stretch>
            <a:fillRect/>
          </a:stretch>
        </p:blipFill>
        <p:spPr>
          <a:xfrm>
            <a:off x="5690658" y="3714053"/>
            <a:ext cx="2948919" cy="562623"/>
          </a:xfrm>
          <a:prstGeom prst="rect">
            <a:avLst/>
          </a:prstGeom>
        </p:spPr>
      </p:pic>
      <p:pic>
        <p:nvPicPr>
          <p:cNvPr id="6" name="Picture 5">
            <a:extLst>
              <a:ext uri="{FF2B5EF4-FFF2-40B4-BE49-F238E27FC236}">
                <a16:creationId xmlns:a16="http://schemas.microsoft.com/office/drawing/2014/main" id="{0E9430DA-BB00-EBD9-201F-AC65A90AF068}"/>
              </a:ext>
            </a:extLst>
          </p:cNvPr>
          <p:cNvPicPr>
            <a:picLocks noChangeAspect="1"/>
          </p:cNvPicPr>
          <p:nvPr/>
        </p:nvPicPr>
        <p:blipFill>
          <a:blip r:embed="rId6"/>
          <a:stretch>
            <a:fillRect/>
          </a:stretch>
        </p:blipFill>
        <p:spPr>
          <a:xfrm>
            <a:off x="231774" y="772719"/>
            <a:ext cx="5151518" cy="3709987"/>
          </a:xfrm>
          <a:prstGeom prst="rect">
            <a:avLst/>
          </a:prstGeom>
        </p:spPr>
      </p:pic>
      <p:pic>
        <p:nvPicPr>
          <p:cNvPr id="13" name="Picture 12">
            <a:extLst>
              <a:ext uri="{FF2B5EF4-FFF2-40B4-BE49-F238E27FC236}">
                <a16:creationId xmlns:a16="http://schemas.microsoft.com/office/drawing/2014/main" id="{2E472DCE-865A-5250-E154-A33A4F941068}"/>
              </a:ext>
            </a:extLst>
          </p:cNvPr>
          <p:cNvPicPr>
            <a:picLocks noChangeAspect="1"/>
          </p:cNvPicPr>
          <p:nvPr/>
        </p:nvPicPr>
        <p:blipFill>
          <a:blip r:embed="rId7"/>
          <a:stretch>
            <a:fillRect/>
          </a:stretch>
        </p:blipFill>
        <p:spPr>
          <a:xfrm>
            <a:off x="231774" y="772719"/>
            <a:ext cx="5148714" cy="3707968"/>
          </a:xfrm>
          <a:prstGeom prst="rect">
            <a:avLst/>
          </a:prstGeom>
        </p:spPr>
      </p:pic>
      <p:sp>
        <p:nvSpPr>
          <p:cNvPr id="2" name="Title 1">
            <a:extLst>
              <a:ext uri="{FF2B5EF4-FFF2-40B4-BE49-F238E27FC236}">
                <a16:creationId xmlns:a16="http://schemas.microsoft.com/office/drawing/2014/main" id="{7A8351E1-1D6C-2DEA-2F97-87C1CFD64E5C}"/>
              </a:ext>
            </a:extLst>
          </p:cNvPr>
          <p:cNvSpPr>
            <a:spLocks noGrp="1"/>
          </p:cNvSpPr>
          <p:nvPr>
            <p:ph type="title"/>
          </p:nvPr>
        </p:nvSpPr>
        <p:spPr>
          <a:xfrm>
            <a:off x="95010" y="80685"/>
            <a:ext cx="8680450" cy="610791"/>
          </a:xfrm>
        </p:spPr>
        <p:txBody>
          <a:bodyPr/>
          <a:lstStyle/>
          <a:p>
            <a:r>
              <a:rPr lang="en-US" dirty="0"/>
              <a:t>ISOP topology- DM noise profile with increased passives</a:t>
            </a:r>
          </a:p>
        </p:txBody>
      </p:sp>
      <p:sp>
        <p:nvSpPr>
          <p:cNvPr id="4" name="Slide Number Placeholder 3">
            <a:extLst>
              <a:ext uri="{FF2B5EF4-FFF2-40B4-BE49-F238E27FC236}">
                <a16:creationId xmlns:a16="http://schemas.microsoft.com/office/drawing/2014/main" id="{32DC0358-DC2D-AA67-4E83-24A4F1FD19BC}"/>
              </a:ext>
            </a:extLst>
          </p:cNvPr>
          <p:cNvSpPr>
            <a:spLocks noGrp="1"/>
          </p:cNvSpPr>
          <p:nvPr>
            <p:ph type="sldNum" sz="quarter" idx="10"/>
          </p:nvPr>
        </p:nvSpPr>
        <p:spPr/>
        <p:txBody>
          <a:bodyPr/>
          <a:lstStyle/>
          <a:p>
            <a:pPr>
              <a:defRPr/>
            </a:pPr>
            <a:fld id="{2B97888F-6AF7-4263-B69D-592D8C33BAC7}" type="slidenum">
              <a:rPr lang="en-US" smtClean="0"/>
              <a:pPr>
                <a:defRPr/>
              </a:pPr>
              <a:t>26</a:t>
            </a:fld>
            <a:endParaRPr lang="en-US"/>
          </a:p>
        </p:txBody>
      </p:sp>
      <p:grpSp>
        <p:nvGrpSpPr>
          <p:cNvPr id="39" name="Group 38">
            <a:extLst>
              <a:ext uri="{FF2B5EF4-FFF2-40B4-BE49-F238E27FC236}">
                <a16:creationId xmlns:a16="http://schemas.microsoft.com/office/drawing/2014/main" id="{20FF232D-26FD-6B87-99F1-A4398BD22D74}"/>
              </a:ext>
            </a:extLst>
          </p:cNvPr>
          <p:cNvGrpSpPr/>
          <p:nvPr/>
        </p:nvGrpSpPr>
        <p:grpSpPr>
          <a:xfrm>
            <a:off x="821267" y="2040467"/>
            <a:ext cx="4655160" cy="67733"/>
            <a:chOff x="821267" y="2040467"/>
            <a:chExt cx="4655160" cy="67733"/>
          </a:xfrm>
        </p:grpSpPr>
        <p:cxnSp>
          <p:nvCxnSpPr>
            <p:cNvPr id="21" name="Straight Connector 20">
              <a:extLst>
                <a:ext uri="{FF2B5EF4-FFF2-40B4-BE49-F238E27FC236}">
                  <a16:creationId xmlns:a16="http://schemas.microsoft.com/office/drawing/2014/main" id="{F1BC22E8-641C-88ED-8050-B8A854E11965}"/>
                </a:ext>
              </a:extLst>
            </p:cNvPr>
            <p:cNvCxnSpPr>
              <a:cxnSpLocks/>
            </p:cNvCxnSpPr>
            <p:nvPr/>
          </p:nvCxnSpPr>
          <p:spPr>
            <a:xfrm>
              <a:off x="821267" y="2040467"/>
              <a:ext cx="745066"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BF01353-4F57-187D-F962-CEC635C436D9}"/>
                </a:ext>
              </a:extLst>
            </p:cNvPr>
            <p:cNvCxnSpPr/>
            <p:nvPr/>
          </p:nvCxnSpPr>
          <p:spPr>
            <a:xfrm>
              <a:off x="1566333" y="2108200"/>
              <a:ext cx="3910094"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D26E78C-1DE6-7C64-352E-C2CDEC6E521F}"/>
                </a:ext>
              </a:extLst>
            </p:cNvPr>
            <p:cNvCxnSpPr/>
            <p:nvPr/>
          </p:nvCxnSpPr>
          <p:spPr>
            <a:xfrm>
              <a:off x="1566333" y="2040467"/>
              <a:ext cx="0" cy="67733"/>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37571F6F-E612-6560-F870-66C575FA2A87}"/>
              </a:ext>
            </a:extLst>
          </p:cNvPr>
          <p:cNvGrpSpPr/>
          <p:nvPr/>
        </p:nvGrpSpPr>
        <p:grpSpPr>
          <a:xfrm>
            <a:off x="829803" y="2187391"/>
            <a:ext cx="4655160" cy="67733"/>
            <a:chOff x="821267" y="2194713"/>
            <a:chExt cx="4655160" cy="67733"/>
          </a:xfrm>
        </p:grpSpPr>
        <p:cxnSp>
          <p:nvCxnSpPr>
            <p:cNvPr id="31" name="Straight Connector 30">
              <a:extLst>
                <a:ext uri="{FF2B5EF4-FFF2-40B4-BE49-F238E27FC236}">
                  <a16:creationId xmlns:a16="http://schemas.microsoft.com/office/drawing/2014/main" id="{DEE08EEF-356A-C66D-B305-06E903123B51}"/>
                </a:ext>
              </a:extLst>
            </p:cNvPr>
            <p:cNvCxnSpPr>
              <a:cxnSpLocks/>
            </p:cNvCxnSpPr>
            <p:nvPr/>
          </p:nvCxnSpPr>
          <p:spPr>
            <a:xfrm>
              <a:off x="821267" y="2194713"/>
              <a:ext cx="745066"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DEAE73F-AB54-2F86-7730-ED8419C44475}"/>
                </a:ext>
              </a:extLst>
            </p:cNvPr>
            <p:cNvCxnSpPr/>
            <p:nvPr/>
          </p:nvCxnSpPr>
          <p:spPr>
            <a:xfrm>
              <a:off x="1566333" y="2262446"/>
              <a:ext cx="3910094"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CC3A096A-7C74-FE39-4F82-ADF6CE340874}"/>
                </a:ext>
              </a:extLst>
            </p:cNvPr>
            <p:cNvCxnSpPr/>
            <p:nvPr/>
          </p:nvCxnSpPr>
          <p:spPr>
            <a:xfrm>
              <a:off x="1566333" y="2194713"/>
              <a:ext cx="0" cy="67733"/>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grpSp>
      <p:sp>
        <p:nvSpPr>
          <p:cNvPr id="34" name="TextBox 33">
            <a:extLst>
              <a:ext uri="{FF2B5EF4-FFF2-40B4-BE49-F238E27FC236}">
                <a16:creationId xmlns:a16="http://schemas.microsoft.com/office/drawing/2014/main" id="{19D1E57B-9967-7ACE-8BB0-575F78768DF5}"/>
              </a:ext>
            </a:extLst>
          </p:cNvPr>
          <p:cNvSpPr txBox="1"/>
          <p:nvPr/>
        </p:nvSpPr>
        <p:spPr>
          <a:xfrm>
            <a:off x="922327" y="1874458"/>
            <a:ext cx="567784" cy="215444"/>
          </a:xfrm>
          <a:prstGeom prst="rect">
            <a:avLst/>
          </a:prstGeom>
          <a:noFill/>
        </p:spPr>
        <p:txBody>
          <a:bodyPr wrap="none" rtlCol="0">
            <a:spAutoFit/>
          </a:bodyPr>
          <a:lstStyle/>
          <a:p>
            <a:r>
              <a:rPr lang="en-US" sz="800" b="1" dirty="0">
                <a:solidFill>
                  <a:schemeClr val="accent3">
                    <a:lumMod val="60000"/>
                    <a:lumOff val="40000"/>
                  </a:schemeClr>
                </a:solidFill>
              </a:rPr>
              <a:t>79dBuV</a:t>
            </a:r>
          </a:p>
        </p:txBody>
      </p:sp>
      <p:sp>
        <p:nvSpPr>
          <p:cNvPr id="35" name="TextBox 34">
            <a:extLst>
              <a:ext uri="{FF2B5EF4-FFF2-40B4-BE49-F238E27FC236}">
                <a16:creationId xmlns:a16="http://schemas.microsoft.com/office/drawing/2014/main" id="{6EAFBA6F-4B1F-B582-97A5-885FBF336105}"/>
              </a:ext>
            </a:extLst>
          </p:cNvPr>
          <p:cNvSpPr txBox="1"/>
          <p:nvPr/>
        </p:nvSpPr>
        <p:spPr>
          <a:xfrm>
            <a:off x="2239750" y="1915026"/>
            <a:ext cx="567784" cy="215444"/>
          </a:xfrm>
          <a:prstGeom prst="rect">
            <a:avLst/>
          </a:prstGeom>
          <a:noFill/>
        </p:spPr>
        <p:txBody>
          <a:bodyPr wrap="none" rtlCol="0">
            <a:spAutoFit/>
          </a:bodyPr>
          <a:lstStyle/>
          <a:p>
            <a:r>
              <a:rPr lang="en-US" sz="800" b="1" dirty="0">
                <a:solidFill>
                  <a:schemeClr val="accent3">
                    <a:lumMod val="60000"/>
                    <a:lumOff val="40000"/>
                  </a:schemeClr>
                </a:solidFill>
              </a:rPr>
              <a:t>73dBuV</a:t>
            </a:r>
          </a:p>
        </p:txBody>
      </p:sp>
      <p:sp>
        <p:nvSpPr>
          <p:cNvPr id="36" name="TextBox 35">
            <a:extLst>
              <a:ext uri="{FF2B5EF4-FFF2-40B4-BE49-F238E27FC236}">
                <a16:creationId xmlns:a16="http://schemas.microsoft.com/office/drawing/2014/main" id="{B504CF14-1A3B-1D3E-A744-00068788AA68}"/>
              </a:ext>
            </a:extLst>
          </p:cNvPr>
          <p:cNvSpPr txBox="1"/>
          <p:nvPr/>
        </p:nvSpPr>
        <p:spPr>
          <a:xfrm>
            <a:off x="917121" y="2036944"/>
            <a:ext cx="567784" cy="215444"/>
          </a:xfrm>
          <a:prstGeom prst="rect">
            <a:avLst/>
          </a:prstGeom>
          <a:noFill/>
        </p:spPr>
        <p:txBody>
          <a:bodyPr wrap="none" rtlCol="0">
            <a:spAutoFit/>
          </a:bodyPr>
          <a:lstStyle/>
          <a:p>
            <a:r>
              <a:rPr lang="en-US" sz="800" b="1" dirty="0">
                <a:solidFill>
                  <a:srgbClr val="FFC000"/>
                </a:solidFill>
              </a:rPr>
              <a:t>66dBuV</a:t>
            </a:r>
          </a:p>
        </p:txBody>
      </p:sp>
      <p:sp>
        <p:nvSpPr>
          <p:cNvPr id="37" name="TextBox 36">
            <a:extLst>
              <a:ext uri="{FF2B5EF4-FFF2-40B4-BE49-F238E27FC236}">
                <a16:creationId xmlns:a16="http://schemas.microsoft.com/office/drawing/2014/main" id="{E9B5CF79-4BD1-7944-E808-EF5152784E3D}"/>
              </a:ext>
            </a:extLst>
          </p:cNvPr>
          <p:cNvSpPr txBox="1"/>
          <p:nvPr/>
        </p:nvSpPr>
        <p:spPr>
          <a:xfrm>
            <a:off x="2239750" y="2074333"/>
            <a:ext cx="567784" cy="215444"/>
          </a:xfrm>
          <a:prstGeom prst="rect">
            <a:avLst/>
          </a:prstGeom>
          <a:noFill/>
        </p:spPr>
        <p:txBody>
          <a:bodyPr wrap="none" rtlCol="0">
            <a:spAutoFit/>
          </a:bodyPr>
          <a:lstStyle/>
          <a:p>
            <a:r>
              <a:rPr lang="en-US" sz="800" b="1" dirty="0">
                <a:solidFill>
                  <a:srgbClr val="FFC000"/>
                </a:solidFill>
              </a:rPr>
              <a:t>60dBuV</a:t>
            </a:r>
          </a:p>
        </p:txBody>
      </p:sp>
      <p:sp>
        <p:nvSpPr>
          <p:cNvPr id="14" name="Rectangle 13">
            <a:extLst>
              <a:ext uri="{FF2B5EF4-FFF2-40B4-BE49-F238E27FC236}">
                <a16:creationId xmlns:a16="http://schemas.microsoft.com/office/drawing/2014/main" id="{5F4B70E1-C9C2-0FD6-0A40-37DF5EDC4FA9}"/>
              </a:ext>
            </a:extLst>
          </p:cNvPr>
          <p:cNvSpPr/>
          <p:nvPr/>
        </p:nvSpPr>
        <p:spPr>
          <a:xfrm>
            <a:off x="5383290" y="772721"/>
            <a:ext cx="1010422" cy="722923"/>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4E7BAC2-8577-B907-BA40-1F563847CB15}"/>
              </a:ext>
            </a:extLst>
          </p:cNvPr>
          <p:cNvSpPr txBox="1"/>
          <p:nvPr/>
        </p:nvSpPr>
        <p:spPr>
          <a:xfrm>
            <a:off x="5690658" y="809137"/>
            <a:ext cx="498663" cy="646331"/>
          </a:xfrm>
          <a:prstGeom prst="rect">
            <a:avLst/>
          </a:prstGeom>
          <a:noFill/>
        </p:spPr>
        <p:txBody>
          <a:bodyPr wrap="none" rtlCol="0">
            <a:spAutoFit/>
          </a:bodyPr>
          <a:lstStyle/>
          <a:p>
            <a:r>
              <a:rPr lang="en-US" sz="1200" dirty="0"/>
              <a:t>QP</a:t>
            </a:r>
          </a:p>
          <a:p>
            <a:endParaRPr lang="en-US" sz="1200" dirty="0"/>
          </a:p>
          <a:p>
            <a:r>
              <a:rPr lang="en-US" sz="1200" dirty="0"/>
              <a:t>AVG</a:t>
            </a:r>
          </a:p>
        </p:txBody>
      </p:sp>
      <p:cxnSp>
        <p:nvCxnSpPr>
          <p:cNvPr id="17" name="Straight Connector 16">
            <a:extLst>
              <a:ext uri="{FF2B5EF4-FFF2-40B4-BE49-F238E27FC236}">
                <a16:creationId xmlns:a16="http://schemas.microsoft.com/office/drawing/2014/main" id="{C22D5B6D-1E07-E140-79B0-E974642F0F3E}"/>
              </a:ext>
            </a:extLst>
          </p:cNvPr>
          <p:cNvCxnSpPr/>
          <p:nvPr/>
        </p:nvCxnSpPr>
        <p:spPr>
          <a:xfrm>
            <a:off x="5476426" y="985284"/>
            <a:ext cx="214232"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53E3BDB-D71E-8EC6-BE1B-03B8BCC419F1}"/>
              </a:ext>
            </a:extLst>
          </p:cNvPr>
          <p:cNvCxnSpPr/>
          <p:nvPr/>
        </p:nvCxnSpPr>
        <p:spPr>
          <a:xfrm>
            <a:off x="5484963" y="1336159"/>
            <a:ext cx="214232"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0EFB950-03AF-AF8E-BDB9-AA2398F09D15}"/>
              </a:ext>
            </a:extLst>
          </p:cNvPr>
          <p:cNvSpPr txBox="1"/>
          <p:nvPr/>
        </p:nvSpPr>
        <p:spPr>
          <a:xfrm>
            <a:off x="6486846" y="933176"/>
            <a:ext cx="2610010" cy="954107"/>
          </a:xfrm>
          <a:prstGeom prst="rect">
            <a:avLst/>
          </a:prstGeom>
          <a:noFill/>
        </p:spPr>
        <p:txBody>
          <a:bodyPr wrap="none" rtlCol="0">
            <a:spAutoFit/>
          </a:bodyPr>
          <a:lstStyle/>
          <a:p>
            <a:r>
              <a:rPr lang="en-US" sz="1400" dirty="0">
                <a:latin typeface="Aptos Serif" panose="02020604070405020304" pitchFamily="18" charset="0"/>
                <a:cs typeface="Aptos Serif" panose="02020604070405020304" pitchFamily="18" charset="0"/>
              </a:rPr>
              <a:t>The passives were increased</a:t>
            </a:r>
          </a:p>
          <a:p>
            <a:r>
              <a:rPr lang="en-US" sz="1400" dirty="0">
                <a:latin typeface="Aptos Serif" panose="02020604070405020304" pitchFamily="18" charset="0"/>
                <a:cs typeface="Aptos Serif" panose="02020604070405020304" pitchFamily="18" charset="0"/>
              </a:rPr>
              <a:t>to 2.5uH and 1uF to get the</a:t>
            </a:r>
          </a:p>
          <a:p>
            <a:r>
              <a:rPr lang="en-US" sz="1400" dirty="0">
                <a:latin typeface="Aptos Serif" panose="02020604070405020304" pitchFamily="18" charset="0"/>
                <a:cs typeface="Aptos Serif" panose="02020604070405020304" pitchFamily="18" charset="0"/>
              </a:rPr>
              <a:t>same attenuation as the case</a:t>
            </a:r>
          </a:p>
          <a:p>
            <a:r>
              <a:rPr lang="en-US" sz="1400" dirty="0">
                <a:latin typeface="Aptos Serif" panose="02020604070405020304" pitchFamily="18" charset="0"/>
                <a:cs typeface="Aptos Serif" panose="02020604070405020304" pitchFamily="18" charset="0"/>
              </a:rPr>
              <a:t>lighter passives and AEF.</a:t>
            </a:r>
          </a:p>
        </p:txBody>
      </p:sp>
    </p:spTree>
    <p:extLst>
      <p:ext uri="{BB962C8B-B14F-4D97-AF65-F5344CB8AC3E}">
        <p14:creationId xmlns:p14="http://schemas.microsoft.com/office/powerpoint/2010/main" val="2514072873"/>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par>
                                <p:cTn id="11" presetID="22" presetClass="entr" presetSubtype="8"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500"/>
                                        <p:tgtEl>
                                          <p:spTgt spid="17"/>
                                        </p:tgtEl>
                                      </p:cBhvr>
                                    </p:animEffect>
                                  </p:childTnLst>
                                </p:cTn>
                              </p:par>
                              <p:par>
                                <p:cTn id="14" presetID="22" presetClass="entr" presetSubtype="8"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500"/>
                                        <p:tgtEl>
                                          <p:spTgt spid="18"/>
                                        </p:tgtEl>
                                      </p:cBhvr>
                                    </p:animEffect>
                                  </p:childTnLst>
                                </p:cTn>
                              </p:par>
                              <p:par>
                                <p:cTn id="17" presetID="22" presetClass="entr" presetSubtype="8"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par>
                                <p:cTn id="20" presetID="22" presetClass="entr" presetSubtype="8"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C589D-E013-C6DD-BA84-CC305CC2409C}"/>
              </a:ext>
            </a:extLst>
          </p:cNvPr>
          <p:cNvSpPr>
            <a:spLocks noGrp="1"/>
          </p:cNvSpPr>
          <p:nvPr>
            <p:ph type="title"/>
          </p:nvPr>
        </p:nvSpPr>
        <p:spPr/>
        <p:txBody>
          <a:bodyPr/>
          <a:lstStyle/>
          <a:p>
            <a:r>
              <a:rPr lang="en-US" dirty="0"/>
              <a:t>Specifications of Op-Amp used</a:t>
            </a:r>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68BCA48E-3D3F-CF84-2216-4CAD41B44300}"/>
                  </a:ext>
                </a:extLst>
              </p:cNvPr>
              <p:cNvGraphicFramePr>
                <a:graphicFrameLocks noGrp="1"/>
              </p:cNvGraphicFramePr>
              <p:nvPr>
                <p:ph idx="1"/>
                <p:extLst>
                  <p:ext uri="{D42A27DB-BD31-4B8C-83A1-F6EECF244321}">
                    <p14:modId xmlns:p14="http://schemas.microsoft.com/office/powerpoint/2010/main" val="1618097228"/>
                  </p:ext>
                </p:extLst>
              </p:nvPr>
            </p:nvGraphicFramePr>
            <p:xfrm>
              <a:off x="117065" y="825142"/>
              <a:ext cx="4238626" cy="2890520"/>
            </p:xfrm>
            <a:graphic>
              <a:graphicData uri="http://schemas.openxmlformats.org/drawingml/2006/table">
                <a:tbl>
                  <a:tblPr firstRow="1" bandRow="1">
                    <a:tableStyleId>{5C22544A-7EE6-4342-B048-85BDC9FD1C3A}</a:tableStyleId>
                  </a:tblPr>
                  <a:tblGrid>
                    <a:gridCol w="2251666">
                      <a:extLst>
                        <a:ext uri="{9D8B030D-6E8A-4147-A177-3AD203B41FA5}">
                          <a16:colId xmlns:a16="http://schemas.microsoft.com/office/drawing/2014/main" val="2936563207"/>
                        </a:ext>
                      </a:extLst>
                    </a:gridCol>
                    <a:gridCol w="1986960">
                      <a:extLst>
                        <a:ext uri="{9D8B030D-6E8A-4147-A177-3AD203B41FA5}">
                          <a16:colId xmlns:a16="http://schemas.microsoft.com/office/drawing/2014/main" val="683396626"/>
                        </a:ext>
                      </a:extLst>
                    </a:gridCol>
                  </a:tblGrid>
                  <a:tr h="370840">
                    <a:tc>
                      <a:txBody>
                        <a:bodyPr/>
                        <a:lstStyle/>
                        <a:p>
                          <a:r>
                            <a:rPr lang="en-US" sz="1400" dirty="0">
                              <a:latin typeface="Aptos Serif" panose="02020604070405020304" pitchFamily="18" charset="0"/>
                              <a:cs typeface="Aptos Serif" panose="02020604070405020304" pitchFamily="18" charset="0"/>
                            </a:rPr>
                            <a:t>Specifications</a:t>
                          </a:r>
                        </a:p>
                      </a:txBody>
                      <a:tcPr/>
                    </a:tc>
                    <a:tc>
                      <a:txBody>
                        <a:bodyPr/>
                        <a:lstStyle/>
                        <a:p>
                          <a:r>
                            <a:rPr lang="en-US" sz="1400" dirty="0">
                              <a:latin typeface="Aptos Serif" panose="02020604070405020304" pitchFamily="18" charset="0"/>
                              <a:cs typeface="Aptos Serif" panose="02020604070405020304" pitchFamily="18" charset="0"/>
                            </a:rPr>
                            <a:t>Values</a:t>
                          </a:r>
                        </a:p>
                      </a:txBody>
                      <a:tcPr/>
                    </a:tc>
                    <a:extLst>
                      <a:ext uri="{0D108BD9-81ED-4DB2-BD59-A6C34878D82A}">
                        <a16:rowId xmlns:a16="http://schemas.microsoft.com/office/drawing/2014/main" val="1338738567"/>
                      </a:ext>
                    </a:extLst>
                  </a:tr>
                  <a:tr h="370840">
                    <a:tc>
                      <a:txBody>
                        <a:bodyPr/>
                        <a:lstStyle/>
                        <a:p>
                          <a:r>
                            <a:rPr lang="en-US" sz="1400" dirty="0">
                              <a:latin typeface="Aptos Serif" panose="02020604070405020304" pitchFamily="18" charset="0"/>
                              <a:cs typeface="Aptos Serif" panose="02020604070405020304" pitchFamily="18" charset="0"/>
                            </a:rPr>
                            <a:t>Supply voltage</a:t>
                          </a:r>
                        </a:p>
                      </a:txBody>
                      <a:tcPr/>
                    </a:tc>
                    <a:tc>
                      <a:txBody>
                        <a:bodyPr/>
                        <a:lstStyle/>
                        <a:p>
                          <a:r>
                            <a:rPr lang="en-US" sz="1400" dirty="0">
                              <a:latin typeface="Aptos Serif" panose="02020604070405020304" pitchFamily="18" charset="0"/>
                              <a:cs typeface="Aptos Serif" panose="02020604070405020304" pitchFamily="18" charset="0"/>
                            </a:rPr>
                            <a:t>±20V</a:t>
                          </a:r>
                        </a:p>
                      </a:txBody>
                      <a:tcPr/>
                    </a:tc>
                    <a:extLst>
                      <a:ext uri="{0D108BD9-81ED-4DB2-BD59-A6C34878D82A}">
                        <a16:rowId xmlns:a16="http://schemas.microsoft.com/office/drawing/2014/main" val="3597321068"/>
                      </a:ext>
                    </a:extLst>
                  </a:tr>
                  <a:tr h="370840">
                    <a:tc>
                      <a:txBody>
                        <a:bodyPr/>
                        <a:lstStyle/>
                        <a:p>
                          <a:r>
                            <a:rPr lang="en-US" sz="1400" dirty="0">
                              <a:latin typeface="Aptos Serif" panose="02020604070405020304" pitchFamily="18" charset="0"/>
                              <a:cs typeface="Aptos Serif" panose="02020604070405020304" pitchFamily="18" charset="0"/>
                            </a:rPr>
                            <a:t>Common mode input voltage</a:t>
                          </a:r>
                        </a:p>
                      </a:txBody>
                      <a:tcPr/>
                    </a:tc>
                    <a:tc>
                      <a:txBody>
                        <a:bodyPr/>
                        <a:lstStyle/>
                        <a:p>
                          <a:endParaRPr lang="en-US" sz="1400" dirty="0">
                            <a:latin typeface="Aptos Serif" panose="02020604070405020304" pitchFamily="18" charset="0"/>
                            <a:cs typeface="Aptos Serif" panose="02020604070405020304" pitchFamily="18" charset="0"/>
                          </a:endParaRPr>
                        </a:p>
                      </a:txBody>
                      <a:tcPr/>
                    </a:tc>
                    <a:extLst>
                      <a:ext uri="{0D108BD9-81ED-4DB2-BD59-A6C34878D82A}">
                        <a16:rowId xmlns:a16="http://schemas.microsoft.com/office/drawing/2014/main" val="935266999"/>
                      </a:ext>
                    </a:extLst>
                  </a:tr>
                  <a:tr h="370840">
                    <a:tc>
                      <a:txBody>
                        <a:bodyPr/>
                        <a:lstStyle/>
                        <a:p>
                          <a:r>
                            <a:rPr lang="en-US" sz="1400" dirty="0">
                              <a:latin typeface="Aptos Serif" panose="02020604070405020304" pitchFamily="18" charset="0"/>
                              <a:cs typeface="Aptos Serif" panose="02020604070405020304" pitchFamily="18" charset="0"/>
                            </a:rPr>
                            <a:t>Differential mode input voltage</a:t>
                          </a:r>
                        </a:p>
                      </a:txBody>
                      <a:tcPr/>
                    </a:tc>
                    <a:tc>
                      <a:txBody>
                        <a:bodyPr/>
                        <a:lstStyle/>
                        <a:p>
                          <a14:m>
                            <m:oMath xmlns:m="http://schemas.openxmlformats.org/officeDocument/2006/math">
                              <m:r>
                                <a:rPr lang="en-US" sz="1400" i="1" smtClean="0">
                                  <a:latin typeface="Cambria Math" panose="02040503050406030204" pitchFamily="18" charset="0"/>
                                  <a:ea typeface="Cambria Math" panose="02040503050406030204" pitchFamily="18" charset="0"/>
                                  <a:cs typeface="Aptos Serif" panose="02020604070405020304" pitchFamily="18" charset="0"/>
                                </a:rPr>
                                <m:t>±</m:t>
                              </m:r>
                            </m:oMath>
                          </a14:m>
                          <a:r>
                            <a:rPr lang="en-US" sz="1400" dirty="0">
                              <a:latin typeface="Aptos Serif" panose="02020604070405020304" pitchFamily="18" charset="0"/>
                              <a:cs typeface="Aptos Serif" panose="02020604070405020304" pitchFamily="18" charset="0"/>
                            </a:rPr>
                            <a:t>60mV</a:t>
                          </a:r>
                        </a:p>
                      </a:txBody>
                      <a:tcPr/>
                    </a:tc>
                    <a:extLst>
                      <a:ext uri="{0D108BD9-81ED-4DB2-BD59-A6C34878D82A}">
                        <a16:rowId xmlns:a16="http://schemas.microsoft.com/office/drawing/2014/main" val="60664108"/>
                      </a:ext>
                    </a:extLst>
                  </a:tr>
                  <a:tr h="370840">
                    <a:tc>
                      <a:txBody>
                        <a:bodyPr/>
                        <a:lstStyle/>
                        <a:p>
                          <a:r>
                            <a:rPr lang="en-US" sz="1400" dirty="0">
                              <a:latin typeface="Aptos Serif" panose="02020604070405020304" pitchFamily="18" charset="0"/>
                              <a:cs typeface="Aptos Serif" panose="02020604070405020304" pitchFamily="18" charset="0"/>
                            </a:rPr>
                            <a:t>Maximum Input current</a:t>
                          </a:r>
                        </a:p>
                      </a:txBody>
                      <a:tcPr/>
                    </a:tc>
                    <a:tc>
                      <a:txBody>
                        <a:bodyPr/>
                        <a:lstStyle/>
                        <a:p>
                          <a:endParaRPr lang="en-US" sz="1400">
                            <a:latin typeface="Aptos Serif" panose="02020604070405020304" pitchFamily="18" charset="0"/>
                            <a:cs typeface="Aptos Serif" panose="02020604070405020304" pitchFamily="18" charset="0"/>
                          </a:endParaRPr>
                        </a:p>
                      </a:txBody>
                      <a:tcPr/>
                    </a:tc>
                    <a:extLst>
                      <a:ext uri="{0D108BD9-81ED-4DB2-BD59-A6C34878D82A}">
                        <a16:rowId xmlns:a16="http://schemas.microsoft.com/office/drawing/2014/main" val="1152523280"/>
                      </a:ext>
                    </a:extLst>
                  </a:tr>
                  <a:tr h="370840">
                    <a:tc>
                      <a:txBody>
                        <a:bodyPr/>
                        <a:lstStyle/>
                        <a:p>
                          <a:r>
                            <a:rPr lang="en-US" sz="1400" dirty="0">
                              <a:latin typeface="Aptos Serif" panose="02020604070405020304" pitchFamily="18" charset="0"/>
                              <a:cs typeface="Aptos Serif" panose="02020604070405020304" pitchFamily="18" charset="0"/>
                            </a:rPr>
                            <a:t>Input impedance </a:t>
                          </a:r>
                        </a:p>
                      </a:txBody>
                      <a:tcPr/>
                    </a:tc>
                    <a:tc>
                      <a:txBody>
                        <a:bodyPr/>
                        <a:lstStyle/>
                        <a:p>
                          <a:r>
                            <a:rPr lang="en-US" sz="1400" dirty="0">
                              <a:latin typeface="Aptos Serif" panose="02020604070405020304" pitchFamily="18" charset="0"/>
                              <a:cs typeface="Aptos Serif" panose="02020604070405020304" pitchFamily="18" charset="0"/>
                            </a:rPr>
                            <a:t>1 M</a:t>
                          </a:r>
                          <a:r>
                            <a:rPr lang="el-GR" sz="1400" dirty="0">
                              <a:latin typeface="Aptos Serif" panose="02020604070405020304" pitchFamily="18" charset="0"/>
                              <a:cs typeface="Aptos Serif" panose="02020604070405020304" pitchFamily="18" charset="0"/>
                            </a:rPr>
                            <a:t>Ω</a:t>
                          </a:r>
                          <a:endParaRPr lang="en-US" sz="1400" dirty="0">
                            <a:latin typeface="Aptos Serif" panose="02020604070405020304" pitchFamily="18" charset="0"/>
                            <a:cs typeface="Aptos Serif" panose="02020604070405020304" pitchFamily="18" charset="0"/>
                          </a:endParaRPr>
                        </a:p>
                      </a:txBody>
                      <a:tcPr/>
                    </a:tc>
                    <a:extLst>
                      <a:ext uri="{0D108BD9-81ED-4DB2-BD59-A6C34878D82A}">
                        <a16:rowId xmlns:a16="http://schemas.microsoft.com/office/drawing/2014/main" val="1564094196"/>
                      </a:ext>
                    </a:extLst>
                  </a:tr>
                  <a:tr h="370840">
                    <a:tc>
                      <a:txBody>
                        <a:bodyPr/>
                        <a:lstStyle/>
                        <a:p>
                          <a:r>
                            <a:rPr lang="en-US" sz="1400" dirty="0">
                              <a:latin typeface="Aptos Serif" panose="02020604070405020304" pitchFamily="18" charset="0"/>
                              <a:cs typeface="Aptos Serif" panose="02020604070405020304" pitchFamily="18" charset="0"/>
                            </a:rPr>
                            <a:t>Positive Slew rate</a:t>
                          </a:r>
                        </a:p>
                      </a:txBody>
                      <a:tcPr/>
                    </a:tc>
                    <a:tc>
                      <a:txBody>
                        <a:bodyPr/>
                        <a:lstStyle/>
                        <a:p>
                          <a:r>
                            <a:rPr lang="en-US" sz="1400" dirty="0">
                              <a:latin typeface="Aptos Serif" panose="02020604070405020304" pitchFamily="18" charset="0"/>
                              <a:cs typeface="Aptos Serif" panose="02020604070405020304" pitchFamily="18" charset="0"/>
                            </a:rPr>
                            <a:t>1000V/</a:t>
                          </a:r>
                          <a14:m>
                            <m:oMath xmlns:m="http://schemas.openxmlformats.org/officeDocument/2006/math">
                              <m:r>
                                <a:rPr lang="en-US" sz="1400" i="1" smtClean="0">
                                  <a:latin typeface="Cambria Math" panose="02040503050406030204" pitchFamily="18" charset="0"/>
                                  <a:ea typeface="Cambria Math" panose="02040503050406030204" pitchFamily="18" charset="0"/>
                                </a:rPr>
                                <m:t>𝜇</m:t>
                              </m:r>
                              <m:r>
                                <a:rPr lang="en-US" sz="1400" b="0" i="1" smtClean="0">
                                  <a:latin typeface="Cambria Math" panose="02040503050406030204" pitchFamily="18" charset="0"/>
                                  <a:ea typeface="Cambria Math" panose="02040503050406030204" pitchFamily="18" charset="0"/>
                                </a:rPr>
                                <m:t>𝑠</m:t>
                              </m:r>
                            </m:oMath>
                          </a14:m>
                          <a:endParaRPr lang="en-US" sz="1400" dirty="0">
                            <a:latin typeface="Aptos Serif" panose="02020604070405020304" pitchFamily="18" charset="0"/>
                            <a:cs typeface="Aptos Serif" panose="02020604070405020304" pitchFamily="18" charset="0"/>
                          </a:endParaRPr>
                        </a:p>
                      </a:txBody>
                      <a:tcPr/>
                    </a:tc>
                    <a:extLst>
                      <a:ext uri="{0D108BD9-81ED-4DB2-BD59-A6C34878D82A}">
                        <a16:rowId xmlns:a16="http://schemas.microsoft.com/office/drawing/2014/main" val="1571348693"/>
                      </a:ext>
                    </a:extLst>
                  </a:tr>
                </a:tbl>
              </a:graphicData>
            </a:graphic>
          </p:graphicFrame>
        </mc:Choice>
        <mc:Fallback xmlns="">
          <p:graphicFrame>
            <p:nvGraphicFramePr>
              <p:cNvPr id="5" name="Content Placeholder 4">
                <a:extLst>
                  <a:ext uri="{FF2B5EF4-FFF2-40B4-BE49-F238E27FC236}">
                    <a16:creationId xmlns:a16="http://schemas.microsoft.com/office/drawing/2014/main" id="{68BCA48E-3D3F-CF84-2216-4CAD41B44300}"/>
                  </a:ext>
                </a:extLst>
              </p:cNvPr>
              <p:cNvGraphicFramePr>
                <a:graphicFrameLocks noGrp="1"/>
              </p:cNvGraphicFramePr>
              <p:nvPr>
                <p:ph idx="1"/>
                <p:extLst>
                  <p:ext uri="{D42A27DB-BD31-4B8C-83A1-F6EECF244321}">
                    <p14:modId xmlns:p14="http://schemas.microsoft.com/office/powerpoint/2010/main" val="1618097228"/>
                  </p:ext>
                </p:extLst>
              </p:nvPr>
            </p:nvGraphicFramePr>
            <p:xfrm>
              <a:off x="117065" y="825142"/>
              <a:ext cx="4238626" cy="2890520"/>
            </p:xfrm>
            <a:graphic>
              <a:graphicData uri="http://schemas.openxmlformats.org/drawingml/2006/table">
                <a:tbl>
                  <a:tblPr firstRow="1" bandRow="1">
                    <a:tableStyleId>{5C22544A-7EE6-4342-B048-85BDC9FD1C3A}</a:tableStyleId>
                  </a:tblPr>
                  <a:tblGrid>
                    <a:gridCol w="2251666">
                      <a:extLst>
                        <a:ext uri="{9D8B030D-6E8A-4147-A177-3AD203B41FA5}">
                          <a16:colId xmlns:a16="http://schemas.microsoft.com/office/drawing/2014/main" val="2936563207"/>
                        </a:ext>
                      </a:extLst>
                    </a:gridCol>
                    <a:gridCol w="1986960">
                      <a:extLst>
                        <a:ext uri="{9D8B030D-6E8A-4147-A177-3AD203B41FA5}">
                          <a16:colId xmlns:a16="http://schemas.microsoft.com/office/drawing/2014/main" val="683396626"/>
                        </a:ext>
                      </a:extLst>
                    </a:gridCol>
                  </a:tblGrid>
                  <a:tr h="370840">
                    <a:tc>
                      <a:txBody>
                        <a:bodyPr/>
                        <a:lstStyle/>
                        <a:p>
                          <a:r>
                            <a:rPr lang="en-US" sz="1400" dirty="0">
                              <a:latin typeface="Aptos Serif" panose="02020604070405020304" pitchFamily="18" charset="0"/>
                              <a:cs typeface="Aptos Serif" panose="02020604070405020304" pitchFamily="18" charset="0"/>
                            </a:rPr>
                            <a:t>Specifications</a:t>
                          </a:r>
                        </a:p>
                      </a:txBody>
                      <a:tcPr/>
                    </a:tc>
                    <a:tc>
                      <a:txBody>
                        <a:bodyPr/>
                        <a:lstStyle/>
                        <a:p>
                          <a:r>
                            <a:rPr lang="en-US" sz="1400" dirty="0">
                              <a:latin typeface="Aptos Serif" panose="02020604070405020304" pitchFamily="18" charset="0"/>
                              <a:cs typeface="Aptos Serif" panose="02020604070405020304" pitchFamily="18" charset="0"/>
                            </a:rPr>
                            <a:t>Values</a:t>
                          </a:r>
                        </a:p>
                      </a:txBody>
                      <a:tcPr/>
                    </a:tc>
                    <a:extLst>
                      <a:ext uri="{0D108BD9-81ED-4DB2-BD59-A6C34878D82A}">
                        <a16:rowId xmlns:a16="http://schemas.microsoft.com/office/drawing/2014/main" val="1338738567"/>
                      </a:ext>
                    </a:extLst>
                  </a:tr>
                  <a:tr h="370840">
                    <a:tc>
                      <a:txBody>
                        <a:bodyPr/>
                        <a:lstStyle/>
                        <a:p>
                          <a:r>
                            <a:rPr lang="en-US" sz="1400" dirty="0">
                              <a:latin typeface="Aptos Serif" panose="02020604070405020304" pitchFamily="18" charset="0"/>
                              <a:cs typeface="Aptos Serif" panose="02020604070405020304" pitchFamily="18" charset="0"/>
                            </a:rPr>
                            <a:t>Supply voltage</a:t>
                          </a:r>
                        </a:p>
                      </a:txBody>
                      <a:tcPr/>
                    </a:tc>
                    <a:tc>
                      <a:txBody>
                        <a:bodyPr/>
                        <a:lstStyle/>
                        <a:p>
                          <a:r>
                            <a:rPr lang="en-US" sz="1400" dirty="0">
                              <a:latin typeface="Aptos Serif" panose="02020604070405020304" pitchFamily="18" charset="0"/>
                              <a:cs typeface="Aptos Serif" panose="02020604070405020304" pitchFamily="18" charset="0"/>
                            </a:rPr>
                            <a:t>±20V</a:t>
                          </a:r>
                        </a:p>
                      </a:txBody>
                      <a:tcPr/>
                    </a:tc>
                    <a:extLst>
                      <a:ext uri="{0D108BD9-81ED-4DB2-BD59-A6C34878D82A}">
                        <a16:rowId xmlns:a16="http://schemas.microsoft.com/office/drawing/2014/main" val="3597321068"/>
                      </a:ext>
                    </a:extLst>
                  </a:tr>
                  <a:tr h="518160">
                    <a:tc>
                      <a:txBody>
                        <a:bodyPr/>
                        <a:lstStyle/>
                        <a:p>
                          <a:r>
                            <a:rPr lang="en-US" sz="1400" dirty="0">
                              <a:latin typeface="Aptos Serif" panose="02020604070405020304" pitchFamily="18" charset="0"/>
                              <a:cs typeface="Aptos Serif" panose="02020604070405020304" pitchFamily="18" charset="0"/>
                            </a:rPr>
                            <a:t>Common mode input voltage</a:t>
                          </a:r>
                        </a:p>
                      </a:txBody>
                      <a:tcPr/>
                    </a:tc>
                    <a:tc>
                      <a:txBody>
                        <a:bodyPr/>
                        <a:lstStyle/>
                        <a:p>
                          <a:endParaRPr lang="en-US" sz="1400" dirty="0">
                            <a:latin typeface="Aptos Serif" panose="02020604070405020304" pitchFamily="18" charset="0"/>
                            <a:cs typeface="Aptos Serif" panose="02020604070405020304" pitchFamily="18" charset="0"/>
                          </a:endParaRPr>
                        </a:p>
                      </a:txBody>
                      <a:tcPr/>
                    </a:tc>
                    <a:extLst>
                      <a:ext uri="{0D108BD9-81ED-4DB2-BD59-A6C34878D82A}">
                        <a16:rowId xmlns:a16="http://schemas.microsoft.com/office/drawing/2014/main" val="935266999"/>
                      </a:ext>
                    </a:extLst>
                  </a:tr>
                  <a:tr h="518160">
                    <a:tc>
                      <a:txBody>
                        <a:bodyPr/>
                        <a:lstStyle/>
                        <a:p>
                          <a:r>
                            <a:rPr lang="en-US" sz="1400" dirty="0">
                              <a:latin typeface="Aptos Serif" panose="02020604070405020304" pitchFamily="18" charset="0"/>
                              <a:cs typeface="Aptos Serif" panose="02020604070405020304" pitchFamily="18" charset="0"/>
                            </a:rPr>
                            <a:t>Differential mode input voltage</a:t>
                          </a:r>
                        </a:p>
                      </a:txBody>
                      <a:tcPr/>
                    </a:tc>
                    <a:tc>
                      <a:txBody>
                        <a:bodyPr/>
                        <a:lstStyle/>
                        <a:p>
                          <a:endParaRPr lang="en-US"/>
                        </a:p>
                      </a:txBody>
                      <a:tcPr>
                        <a:blipFill>
                          <a:blip r:embed="rId2"/>
                          <a:stretch>
                            <a:fillRect l="-113804" t="-244706" r="-1227" b="-217647"/>
                          </a:stretch>
                        </a:blipFill>
                      </a:tcPr>
                    </a:tc>
                    <a:extLst>
                      <a:ext uri="{0D108BD9-81ED-4DB2-BD59-A6C34878D82A}">
                        <a16:rowId xmlns:a16="http://schemas.microsoft.com/office/drawing/2014/main" val="60664108"/>
                      </a:ext>
                    </a:extLst>
                  </a:tr>
                  <a:tr h="370840">
                    <a:tc>
                      <a:txBody>
                        <a:bodyPr/>
                        <a:lstStyle/>
                        <a:p>
                          <a:r>
                            <a:rPr lang="en-US" sz="1400" dirty="0">
                              <a:latin typeface="Aptos Serif" panose="02020604070405020304" pitchFamily="18" charset="0"/>
                              <a:cs typeface="Aptos Serif" panose="02020604070405020304" pitchFamily="18" charset="0"/>
                            </a:rPr>
                            <a:t>Maximum Input current</a:t>
                          </a:r>
                        </a:p>
                      </a:txBody>
                      <a:tcPr/>
                    </a:tc>
                    <a:tc>
                      <a:txBody>
                        <a:bodyPr/>
                        <a:lstStyle/>
                        <a:p>
                          <a:endParaRPr lang="en-US" sz="1400">
                            <a:latin typeface="Aptos Serif" panose="02020604070405020304" pitchFamily="18" charset="0"/>
                            <a:cs typeface="Aptos Serif" panose="02020604070405020304" pitchFamily="18" charset="0"/>
                          </a:endParaRPr>
                        </a:p>
                      </a:txBody>
                      <a:tcPr/>
                    </a:tc>
                    <a:extLst>
                      <a:ext uri="{0D108BD9-81ED-4DB2-BD59-A6C34878D82A}">
                        <a16:rowId xmlns:a16="http://schemas.microsoft.com/office/drawing/2014/main" val="1152523280"/>
                      </a:ext>
                    </a:extLst>
                  </a:tr>
                  <a:tr h="370840">
                    <a:tc>
                      <a:txBody>
                        <a:bodyPr/>
                        <a:lstStyle/>
                        <a:p>
                          <a:r>
                            <a:rPr lang="en-US" sz="1400" dirty="0">
                              <a:latin typeface="Aptos Serif" panose="02020604070405020304" pitchFamily="18" charset="0"/>
                              <a:cs typeface="Aptos Serif" panose="02020604070405020304" pitchFamily="18" charset="0"/>
                            </a:rPr>
                            <a:t>Input impedance </a:t>
                          </a:r>
                        </a:p>
                      </a:txBody>
                      <a:tcPr/>
                    </a:tc>
                    <a:tc>
                      <a:txBody>
                        <a:bodyPr/>
                        <a:lstStyle/>
                        <a:p>
                          <a:r>
                            <a:rPr lang="en-US" sz="1400" dirty="0">
                              <a:latin typeface="Aptos Serif" panose="02020604070405020304" pitchFamily="18" charset="0"/>
                              <a:cs typeface="Aptos Serif" panose="02020604070405020304" pitchFamily="18" charset="0"/>
                            </a:rPr>
                            <a:t>1 M</a:t>
                          </a:r>
                          <a:r>
                            <a:rPr lang="el-GR" sz="1400" dirty="0">
                              <a:latin typeface="Aptos Serif" panose="02020604070405020304" pitchFamily="18" charset="0"/>
                              <a:cs typeface="Aptos Serif" panose="02020604070405020304" pitchFamily="18" charset="0"/>
                            </a:rPr>
                            <a:t>Ω</a:t>
                          </a:r>
                          <a:endParaRPr lang="en-US" sz="1400" dirty="0">
                            <a:latin typeface="Aptos Serif" panose="02020604070405020304" pitchFamily="18" charset="0"/>
                            <a:cs typeface="Aptos Serif" panose="02020604070405020304" pitchFamily="18" charset="0"/>
                          </a:endParaRPr>
                        </a:p>
                      </a:txBody>
                      <a:tcPr/>
                    </a:tc>
                    <a:extLst>
                      <a:ext uri="{0D108BD9-81ED-4DB2-BD59-A6C34878D82A}">
                        <a16:rowId xmlns:a16="http://schemas.microsoft.com/office/drawing/2014/main" val="1564094196"/>
                      </a:ext>
                    </a:extLst>
                  </a:tr>
                  <a:tr h="370840">
                    <a:tc>
                      <a:txBody>
                        <a:bodyPr/>
                        <a:lstStyle/>
                        <a:p>
                          <a:r>
                            <a:rPr lang="en-US" sz="1400" dirty="0">
                              <a:latin typeface="Aptos Serif" panose="02020604070405020304" pitchFamily="18" charset="0"/>
                              <a:cs typeface="Aptos Serif" panose="02020604070405020304" pitchFamily="18" charset="0"/>
                            </a:rPr>
                            <a:t>Positive Slew rate</a:t>
                          </a:r>
                        </a:p>
                      </a:txBody>
                      <a:tcPr/>
                    </a:tc>
                    <a:tc>
                      <a:txBody>
                        <a:bodyPr/>
                        <a:lstStyle/>
                        <a:p>
                          <a:endParaRPr lang="en-US"/>
                        </a:p>
                      </a:txBody>
                      <a:tcPr>
                        <a:blipFill>
                          <a:blip r:embed="rId2"/>
                          <a:stretch>
                            <a:fillRect l="-113804" t="-680328" r="-1227" b="-3279"/>
                          </a:stretch>
                        </a:blipFill>
                      </a:tcPr>
                    </a:tc>
                    <a:extLst>
                      <a:ext uri="{0D108BD9-81ED-4DB2-BD59-A6C34878D82A}">
                        <a16:rowId xmlns:a16="http://schemas.microsoft.com/office/drawing/2014/main" val="1571348693"/>
                      </a:ext>
                    </a:extLst>
                  </a:tr>
                </a:tbl>
              </a:graphicData>
            </a:graphic>
          </p:graphicFrame>
        </mc:Fallback>
      </mc:AlternateContent>
      <p:sp>
        <p:nvSpPr>
          <p:cNvPr id="4" name="Slide Number Placeholder 3">
            <a:extLst>
              <a:ext uri="{FF2B5EF4-FFF2-40B4-BE49-F238E27FC236}">
                <a16:creationId xmlns:a16="http://schemas.microsoft.com/office/drawing/2014/main" id="{3CE02DF8-48B5-54F2-4503-C82E0F640376}"/>
              </a:ext>
            </a:extLst>
          </p:cNvPr>
          <p:cNvSpPr>
            <a:spLocks noGrp="1"/>
          </p:cNvSpPr>
          <p:nvPr>
            <p:ph type="sldNum" sz="quarter" idx="10"/>
          </p:nvPr>
        </p:nvSpPr>
        <p:spPr/>
        <p:txBody>
          <a:bodyPr/>
          <a:lstStyle/>
          <a:p>
            <a:pPr>
              <a:defRPr/>
            </a:pPr>
            <a:fld id="{2B97888F-6AF7-4263-B69D-592D8C33BAC7}" type="slidenum">
              <a:rPr lang="en-US" smtClean="0"/>
              <a:pPr>
                <a:defRPr/>
              </a:pPr>
              <a:t>27</a:t>
            </a:fld>
            <a:endParaRPr lang="en-US"/>
          </a:p>
        </p:txBody>
      </p:sp>
      <mc:AlternateContent xmlns:mc="http://schemas.openxmlformats.org/markup-compatibility/2006" xmlns:a14="http://schemas.microsoft.com/office/drawing/2010/main">
        <mc:Choice Requires="a14">
          <p:graphicFrame>
            <p:nvGraphicFramePr>
              <p:cNvPr id="6" name="Content Placeholder 4">
                <a:extLst>
                  <a:ext uri="{FF2B5EF4-FFF2-40B4-BE49-F238E27FC236}">
                    <a16:creationId xmlns:a16="http://schemas.microsoft.com/office/drawing/2014/main" id="{D5E78D60-B16C-2AEF-3A9F-3D84D9AA9172}"/>
                  </a:ext>
                </a:extLst>
              </p:cNvPr>
              <p:cNvGraphicFramePr>
                <a:graphicFrameLocks/>
              </p:cNvGraphicFramePr>
              <p:nvPr>
                <p:extLst>
                  <p:ext uri="{D42A27DB-BD31-4B8C-83A1-F6EECF244321}">
                    <p14:modId xmlns:p14="http://schemas.microsoft.com/office/powerpoint/2010/main" val="1874991345"/>
                  </p:ext>
                </p:extLst>
              </p:nvPr>
            </p:nvGraphicFramePr>
            <p:xfrm>
              <a:off x="4460875" y="825142"/>
              <a:ext cx="4238626" cy="2890520"/>
            </p:xfrm>
            <a:graphic>
              <a:graphicData uri="http://schemas.openxmlformats.org/drawingml/2006/table">
                <a:tbl>
                  <a:tblPr firstRow="1" bandRow="1">
                    <a:tableStyleId>{5C22544A-7EE6-4342-B048-85BDC9FD1C3A}</a:tableStyleId>
                  </a:tblPr>
                  <a:tblGrid>
                    <a:gridCol w="2061845">
                      <a:extLst>
                        <a:ext uri="{9D8B030D-6E8A-4147-A177-3AD203B41FA5}">
                          <a16:colId xmlns:a16="http://schemas.microsoft.com/office/drawing/2014/main" val="2936563207"/>
                        </a:ext>
                      </a:extLst>
                    </a:gridCol>
                    <a:gridCol w="2176781">
                      <a:extLst>
                        <a:ext uri="{9D8B030D-6E8A-4147-A177-3AD203B41FA5}">
                          <a16:colId xmlns:a16="http://schemas.microsoft.com/office/drawing/2014/main" val="683396626"/>
                        </a:ext>
                      </a:extLst>
                    </a:gridCol>
                  </a:tblGrid>
                  <a:tr h="370840">
                    <a:tc>
                      <a:txBody>
                        <a:bodyPr/>
                        <a:lstStyle/>
                        <a:p>
                          <a:r>
                            <a:rPr lang="en-US" sz="1400" dirty="0">
                              <a:latin typeface="Aptos Serif" panose="02020604070405020304" pitchFamily="18" charset="0"/>
                              <a:cs typeface="Aptos Serif" panose="02020604070405020304" pitchFamily="18" charset="0"/>
                            </a:rPr>
                            <a:t>Specifications</a:t>
                          </a:r>
                        </a:p>
                      </a:txBody>
                      <a:tcPr/>
                    </a:tc>
                    <a:tc>
                      <a:txBody>
                        <a:bodyPr/>
                        <a:lstStyle/>
                        <a:p>
                          <a:r>
                            <a:rPr lang="en-US" sz="1400" dirty="0">
                              <a:latin typeface="Aptos Serif" panose="02020604070405020304" pitchFamily="18" charset="0"/>
                              <a:cs typeface="Aptos Serif" panose="02020604070405020304" pitchFamily="18" charset="0"/>
                            </a:rPr>
                            <a:t>Values</a:t>
                          </a:r>
                        </a:p>
                      </a:txBody>
                      <a:tcPr/>
                    </a:tc>
                    <a:extLst>
                      <a:ext uri="{0D108BD9-81ED-4DB2-BD59-A6C34878D82A}">
                        <a16:rowId xmlns:a16="http://schemas.microsoft.com/office/drawing/2014/main" val="1338738567"/>
                      </a:ext>
                    </a:extLst>
                  </a:tr>
                  <a:tr h="370840">
                    <a:tc>
                      <a:txBody>
                        <a:bodyPr/>
                        <a:lstStyle/>
                        <a:p>
                          <a:pPr marL="0" marR="0" lvl="0" indent="0" algn="l" defTabSz="761790" rtl="0" eaLnBrk="1" fontAlgn="auto" latinLnBrk="0" hangingPunct="1">
                            <a:lnSpc>
                              <a:spcPct val="100000"/>
                            </a:lnSpc>
                            <a:spcBef>
                              <a:spcPts val="0"/>
                            </a:spcBef>
                            <a:spcAft>
                              <a:spcPts val="0"/>
                            </a:spcAft>
                            <a:buClrTx/>
                            <a:buSzTx/>
                            <a:buFontTx/>
                            <a:buNone/>
                            <a:tabLst/>
                            <a:defRPr/>
                          </a:pPr>
                          <a:r>
                            <a:rPr lang="en-US" sz="1400" dirty="0">
                              <a:latin typeface="Aptos Serif" panose="02020604070405020304" pitchFamily="18" charset="0"/>
                              <a:cs typeface="Aptos Serif" panose="02020604070405020304" pitchFamily="18" charset="0"/>
                            </a:rPr>
                            <a:t>Negative Slew rate</a:t>
                          </a:r>
                        </a:p>
                      </a:txBody>
                      <a:tcPr/>
                    </a:tc>
                    <a:tc>
                      <a:txBody>
                        <a:bodyPr/>
                        <a:lstStyle/>
                        <a:p>
                          <a:pPr marL="0" marR="0" lvl="0" indent="0" algn="l" defTabSz="761790" rtl="0" eaLnBrk="1" fontAlgn="auto" latinLnBrk="0" hangingPunct="1">
                            <a:lnSpc>
                              <a:spcPct val="100000"/>
                            </a:lnSpc>
                            <a:spcBef>
                              <a:spcPts val="0"/>
                            </a:spcBef>
                            <a:spcAft>
                              <a:spcPts val="0"/>
                            </a:spcAft>
                            <a:buClrTx/>
                            <a:buSzTx/>
                            <a:buFontTx/>
                            <a:buNone/>
                            <a:tabLst/>
                            <a:defRPr/>
                          </a:pPr>
                          <a:r>
                            <a:rPr lang="en-US" sz="1400" dirty="0">
                              <a:latin typeface="Aptos Serif" panose="02020604070405020304" pitchFamily="18" charset="0"/>
                              <a:cs typeface="Aptos Serif" panose="02020604070405020304" pitchFamily="18" charset="0"/>
                            </a:rPr>
                            <a:t>1000V/</a:t>
                          </a:r>
                          <a14:m>
                            <m:oMath xmlns:m="http://schemas.openxmlformats.org/officeDocument/2006/math">
                              <m:r>
                                <a:rPr lang="en-US" sz="1400" i="1" smtClean="0">
                                  <a:latin typeface="Cambria Math" panose="02040503050406030204" pitchFamily="18" charset="0"/>
                                  <a:ea typeface="Cambria Math" panose="02040503050406030204" pitchFamily="18" charset="0"/>
                                </a:rPr>
                                <m:t>𝜇</m:t>
                              </m:r>
                              <m:r>
                                <a:rPr lang="en-US" sz="1400" b="0" i="1" smtClean="0">
                                  <a:latin typeface="Cambria Math" panose="02040503050406030204" pitchFamily="18" charset="0"/>
                                  <a:ea typeface="Cambria Math" panose="02040503050406030204" pitchFamily="18" charset="0"/>
                                </a:rPr>
                                <m:t>𝑠</m:t>
                              </m:r>
                            </m:oMath>
                          </a14:m>
                          <a:endParaRPr lang="en-US" sz="1400" dirty="0">
                            <a:latin typeface="Aptos Serif" panose="02020604070405020304" pitchFamily="18" charset="0"/>
                            <a:cs typeface="Aptos Serif" panose="02020604070405020304" pitchFamily="18" charset="0"/>
                          </a:endParaRPr>
                        </a:p>
                      </a:txBody>
                      <a:tcPr/>
                    </a:tc>
                    <a:extLst>
                      <a:ext uri="{0D108BD9-81ED-4DB2-BD59-A6C34878D82A}">
                        <a16:rowId xmlns:a16="http://schemas.microsoft.com/office/drawing/2014/main" val="961140554"/>
                      </a:ext>
                    </a:extLst>
                  </a:tr>
                  <a:tr h="370840">
                    <a:tc>
                      <a:txBody>
                        <a:bodyPr/>
                        <a:lstStyle/>
                        <a:p>
                          <a:r>
                            <a:rPr lang="en-US" sz="1400" dirty="0">
                              <a:latin typeface="Aptos Serif" panose="02020604070405020304" pitchFamily="18" charset="0"/>
                              <a:cs typeface="Aptos Serif" panose="02020604070405020304" pitchFamily="18" charset="0"/>
                            </a:rPr>
                            <a:t>Open loop Gain</a:t>
                          </a:r>
                        </a:p>
                      </a:txBody>
                      <a:tcPr/>
                    </a:tc>
                    <a:tc>
                      <a:txBody>
                        <a:bodyPr/>
                        <a:lstStyle/>
                        <a:p>
                          <a:r>
                            <a:rPr lang="en-US" sz="1400" dirty="0">
                              <a:latin typeface="Aptos Serif" panose="02020604070405020304" pitchFamily="18" charset="0"/>
                              <a:cs typeface="Aptos Serif" panose="02020604070405020304" pitchFamily="18" charset="0"/>
                            </a:rPr>
                            <a:t>100kV/V</a:t>
                          </a:r>
                        </a:p>
                      </a:txBody>
                      <a:tcPr/>
                    </a:tc>
                    <a:extLst>
                      <a:ext uri="{0D108BD9-81ED-4DB2-BD59-A6C34878D82A}">
                        <a16:rowId xmlns:a16="http://schemas.microsoft.com/office/drawing/2014/main" val="935266999"/>
                      </a:ext>
                    </a:extLst>
                  </a:tr>
                  <a:tr h="370840">
                    <a:tc>
                      <a:txBody>
                        <a:bodyPr/>
                        <a:lstStyle/>
                        <a:p>
                          <a:r>
                            <a:rPr lang="en-US" sz="1400" dirty="0">
                              <a:latin typeface="Aptos Serif" panose="02020604070405020304" pitchFamily="18" charset="0"/>
                              <a:cs typeface="Aptos Serif" panose="02020604070405020304" pitchFamily="18" charset="0"/>
                            </a:rPr>
                            <a:t>Gain Bandwidth (GBW)</a:t>
                          </a:r>
                        </a:p>
                      </a:txBody>
                      <a:tcPr/>
                    </a:tc>
                    <a:tc>
                      <a:txBody>
                        <a:bodyPr/>
                        <a:lstStyle/>
                        <a:p>
                          <a:r>
                            <a:rPr lang="en-US" sz="1400" dirty="0">
                              <a:latin typeface="Aptos Serif" panose="02020604070405020304" pitchFamily="18" charset="0"/>
                              <a:cs typeface="Aptos Serif" panose="02020604070405020304" pitchFamily="18" charset="0"/>
                            </a:rPr>
                            <a:t>120MHz</a:t>
                          </a:r>
                        </a:p>
                      </a:txBody>
                      <a:tcPr/>
                    </a:tc>
                    <a:extLst>
                      <a:ext uri="{0D108BD9-81ED-4DB2-BD59-A6C34878D82A}">
                        <a16:rowId xmlns:a16="http://schemas.microsoft.com/office/drawing/2014/main" val="60664108"/>
                      </a:ext>
                    </a:extLst>
                  </a:tr>
                  <a:tr h="370840">
                    <a:tc>
                      <a:txBody>
                        <a:bodyPr/>
                        <a:lstStyle/>
                        <a:p>
                          <a:r>
                            <a:rPr lang="en-US" sz="1400" dirty="0">
                              <a:latin typeface="Aptos Serif" panose="02020604070405020304" pitchFamily="18" charset="0"/>
                              <a:cs typeface="Aptos Serif" panose="02020604070405020304" pitchFamily="18" charset="0"/>
                            </a:rPr>
                            <a:t>Output impedance</a:t>
                          </a:r>
                        </a:p>
                      </a:txBody>
                      <a:tcPr/>
                    </a:tc>
                    <a:tc>
                      <a:txBody>
                        <a:bodyPr/>
                        <a:lstStyle/>
                        <a:p>
                          <a:r>
                            <a:rPr lang="en-US" sz="1400" dirty="0">
                              <a:latin typeface="Aptos Serif" panose="02020604070405020304" pitchFamily="18" charset="0"/>
                              <a:cs typeface="Aptos Serif" panose="02020604070405020304" pitchFamily="18" charset="0"/>
                            </a:rPr>
                            <a:t>1m</a:t>
                          </a:r>
                          <a:r>
                            <a:rPr lang="el-GR" sz="1400" dirty="0">
                              <a:latin typeface="Aptos Serif" panose="02020604070405020304" pitchFamily="18" charset="0"/>
                              <a:cs typeface="Aptos Serif" panose="02020604070405020304" pitchFamily="18" charset="0"/>
                            </a:rPr>
                            <a:t>Ω</a:t>
                          </a:r>
                          <a:endParaRPr lang="en-US" sz="1400" dirty="0">
                            <a:latin typeface="Aptos Serif" panose="02020604070405020304" pitchFamily="18" charset="0"/>
                            <a:cs typeface="Aptos Serif" panose="02020604070405020304" pitchFamily="18" charset="0"/>
                          </a:endParaRPr>
                        </a:p>
                      </a:txBody>
                      <a:tcPr/>
                    </a:tc>
                    <a:extLst>
                      <a:ext uri="{0D108BD9-81ED-4DB2-BD59-A6C34878D82A}">
                        <a16:rowId xmlns:a16="http://schemas.microsoft.com/office/drawing/2014/main" val="1152523280"/>
                      </a:ext>
                    </a:extLst>
                  </a:tr>
                  <a:tr h="370840">
                    <a:tc>
                      <a:txBody>
                        <a:bodyPr/>
                        <a:lstStyle/>
                        <a:p>
                          <a:r>
                            <a:rPr lang="en-US" sz="1400" dirty="0">
                              <a:latin typeface="Aptos Serif" panose="02020604070405020304" pitchFamily="18" charset="0"/>
                              <a:cs typeface="Aptos Serif" panose="02020604070405020304" pitchFamily="18" charset="0"/>
                            </a:rPr>
                            <a:t>Max. output source current</a:t>
                          </a:r>
                        </a:p>
                      </a:txBody>
                      <a:tcPr/>
                    </a:tc>
                    <a:tc>
                      <a:txBody>
                        <a:bodyPr/>
                        <a:lstStyle/>
                        <a:p>
                          <a:r>
                            <a:rPr lang="en-US" sz="1400" dirty="0">
                              <a:latin typeface="Aptos Serif" panose="02020604070405020304" pitchFamily="18" charset="0"/>
                              <a:cs typeface="Aptos Serif" panose="02020604070405020304" pitchFamily="18" charset="0"/>
                            </a:rPr>
                            <a:t>300mA</a:t>
                          </a:r>
                        </a:p>
                      </a:txBody>
                      <a:tcPr/>
                    </a:tc>
                    <a:extLst>
                      <a:ext uri="{0D108BD9-81ED-4DB2-BD59-A6C34878D82A}">
                        <a16:rowId xmlns:a16="http://schemas.microsoft.com/office/drawing/2014/main" val="1564094196"/>
                      </a:ext>
                    </a:extLst>
                  </a:tr>
                  <a:tr h="370840">
                    <a:tc>
                      <a:txBody>
                        <a:bodyPr/>
                        <a:lstStyle/>
                        <a:p>
                          <a:r>
                            <a:rPr lang="en-US" sz="1400" dirty="0">
                              <a:latin typeface="Aptos Serif" panose="02020604070405020304" pitchFamily="18" charset="0"/>
                              <a:cs typeface="Aptos Serif" panose="02020604070405020304" pitchFamily="18" charset="0"/>
                            </a:rPr>
                            <a:t>Max. output sink current</a:t>
                          </a:r>
                        </a:p>
                      </a:txBody>
                      <a:tcPr/>
                    </a:tc>
                    <a:tc>
                      <a:txBody>
                        <a:bodyPr/>
                        <a:lstStyle/>
                        <a:p>
                          <a:r>
                            <a:rPr lang="en-US" sz="1400" dirty="0">
                              <a:latin typeface="Aptos Serif" panose="02020604070405020304" pitchFamily="18" charset="0"/>
                              <a:cs typeface="Aptos Serif" panose="02020604070405020304" pitchFamily="18" charset="0"/>
                            </a:rPr>
                            <a:t>301mA</a:t>
                          </a:r>
                        </a:p>
                      </a:txBody>
                      <a:tcPr/>
                    </a:tc>
                    <a:extLst>
                      <a:ext uri="{0D108BD9-81ED-4DB2-BD59-A6C34878D82A}">
                        <a16:rowId xmlns:a16="http://schemas.microsoft.com/office/drawing/2014/main" val="1571348693"/>
                      </a:ext>
                    </a:extLst>
                  </a:tr>
                </a:tbl>
              </a:graphicData>
            </a:graphic>
          </p:graphicFrame>
        </mc:Choice>
        <mc:Fallback xmlns="">
          <p:graphicFrame>
            <p:nvGraphicFramePr>
              <p:cNvPr id="6" name="Content Placeholder 4">
                <a:extLst>
                  <a:ext uri="{FF2B5EF4-FFF2-40B4-BE49-F238E27FC236}">
                    <a16:creationId xmlns:a16="http://schemas.microsoft.com/office/drawing/2014/main" id="{D5E78D60-B16C-2AEF-3A9F-3D84D9AA9172}"/>
                  </a:ext>
                </a:extLst>
              </p:cNvPr>
              <p:cNvGraphicFramePr>
                <a:graphicFrameLocks/>
              </p:cNvGraphicFramePr>
              <p:nvPr>
                <p:extLst>
                  <p:ext uri="{D42A27DB-BD31-4B8C-83A1-F6EECF244321}">
                    <p14:modId xmlns:p14="http://schemas.microsoft.com/office/powerpoint/2010/main" val="1874991345"/>
                  </p:ext>
                </p:extLst>
              </p:nvPr>
            </p:nvGraphicFramePr>
            <p:xfrm>
              <a:off x="4460875" y="825142"/>
              <a:ext cx="4238626" cy="2890520"/>
            </p:xfrm>
            <a:graphic>
              <a:graphicData uri="http://schemas.openxmlformats.org/drawingml/2006/table">
                <a:tbl>
                  <a:tblPr firstRow="1" bandRow="1">
                    <a:tableStyleId>{5C22544A-7EE6-4342-B048-85BDC9FD1C3A}</a:tableStyleId>
                  </a:tblPr>
                  <a:tblGrid>
                    <a:gridCol w="2061845">
                      <a:extLst>
                        <a:ext uri="{9D8B030D-6E8A-4147-A177-3AD203B41FA5}">
                          <a16:colId xmlns:a16="http://schemas.microsoft.com/office/drawing/2014/main" val="2936563207"/>
                        </a:ext>
                      </a:extLst>
                    </a:gridCol>
                    <a:gridCol w="2176781">
                      <a:extLst>
                        <a:ext uri="{9D8B030D-6E8A-4147-A177-3AD203B41FA5}">
                          <a16:colId xmlns:a16="http://schemas.microsoft.com/office/drawing/2014/main" val="683396626"/>
                        </a:ext>
                      </a:extLst>
                    </a:gridCol>
                  </a:tblGrid>
                  <a:tr h="370840">
                    <a:tc>
                      <a:txBody>
                        <a:bodyPr/>
                        <a:lstStyle/>
                        <a:p>
                          <a:r>
                            <a:rPr lang="en-US" sz="1400" dirty="0">
                              <a:latin typeface="Aptos Serif" panose="02020604070405020304" pitchFamily="18" charset="0"/>
                              <a:cs typeface="Aptos Serif" panose="02020604070405020304" pitchFamily="18" charset="0"/>
                            </a:rPr>
                            <a:t>Specifications</a:t>
                          </a:r>
                        </a:p>
                      </a:txBody>
                      <a:tcPr/>
                    </a:tc>
                    <a:tc>
                      <a:txBody>
                        <a:bodyPr/>
                        <a:lstStyle/>
                        <a:p>
                          <a:r>
                            <a:rPr lang="en-US" sz="1400" dirty="0">
                              <a:latin typeface="Aptos Serif" panose="02020604070405020304" pitchFamily="18" charset="0"/>
                              <a:cs typeface="Aptos Serif" panose="02020604070405020304" pitchFamily="18" charset="0"/>
                            </a:rPr>
                            <a:t>Values</a:t>
                          </a:r>
                        </a:p>
                      </a:txBody>
                      <a:tcPr/>
                    </a:tc>
                    <a:extLst>
                      <a:ext uri="{0D108BD9-81ED-4DB2-BD59-A6C34878D82A}">
                        <a16:rowId xmlns:a16="http://schemas.microsoft.com/office/drawing/2014/main" val="1338738567"/>
                      </a:ext>
                    </a:extLst>
                  </a:tr>
                  <a:tr h="370840">
                    <a:tc>
                      <a:txBody>
                        <a:bodyPr/>
                        <a:lstStyle/>
                        <a:p>
                          <a:pPr marL="0" marR="0" lvl="0" indent="0" algn="l" defTabSz="761790" rtl="0" eaLnBrk="1" fontAlgn="auto" latinLnBrk="0" hangingPunct="1">
                            <a:lnSpc>
                              <a:spcPct val="100000"/>
                            </a:lnSpc>
                            <a:spcBef>
                              <a:spcPts val="0"/>
                            </a:spcBef>
                            <a:spcAft>
                              <a:spcPts val="0"/>
                            </a:spcAft>
                            <a:buClrTx/>
                            <a:buSzTx/>
                            <a:buFontTx/>
                            <a:buNone/>
                            <a:tabLst/>
                            <a:defRPr/>
                          </a:pPr>
                          <a:r>
                            <a:rPr lang="en-US" sz="1400" dirty="0">
                              <a:latin typeface="Aptos Serif" panose="02020604070405020304" pitchFamily="18" charset="0"/>
                              <a:cs typeface="Aptos Serif" panose="02020604070405020304" pitchFamily="18" charset="0"/>
                            </a:rPr>
                            <a:t>Negative Slew rate</a:t>
                          </a:r>
                        </a:p>
                      </a:txBody>
                      <a:tcPr/>
                    </a:tc>
                    <a:tc>
                      <a:txBody>
                        <a:bodyPr/>
                        <a:lstStyle/>
                        <a:p>
                          <a:endParaRPr lang="en-US"/>
                        </a:p>
                      </a:txBody>
                      <a:tcPr>
                        <a:blipFill>
                          <a:blip r:embed="rId3"/>
                          <a:stretch>
                            <a:fillRect l="-94972" t="-101639" r="-1117" b="-595082"/>
                          </a:stretch>
                        </a:blipFill>
                      </a:tcPr>
                    </a:tc>
                    <a:extLst>
                      <a:ext uri="{0D108BD9-81ED-4DB2-BD59-A6C34878D82A}">
                        <a16:rowId xmlns:a16="http://schemas.microsoft.com/office/drawing/2014/main" val="961140554"/>
                      </a:ext>
                    </a:extLst>
                  </a:tr>
                  <a:tr h="370840">
                    <a:tc>
                      <a:txBody>
                        <a:bodyPr/>
                        <a:lstStyle/>
                        <a:p>
                          <a:r>
                            <a:rPr lang="en-US" sz="1400" dirty="0">
                              <a:latin typeface="Aptos Serif" panose="02020604070405020304" pitchFamily="18" charset="0"/>
                              <a:cs typeface="Aptos Serif" panose="02020604070405020304" pitchFamily="18" charset="0"/>
                            </a:rPr>
                            <a:t>Open loop Gain</a:t>
                          </a:r>
                        </a:p>
                      </a:txBody>
                      <a:tcPr/>
                    </a:tc>
                    <a:tc>
                      <a:txBody>
                        <a:bodyPr/>
                        <a:lstStyle/>
                        <a:p>
                          <a:r>
                            <a:rPr lang="en-US" sz="1400" dirty="0">
                              <a:latin typeface="Aptos Serif" panose="02020604070405020304" pitchFamily="18" charset="0"/>
                              <a:cs typeface="Aptos Serif" panose="02020604070405020304" pitchFamily="18" charset="0"/>
                            </a:rPr>
                            <a:t>100kV/V</a:t>
                          </a:r>
                        </a:p>
                      </a:txBody>
                      <a:tcPr/>
                    </a:tc>
                    <a:extLst>
                      <a:ext uri="{0D108BD9-81ED-4DB2-BD59-A6C34878D82A}">
                        <a16:rowId xmlns:a16="http://schemas.microsoft.com/office/drawing/2014/main" val="935266999"/>
                      </a:ext>
                    </a:extLst>
                  </a:tr>
                  <a:tr h="370840">
                    <a:tc>
                      <a:txBody>
                        <a:bodyPr/>
                        <a:lstStyle/>
                        <a:p>
                          <a:r>
                            <a:rPr lang="en-US" sz="1400" dirty="0">
                              <a:latin typeface="Aptos Serif" panose="02020604070405020304" pitchFamily="18" charset="0"/>
                              <a:cs typeface="Aptos Serif" panose="02020604070405020304" pitchFamily="18" charset="0"/>
                            </a:rPr>
                            <a:t>Gain Bandwidth (GBW)</a:t>
                          </a:r>
                        </a:p>
                      </a:txBody>
                      <a:tcPr/>
                    </a:tc>
                    <a:tc>
                      <a:txBody>
                        <a:bodyPr/>
                        <a:lstStyle/>
                        <a:p>
                          <a:r>
                            <a:rPr lang="en-US" sz="1400" dirty="0">
                              <a:latin typeface="Aptos Serif" panose="02020604070405020304" pitchFamily="18" charset="0"/>
                              <a:cs typeface="Aptos Serif" panose="02020604070405020304" pitchFamily="18" charset="0"/>
                            </a:rPr>
                            <a:t>120MHz</a:t>
                          </a:r>
                        </a:p>
                      </a:txBody>
                      <a:tcPr/>
                    </a:tc>
                    <a:extLst>
                      <a:ext uri="{0D108BD9-81ED-4DB2-BD59-A6C34878D82A}">
                        <a16:rowId xmlns:a16="http://schemas.microsoft.com/office/drawing/2014/main" val="60664108"/>
                      </a:ext>
                    </a:extLst>
                  </a:tr>
                  <a:tr h="370840">
                    <a:tc>
                      <a:txBody>
                        <a:bodyPr/>
                        <a:lstStyle/>
                        <a:p>
                          <a:r>
                            <a:rPr lang="en-US" sz="1400" dirty="0">
                              <a:latin typeface="Aptos Serif" panose="02020604070405020304" pitchFamily="18" charset="0"/>
                              <a:cs typeface="Aptos Serif" panose="02020604070405020304" pitchFamily="18" charset="0"/>
                            </a:rPr>
                            <a:t>Output impedance</a:t>
                          </a:r>
                        </a:p>
                      </a:txBody>
                      <a:tcPr/>
                    </a:tc>
                    <a:tc>
                      <a:txBody>
                        <a:bodyPr/>
                        <a:lstStyle/>
                        <a:p>
                          <a:r>
                            <a:rPr lang="en-US" sz="1400" dirty="0">
                              <a:latin typeface="Aptos Serif" panose="02020604070405020304" pitchFamily="18" charset="0"/>
                              <a:cs typeface="Aptos Serif" panose="02020604070405020304" pitchFamily="18" charset="0"/>
                            </a:rPr>
                            <a:t>1m</a:t>
                          </a:r>
                          <a:r>
                            <a:rPr lang="el-GR" sz="1400" dirty="0">
                              <a:latin typeface="Aptos Serif" panose="02020604070405020304" pitchFamily="18" charset="0"/>
                              <a:cs typeface="Aptos Serif" panose="02020604070405020304" pitchFamily="18" charset="0"/>
                            </a:rPr>
                            <a:t>Ω</a:t>
                          </a:r>
                          <a:endParaRPr lang="en-US" sz="1400" dirty="0">
                            <a:latin typeface="Aptos Serif" panose="02020604070405020304" pitchFamily="18" charset="0"/>
                            <a:cs typeface="Aptos Serif" panose="02020604070405020304" pitchFamily="18" charset="0"/>
                          </a:endParaRPr>
                        </a:p>
                      </a:txBody>
                      <a:tcPr/>
                    </a:tc>
                    <a:extLst>
                      <a:ext uri="{0D108BD9-81ED-4DB2-BD59-A6C34878D82A}">
                        <a16:rowId xmlns:a16="http://schemas.microsoft.com/office/drawing/2014/main" val="1152523280"/>
                      </a:ext>
                    </a:extLst>
                  </a:tr>
                  <a:tr h="518160">
                    <a:tc>
                      <a:txBody>
                        <a:bodyPr/>
                        <a:lstStyle/>
                        <a:p>
                          <a:r>
                            <a:rPr lang="en-US" sz="1400" dirty="0">
                              <a:latin typeface="Aptos Serif" panose="02020604070405020304" pitchFamily="18" charset="0"/>
                              <a:cs typeface="Aptos Serif" panose="02020604070405020304" pitchFamily="18" charset="0"/>
                            </a:rPr>
                            <a:t>Max. output source current</a:t>
                          </a:r>
                        </a:p>
                      </a:txBody>
                      <a:tcPr/>
                    </a:tc>
                    <a:tc>
                      <a:txBody>
                        <a:bodyPr/>
                        <a:lstStyle/>
                        <a:p>
                          <a:r>
                            <a:rPr lang="en-US" sz="1400" dirty="0">
                              <a:latin typeface="Aptos Serif" panose="02020604070405020304" pitchFamily="18" charset="0"/>
                              <a:cs typeface="Aptos Serif" panose="02020604070405020304" pitchFamily="18" charset="0"/>
                            </a:rPr>
                            <a:t>300mA</a:t>
                          </a:r>
                        </a:p>
                      </a:txBody>
                      <a:tcPr/>
                    </a:tc>
                    <a:extLst>
                      <a:ext uri="{0D108BD9-81ED-4DB2-BD59-A6C34878D82A}">
                        <a16:rowId xmlns:a16="http://schemas.microsoft.com/office/drawing/2014/main" val="1564094196"/>
                      </a:ext>
                    </a:extLst>
                  </a:tr>
                  <a:tr h="518160">
                    <a:tc>
                      <a:txBody>
                        <a:bodyPr/>
                        <a:lstStyle/>
                        <a:p>
                          <a:r>
                            <a:rPr lang="en-US" sz="1400" dirty="0">
                              <a:latin typeface="Aptos Serif" panose="02020604070405020304" pitchFamily="18" charset="0"/>
                              <a:cs typeface="Aptos Serif" panose="02020604070405020304" pitchFamily="18" charset="0"/>
                            </a:rPr>
                            <a:t>Max. output sink current</a:t>
                          </a:r>
                        </a:p>
                      </a:txBody>
                      <a:tcPr/>
                    </a:tc>
                    <a:tc>
                      <a:txBody>
                        <a:bodyPr/>
                        <a:lstStyle/>
                        <a:p>
                          <a:r>
                            <a:rPr lang="en-US" sz="1400" dirty="0">
                              <a:latin typeface="Aptos Serif" panose="02020604070405020304" pitchFamily="18" charset="0"/>
                              <a:cs typeface="Aptos Serif" panose="02020604070405020304" pitchFamily="18" charset="0"/>
                            </a:rPr>
                            <a:t>301mA</a:t>
                          </a:r>
                        </a:p>
                      </a:txBody>
                      <a:tcPr/>
                    </a:tc>
                    <a:extLst>
                      <a:ext uri="{0D108BD9-81ED-4DB2-BD59-A6C34878D82A}">
                        <a16:rowId xmlns:a16="http://schemas.microsoft.com/office/drawing/2014/main" val="1571348693"/>
                      </a:ext>
                    </a:extLst>
                  </a:tr>
                </a:tbl>
              </a:graphicData>
            </a:graphic>
          </p:graphicFrame>
        </mc:Fallback>
      </mc:AlternateContent>
    </p:spTree>
    <p:extLst>
      <p:ext uri="{BB962C8B-B14F-4D97-AF65-F5344CB8AC3E}">
        <p14:creationId xmlns:p14="http://schemas.microsoft.com/office/powerpoint/2010/main" val="34101784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1EA80-5752-47FA-0716-D4E9E83B68FC}"/>
              </a:ext>
            </a:extLst>
          </p:cNvPr>
          <p:cNvSpPr>
            <a:spLocks noGrp="1"/>
          </p:cNvSpPr>
          <p:nvPr>
            <p:ph type="title"/>
          </p:nvPr>
        </p:nvSpPr>
        <p:spPr/>
        <p:txBody>
          <a:bodyPr/>
          <a:lstStyle/>
          <a:p>
            <a:r>
              <a:rPr lang="en-US" dirty="0"/>
              <a:t>ISOP topology- DM noise profile with AEF</a:t>
            </a:r>
          </a:p>
        </p:txBody>
      </p:sp>
      <p:sp>
        <p:nvSpPr>
          <p:cNvPr id="4" name="Slide Number Placeholder 3">
            <a:extLst>
              <a:ext uri="{FF2B5EF4-FFF2-40B4-BE49-F238E27FC236}">
                <a16:creationId xmlns:a16="http://schemas.microsoft.com/office/drawing/2014/main" id="{16572B98-62DD-89EF-2251-A41D665EB673}"/>
              </a:ext>
            </a:extLst>
          </p:cNvPr>
          <p:cNvSpPr>
            <a:spLocks noGrp="1"/>
          </p:cNvSpPr>
          <p:nvPr>
            <p:ph type="sldNum" sz="quarter" idx="10"/>
          </p:nvPr>
        </p:nvSpPr>
        <p:spPr/>
        <p:txBody>
          <a:bodyPr/>
          <a:lstStyle/>
          <a:p>
            <a:pPr>
              <a:defRPr/>
            </a:pPr>
            <a:fld id="{2B97888F-6AF7-4263-B69D-592D8C33BAC7}" type="slidenum">
              <a:rPr lang="en-US" smtClean="0"/>
              <a:pPr>
                <a:defRPr/>
              </a:pPr>
              <a:t>28</a:t>
            </a:fld>
            <a:endParaRPr lang="en-US"/>
          </a:p>
        </p:txBody>
      </p:sp>
      <p:pic>
        <p:nvPicPr>
          <p:cNvPr id="8" name="Picture 7">
            <a:extLst>
              <a:ext uri="{FF2B5EF4-FFF2-40B4-BE49-F238E27FC236}">
                <a16:creationId xmlns:a16="http://schemas.microsoft.com/office/drawing/2014/main" id="{1DD2BB1E-7B7D-33E5-EDBC-6810EFCF8408}"/>
              </a:ext>
            </a:extLst>
          </p:cNvPr>
          <p:cNvPicPr>
            <a:picLocks noChangeAspect="1"/>
          </p:cNvPicPr>
          <p:nvPr/>
        </p:nvPicPr>
        <p:blipFill>
          <a:blip r:embed="rId2"/>
          <a:stretch>
            <a:fillRect/>
          </a:stretch>
        </p:blipFill>
        <p:spPr>
          <a:xfrm>
            <a:off x="5247521" y="3531628"/>
            <a:ext cx="4111532" cy="730085"/>
          </a:xfrm>
          <a:prstGeom prst="rect">
            <a:avLst/>
          </a:prstGeom>
        </p:spPr>
      </p:pic>
      <p:pic>
        <p:nvPicPr>
          <p:cNvPr id="13" name="Content Placeholder 12">
            <a:extLst>
              <a:ext uri="{FF2B5EF4-FFF2-40B4-BE49-F238E27FC236}">
                <a16:creationId xmlns:a16="http://schemas.microsoft.com/office/drawing/2014/main" id="{F183470B-D547-EB2B-6B12-717E8A2F0337}"/>
              </a:ext>
            </a:extLst>
          </p:cNvPr>
          <p:cNvPicPr>
            <a:picLocks noGrp="1" noChangeAspect="1"/>
          </p:cNvPicPr>
          <p:nvPr>
            <p:ph idx="1"/>
          </p:nvPr>
        </p:nvPicPr>
        <p:blipFill>
          <a:blip r:embed="rId3"/>
          <a:stretch>
            <a:fillRect/>
          </a:stretch>
        </p:blipFill>
        <p:spPr>
          <a:xfrm>
            <a:off x="96003" y="717956"/>
            <a:ext cx="5151518" cy="3709987"/>
          </a:xfrm>
          <a:prstGeom prst="rect">
            <a:avLst/>
          </a:prstGeom>
        </p:spPr>
      </p:pic>
    </p:spTree>
    <p:extLst>
      <p:ext uri="{BB962C8B-B14F-4D97-AF65-F5344CB8AC3E}">
        <p14:creationId xmlns:p14="http://schemas.microsoft.com/office/powerpoint/2010/main" val="1670454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99BC8-9014-841A-13A3-F463567331CB}"/>
              </a:ext>
            </a:extLst>
          </p:cNvPr>
          <p:cNvSpPr>
            <a:spLocks noGrp="1"/>
          </p:cNvSpPr>
          <p:nvPr>
            <p:ph type="title"/>
          </p:nvPr>
        </p:nvSpPr>
        <p:spPr/>
        <p:txBody>
          <a:bodyPr/>
          <a:lstStyle/>
          <a:p>
            <a:r>
              <a:rPr lang="en-US" dirty="0"/>
              <a:t>Sentry Schematic - DM noise profile</a:t>
            </a:r>
          </a:p>
        </p:txBody>
      </p:sp>
      <p:sp>
        <p:nvSpPr>
          <p:cNvPr id="3" name="Content Placeholder 2">
            <a:extLst>
              <a:ext uri="{FF2B5EF4-FFF2-40B4-BE49-F238E27FC236}">
                <a16:creationId xmlns:a16="http://schemas.microsoft.com/office/drawing/2014/main" id="{2332BB8F-8577-E20B-3B1E-472DF07BCD7A}"/>
              </a:ext>
            </a:extLst>
          </p:cNvPr>
          <p:cNvSpPr>
            <a:spLocks noGrp="1"/>
          </p:cNvSpPr>
          <p:nvPr>
            <p:ph idx="1"/>
          </p:nvPr>
        </p:nvSpPr>
        <p:spPr/>
        <p:txBody>
          <a:bodyPr/>
          <a:lstStyle/>
          <a:p>
            <a:r>
              <a:rPr lang="en-US" dirty="0"/>
              <a:t>1MHz peak – 70dBuV</a:t>
            </a:r>
          </a:p>
          <a:p>
            <a:r>
              <a:rPr lang="en-US" dirty="0"/>
              <a:t>2MHz peak – 55dBuV</a:t>
            </a:r>
          </a:p>
          <a:p>
            <a:endParaRPr lang="en-US" dirty="0"/>
          </a:p>
        </p:txBody>
      </p:sp>
      <p:sp>
        <p:nvSpPr>
          <p:cNvPr id="4" name="Slide Number Placeholder 3">
            <a:extLst>
              <a:ext uri="{FF2B5EF4-FFF2-40B4-BE49-F238E27FC236}">
                <a16:creationId xmlns:a16="http://schemas.microsoft.com/office/drawing/2014/main" id="{7ABDC125-5692-FB0A-B033-F64655CC5FB7}"/>
              </a:ext>
            </a:extLst>
          </p:cNvPr>
          <p:cNvSpPr>
            <a:spLocks noGrp="1"/>
          </p:cNvSpPr>
          <p:nvPr>
            <p:ph type="sldNum" sz="quarter" idx="10"/>
          </p:nvPr>
        </p:nvSpPr>
        <p:spPr/>
        <p:txBody>
          <a:bodyPr/>
          <a:lstStyle/>
          <a:p>
            <a:pPr>
              <a:defRPr/>
            </a:pPr>
            <a:fld id="{2B97888F-6AF7-4263-B69D-592D8C33BAC7}" type="slidenum">
              <a:rPr lang="en-US" smtClean="0"/>
              <a:pPr>
                <a:defRPr/>
              </a:pPr>
              <a:t>29</a:t>
            </a:fld>
            <a:endParaRPr lang="en-US"/>
          </a:p>
        </p:txBody>
      </p:sp>
      <p:pic>
        <p:nvPicPr>
          <p:cNvPr id="6" name="Picture 5">
            <a:extLst>
              <a:ext uri="{FF2B5EF4-FFF2-40B4-BE49-F238E27FC236}">
                <a16:creationId xmlns:a16="http://schemas.microsoft.com/office/drawing/2014/main" id="{7DF153A7-6EA1-D7BE-FE2C-02C3357D7129}"/>
              </a:ext>
            </a:extLst>
          </p:cNvPr>
          <p:cNvPicPr>
            <a:picLocks noChangeAspect="1"/>
          </p:cNvPicPr>
          <p:nvPr/>
        </p:nvPicPr>
        <p:blipFill>
          <a:blip r:embed="rId2"/>
          <a:stretch>
            <a:fillRect/>
          </a:stretch>
        </p:blipFill>
        <p:spPr>
          <a:xfrm>
            <a:off x="342893" y="703311"/>
            <a:ext cx="5188857" cy="3736877"/>
          </a:xfrm>
          <a:prstGeom prst="rect">
            <a:avLst/>
          </a:prstGeom>
        </p:spPr>
      </p:pic>
      <p:pic>
        <p:nvPicPr>
          <p:cNvPr id="8" name="Picture 7">
            <a:extLst>
              <a:ext uri="{FF2B5EF4-FFF2-40B4-BE49-F238E27FC236}">
                <a16:creationId xmlns:a16="http://schemas.microsoft.com/office/drawing/2014/main" id="{6067104D-302C-D62F-8BBF-64FBECDDE327}"/>
              </a:ext>
            </a:extLst>
          </p:cNvPr>
          <p:cNvPicPr>
            <a:picLocks noChangeAspect="1"/>
          </p:cNvPicPr>
          <p:nvPr/>
        </p:nvPicPr>
        <p:blipFill>
          <a:blip r:embed="rId3"/>
          <a:stretch>
            <a:fillRect/>
          </a:stretch>
        </p:blipFill>
        <p:spPr>
          <a:xfrm rot="10800000" flipH="1" flipV="1">
            <a:off x="5642868" y="2143264"/>
            <a:ext cx="3082611" cy="742372"/>
          </a:xfrm>
          <a:prstGeom prst="rect">
            <a:avLst/>
          </a:prstGeom>
        </p:spPr>
      </p:pic>
    </p:spTree>
    <p:extLst>
      <p:ext uri="{BB962C8B-B14F-4D97-AF65-F5344CB8AC3E}">
        <p14:creationId xmlns:p14="http://schemas.microsoft.com/office/powerpoint/2010/main" val="29187291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C98BA-77EA-9745-CDB8-659A308AD9CF}"/>
              </a:ext>
            </a:extLst>
          </p:cNvPr>
          <p:cNvSpPr>
            <a:spLocks noGrp="1"/>
          </p:cNvSpPr>
          <p:nvPr>
            <p:ph type="title"/>
          </p:nvPr>
        </p:nvSpPr>
        <p:spPr/>
        <p:txBody>
          <a:bodyPr/>
          <a:lstStyle/>
          <a:p>
            <a:r>
              <a:rPr lang="en-US" dirty="0"/>
              <a:t>Sentry Schematic – With passives only</a:t>
            </a:r>
          </a:p>
        </p:txBody>
      </p:sp>
      <p:pic>
        <p:nvPicPr>
          <p:cNvPr id="8" name="Content Placeholder 7">
            <a:extLst>
              <a:ext uri="{FF2B5EF4-FFF2-40B4-BE49-F238E27FC236}">
                <a16:creationId xmlns:a16="http://schemas.microsoft.com/office/drawing/2014/main" id="{82817496-6FAB-6168-B558-659ACCEBC2B7}"/>
              </a:ext>
            </a:extLst>
          </p:cNvPr>
          <p:cNvPicPr>
            <a:picLocks noGrp="1" noChangeAspect="1"/>
          </p:cNvPicPr>
          <p:nvPr>
            <p:ph idx="1"/>
          </p:nvPr>
        </p:nvPicPr>
        <p:blipFill>
          <a:blip r:embed="rId2"/>
          <a:stretch>
            <a:fillRect/>
          </a:stretch>
        </p:blipFill>
        <p:spPr bwMode="auto">
          <a:xfrm>
            <a:off x="89952" y="716756"/>
            <a:ext cx="5151518" cy="3709987"/>
          </a:xfrm>
          <a:prstGeom prst="rect">
            <a:avLst/>
          </a:prstGeom>
          <a:noFill/>
          <a:ln w="9525" algn="ctr">
            <a:noFill/>
            <a:miter lim="800000"/>
            <a:headEnd/>
            <a:tailEnd/>
          </a:ln>
        </p:spPr>
      </p:pic>
      <p:sp>
        <p:nvSpPr>
          <p:cNvPr id="4" name="Slide Number Placeholder 3">
            <a:extLst>
              <a:ext uri="{FF2B5EF4-FFF2-40B4-BE49-F238E27FC236}">
                <a16:creationId xmlns:a16="http://schemas.microsoft.com/office/drawing/2014/main" id="{BA879BD6-26DA-51BD-9299-4E8BB6840358}"/>
              </a:ext>
            </a:extLst>
          </p:cNvPr>
          <p:cNvSpPr>
            <a:spLocks noGrp="1"/>
          </p:cNvSpPr>
          <p:nvPr>
            <p:ph type="sldNum" sz="quarter" idx="10"/>
          </p:nvPr>
        </p:nvSpPr>
        <p:spPr/>
        <p:txBody>
          <a:bodyPr/>
          <a:lstStyle/>
          <a:p>
            <a:pPr>
              <a:defRPr/>
            </a:pPr>
            <a:fld id="{2B97888F-6AF7-4263-B69D-592D8C33BAC7}" type="slidenum">
              <a:rPr lang="en-US" smtClean="0"/>
              <a:pPr>
                <a:defRPr/>
              </a:pPr>
              <a:t>30</a:t>
            </a:fld>
            <a:endParaRPr lang="en-US"/>
          </a:p>
        </p:txBody>
      </p:sp>
      <p:pic>
        <p:nvPicPr>
          <p:cNvPr id="6" name="Picture 5">
            <a:extLst>
              <a:ext uri="{FF2B5EF4-FFF2-40B4-BE49-F238E27FC236}">
                <a16:creationId xmlns:a16="http://schemas.microsoft.com/office/drawing/2014/main" id="{221BBF33-EF7A-49A3-0B22-7C7978062FB3}"/>
              </a:ext>
            </a:extLst>
          </p:cNvPr>
          <p:cNvPicPr>
            <a:picLocks noChangeAspect="1"/>
          </p:cNvPicPr>
          <p:nvPr/>
        </p:nvPicPr>
        <p:blipFill>
          <a:blip r:embed="rId3"/>
          <a:stretch>
            <a:fillRect/>
          </a:stretch>
        </p:blipFill>
        <p:spPr>
          <a:xfrm>
            <a:off x="5343621" y="2262991"/>
            <a:ext cx="3710427" cy="1023405"/>
          </a:xfrm>
          <a:prstGeom prst="rect">
            <a:avLst/>
          </a:prstGeom>
        </p:spPr>
      </p:pic>
    </p:spTree>
    <p:extLst>
      <p:ext uri="{BB962C8B-B14F-4D97-AF65-F5344CB8AC3E}">
        <p14:creationId xmlns:p14="http://schemas.microsoft.com/office/powerpoint/2010/main" val="20328399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BE8D0-ACB7-29D8-663E-8E59CAA9E1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09FEE-1640-F205-A55C-AFD12ADF5C0A}"/>
              </a:ext>
            </a:extLst>
          </p:cNvPr>
          <p:cNvSpPr>
            <a:spLocks noGrp="1"/>
          </p:cNvSpPr>
          <p:nvPr>
            <p:ph type="title"/>
          </p:nvPr>
        </p:nvSpPr>
        <p:spPr/>
        <p:txBody>
          <a:bodyPr/>
          <a:lstStyle/>
          <a:p>
            <a:r>
              <a:rPr lang="en-US" sz="2400" dirty="0"/>
              <a:t>Results for Sentry Schematic| </a:t>
            </a:r>
            <a:r>
              <a:rPr lang="en-US" sz="2400" dirty="0">
                <a:solidFill>
                  <a:schemeClr val="tx1"/>
                </a:solidFill>
              </a:rPr>
              <a:t>Summary</a:t>
            </a:r>
          </a:p>
        </p:txBody>
      </p:sp>
      <p:sp>
        <p:nvSpPr>
          <p:cNvPr id="4" name="Slide Number Placeholder 3">
            <a:extLst>
              <a:ext uri="{FF2B5EF4-FFF2-40B4-BE49-F238E27FC236}">
                <a16:creationId xmlns:a16="http://schemas.microsoft.com/office/drawing/2014/main" id="{2DC4A15C-96E1-C698-6174-904C2D9FEE34}"/>
              </a:ext>
            </a:extLst>
          </p:cNvPr>
          <p:cNvSpPr>
            <a:spLocks noGrp="1"/>
          </p:cNvSpPr>
          <p:nvPr>
            <p:ph type="sldNum" sz="quarter" idx="10"/>
          </p:nvPr>
        </p:nvSpPr>
        <p:spPr/>
        <p:txBody>
          <a:bodyPr/>
          <a:lstStyle/>
          <a:p>
            <a:pPr>
              <a:defRPr/>
            </a:pPr>
            <a:fld id="{2B97888F-6AF7-4263-B69D-592D8C33BAC7}" type="slidenum">
              <a:rPr lang="en-US" smtClean="0"/>
              <a:pPr>
                <a:defRPr/>
              </a:pPr>
              <a:t>31</a:t>
            </a:fld>
            <a:endParaRPr lang="en-US"/>
          </a:p>
        </p:txBody>
      </p:sp>
      <p:sp>
        <p:nvSpPr>
          <p:cNvPr id="7" name="Content Placeholder 6">
            <a:extLst>
              <a:ext uri="{FF2B5EF4-FFF2-40B4-BE49-F238E27FC236}">
                <a16:creationId xmlns:a16="http://schemas.microsoft.com/office/drawing/2014/main" id="{8AA22692-E288-CDD4-0DBD-C8279AFA040A}"/>
              </a:ext>
            </a:extLst>
          </p:cNvPr>
          <p:cNvSpPr>
            <a:spLocks noGrp="1"/>
          </p:cNvSpPr>
          <p:nvPr>
            <p:ph idx="1"/>
          </p:nvPr>
        </p:nvSpPr>
        <p:spPr>
          <a:xfrm>
            <a:off x="307975" y="586625"/>
            <a:ext cx="8467725" cy="3709449"/>
          </a:xfrm>
        </p:spPr>
        <p:txBody>
          <a:bodyPr/>
          <a:lstStyle/>
          <a:p>
            <a:r>
              <a:rPr lang="en-US" sz="1400" dirty="0">
                <a:latin typeface="Aptos Serif" panose="02020604070405020304" pitchFamily="18" charset="0"/>
                <a:cs typeface="Aptos Serif" panose="02020604070405020304" pitchFamily="18" charset="0"/>
              </a:rPr>
              <a:t>Target EMI limit : CISPR 32 Class A </a:t>
            </a:r>
          </a:p>
        </p:txBody>
      </p:sp>
      <p:pic>
        <p:nvPicPr>
          <p:cNvPr id="9" name="Picture 8">
            <a:extLst>
              <a:ext uri="{FF2B5EF4-FFF2-40B4-BE49-F238E27FC236}">
                <a16:creationId xmlns:a16="http://schemas.microsoft.com/office/drawing/2014/main" id="{DE0B3CD8-4D43-F4F0-20BF-0FED398CE853}"/>
              </a:ext>
            </a:extLst>
          </p:cNvPr>
          <p:cNvPicPr>
            <a:picLocks noChangeAspect="1"/>
          </p:cNvPicPr>
          <p:nvPr/>
        </p:nvPicPr>
        <p:blipFill>
          <a:blip r:embed="rId2"/>
          <a:stretch>
            <a:fillRect/>
          </a:stretch>
        </p:blipFill>
        <p:spPr>
          <a:xfrm>
            <a:off x="6112933" y="101386"/>
            <a:ext cx="3191933" cy="1765499"/>
          </a:xfrm>
          <a:prstGeom prst="rect">
            <a:avLst/>
          </a:prstGeom>
        </p:spPr>
      </p:pic>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50EC7BC6-EDE7-9A80-E5AC-2B4974D2D0A1}"/>
                  </a:ext>
                </a:extLst>
              </p:cNvPr>
              <p:cNvGraphicFramePr>
                <a:graphicFrameLocks noGrp="1"/>
              </p:cNvGraphicFramePr>
              <p:nvPr>
                <p:extLst>
                  <p:ext uri="{D42A27DB-BD31-4B8C-83A1-F6EECF244321}">
                    <p14:modId xmlns:p14="http://schemas.microsoft.com/office/powerpoint/2010/main" val="2167924719"/>
                  </p:ext>
                </p:extLst>
              </p:nvPr>
            </p:nvGraphicFramePr>
            <p:xfrm>
              <a:off x="134161" y="877934"/>
              <a:ext cx="5953420" cy="2377440"/>
            </p:xfrm>
            <a:graphic>
              <a:graphicData uri="http://schemas.openxmlformats.org/drawingml/2006/table">
                <a:tbl>
                  <a:tblPr firstRow="1" bandRow="1">
                    <a:tableStyleId>{5C22544A-7EE6-4342-B048-85BDC9FD1C3A}</a:tableStyleId>
                  </a:tblPr>
                  <a:tblGrid>
                    <a:gridCol w="585552">
                      <a:extLst>
                        <a:ext uri="{9D8B030D-6E8A-4147-A177-3AD203B41FA5}">
                          <a16:colId xmlns:a16="http://schemas.microsoft.com/office/drawing/2014/main" val="253335410"/>
                        </a:ext>
                      </a:extLst>
                    </a:gridCol>
                    <a:gridCol w="1651000">
                      <a:extLst>
                        <a:ext uri="{9D8B030D-6E8A-4147-A177-3AD203B41FA5}">
                          <a16:colId xmlns:a16="http://schemas.microsoft.com/office/drawing/2014/main" val="2460225471"/>
                        </a:ext>
                      </a:extLst>
                    </a:gridCol>
                    <a:gridCol w="1761066">
                      <a:extLst>
                        <a:ext uri="{9D8B030D-6E8A-4147-A177-3AD203B41FA5}">
                          <a16:colId xmlns:a16="http://schemas.microsoft.com/office/drawing/2014/main" val="3441901815"/>
                        </a:ext>
                      </a:extLst>
                    </a:gridCol>
                    <a:gridCol w="1955802">
                      <a:extLst>
                        <a:ext uri="{9D8B030D-6E8A-4147-A177-3AD203B41FA5}">
                          <a16:colId xmlns:a16="http://schemas.microsoft.com/office/drawing/2014/main" val="4159854624"/>
                        </a:ext>
                      </a:extLst>
                    </a:gridCol>
                  </a:tblGrid>
                  <a:tr h="370840">
                    <a:tc>
                      <a:txBody>
                        <a:bodyPr/>
                        <a:lstStyle/>
                        <a:p>
                          <a:r>
                            <a:rPr lang="en-US" sz="1100" dirty="0">
                              <a:latin typeface="Aptos Serif" panose="02020604070405020304" pitchFamily="18" charset="0"/>
                              <a:cs typeface="Aptos Serif" panose="02020604070405020304" pitchFamily="18" charset="0"/>
                            </a:rPr>
                            <a:t>Sl.no.</a:t>
                          </a:r>
                        </a:p>
                      </a:txBody>
                      <a:tcPr>
                        <a:solidFill>
                          <a:schemeClr val="tx1">
                            <a:lumMod val="75000"/>
                            <a:lumOff val="25000"/>
                          </a:schemeClr>
                        </a:solidFill>
                      </a:tcPr>
                    </a:tc>
                    <a:tc>
                      <a:txBody>
                        <a:bodyPr/>
                        <a:lstStyle/>
                        <a:p>
                          <a:r>
                            <a:rPr lang="en-US" sz="1100" dirty="0">
                              <a:latin typeface="Aptos Serif" panose="02020604070405020304" pitchFamily="18" charset="0"/>
                              <a:cs typeface="Aptos Serif" panose="02020604070405020304" pitchFamily="18" charset="0"/>
                            </a:rPr>
                            <a:t>Condition</a:t>
                          </a:r>
                        </a:p>
                      </a:txBody>
                      <a:tcPr>
                        <a:solidFill>
                          <a:schemeClr val="tx1">
                            <a:lumMod val="75000"/>
                            <a:lumOff val="25000"/>
                          </a:schemeClr>
                        </a:solidFill>
                      </a:tcPr>
                    </a:tc>
                    <a:tc>
                      <a:txBody>
                        <a:bodyPr/>
                        <a:lstStyle/>
                        <a:p>
                          <a:r>
                            <a:rPr lang="en-US" sz="1100" dirty="0">
                              <a:latin typeface="Aptos Serif" panose="02020604070405020304" pitchFamily="18" charset="0"/>
                              <a:cs typeface="Aptos Serif" panose="02020604070405020304" pitchFamily="18" charset="0"/>
                            </a:rPr>
                            <a:t>Highest peaks level (in </a:t>
                          </a:r>
                          <a:r>
                            <a:rPr lang="en-US" sz="1100" dirty="0" err="1">
                              <a:latin typeface="Aptos Serif" panose="02020604070405020304" pitchFamily="18" charset="0"/>
                              <a:cs typeface="Aptos Serif" panose="02020604070405020304" pitchFamily="18" charset="0"/>
                            </a:rPr>
                            <a:t>dBuV</a:t>
                          </a:r>
                          <a:r>
                            <a:rPr lang="en-US" sz="1100" dirty="0">
                              <a:latin typeface="Aptos Serif" panose="02020604070405020304" pitchFamily="18" charset="0"/>
                              <a:cs typeface="Aptos Serif" panose="02020604070405020304" pitchFamily="18" charset="0"/>
                            </a:rPr>
                            <a:t>)</a:t>
                          </a:r>
                        </a:p>
                      </a:txBody>
                      <a:tcPr>
                        <a:solidFill>
                          <a:schemeClr val="tx1">
                            <a:lumMod val="75000"/>
                            <a:lumOff val="25000"/>
                          </a:schemeClr>
                        </a:solidFill>
                      </a:tcPr>
                    </a:tc>
                    <a:tc>
                      <a:txBody>
                        <a:bodyPr/>
                        <a:lstStyle/>
                        <a:p>
                          <a:r>
                            <a:rPr lang="en-US" sz="1100" dirty="0">
                              <a:latin typeface="Aptos Serif" panose="02020604070405020304" pitchFamily="18" charset="0"/>
                              <a:cs typeface="Aptos Serif" panose="02020604070405020304" pitchFamily="18" charset="0"/>
                            </a:rPr>
                            <a:t>Comments</a:t>
                          </a:r>
                        </a:p>
                      </a:txBody>
                      <a:tcPr>
                        <a:solidFill>
                          <a:schemeClr val="tx1">
                            <a:lumMod val="75000"/>
                            <a:lumOff val="25000"/>
                          </a:schemeClr>
                        </a:solidFill>
                      </a:tcPr>
                    </a:tc>
                    <a:extLst>
                      <a:ext uri="{0D108BD9-81ED-4DB2-BD59-A6C34878D82A}">
                        <a16:rowId xmlns:a16="http://schemas.microsoft.com/office/drawing/2014/main" val="2828697943"/>
                      </a:ext>
                    </a:extLst>
                  </a:tr>
                  <a:tr h="370840">
                    <a:tc>
                      <a:txBody>
                        <a:bodyPr/>
                        <a:lstStyle/>
                        <a:p>
                          <a:r>
                            <a:rPr lang="en-US" sz="1100" dirty="0">
                              <a:latin typeface="Aptos Serif" panose="02020604070405020304" pitchFamily="18" charset="0"/>
                              <a:cs typeface="Aptos Serif" panose="02020604070405020304" pitchFamily="18" charset="0"/>
                            </a:rPr>
                            <a:t>1</a:t>
                          </a:r>
                        </a:p>
                      </a:txBody>
                      <a:tcPr>
                        <a:solidFill>
                          <a:schemeClr val="accent1">
                            <a:lumMod val="40000"/>
                            <a:lumOff val="60000"/>
                          </a:schemeClr>
                        </a:solidFill>
                      </a:tcPr>
                    </a:tc>
                    <a:tc>
                      <a:txBody>
                        <a:bodyPr/>
                        <a:lstStyle/>
                        <a:p>
                          <a:r>
                            <a:rPr lang="en-US" sz="1100" dirty="0">
                              <a:latin typeface="Aptos Serif" panose="02020604070405020304" pitchFamily="18" charset="0"/>
                              <a:cs typeface="Aptos Serif" panose="02020604070405020304" pitchFamily="18" charset="0"/>
                            </a:rPr>
                            <a:t>No filter</a:t>
                          </a:r>
                        </a:p>
                      </a:txBody>
                      <a:tcPr>
                        <a:solidFill>
                          <a:schemeClr val="accent1">
                            <a:lumMod val="40000"/>
                            <a:lumOff val="60000"/>
                          </a:schemeClr>
                        </a:solidFill>
                      </a:tcPr>
                    </a:tc>
                    <a:tc>
                      <a:txBody>
                        <a:bodyPr/>
                        <a:lstStyle/>
                        <a:p>
                          <a:r>
                            <a:rPr lang="en-US" sz="1100" dirty="0">
                              <a:latin typeface="Aptos Serif" panose="02020604070405020304" pitchFamily="18" charset="0"/>
                              <a:cs typeface="Aptos Serif" panose="02020604070405020304" pitchFamily="18" charset="0"/>
                            </a:rPr>
                            <a:t>85.38</a:t>
                          </a:r>
                        </a:p>
                        <a:p>
                          <a:r>
                            <a:rPr lang="en-US" sz="1100" dirty="0">
                              <a:latin typeface="Aptos Serif" panose="02020604070405020304" pitchFamily="18" charset="0"/>
                              <a:cs typeface="Aptos Serif" panose="02020604070405020304" pitchFamily="18" charset="0"/>
                            </a:rPr>
                            <a:t>(1MHz peak, closely followed 10MHz peak at 80)</a:t>
                          </a:r>
                        </a:p>
                      </a:txBody>
                      <a:tcPr>
                        <a:solidFill>
                          <a:schemeClr val="accent1">
                            <a:lumMod val="40000"/>
                            <a:lumOff val="60000"/>
                          </a:schemeClr>
                        </a:solidFill>
                      </a:tcPr>
                    </a:tc>
                    <a:tc>
                      <a:txBody>
                        <a:bodyPr/>
                        <a:lstStyle/>
                        <a:p>
                          <a:r>
                            <a:rPr lang="en-US" sz="1100" dirty="0">
                              <a:latin typeface="Aptos Serif" panose="02020604070405020304" pitchFamily="18" charset="0"/>
                              <a:cs typeface="Aptos Serif" panose="02020604070405020304" pitchFamily="18" charset="0"/>
                            </a:rPr>
                            <a:t>The spectrum from 150kHz to 30MHz was above </a:t>
                          </a:r>
                          <a:r>
                            <a:rPr lang="en-US" sz="1100" dirty="0" err="1">
                              <a:latin typeface="Aptos Serif" panose="02020604070405020304" pitchFamily="18" charset="0"/>
                              <a:cs typeface="Aptos Serif" panose="02020604070405020304" pitchFamily="18" charset="0"/>
                            </a:rPr>
                            <a:t>dBuV</a:t>
                          </a:r>
                          <a:r>
                            <a:rPr lang="en-US" sz="1100" dirty="0">
                              <a:latin typeface="Aptos Serif" panose="02020604070405020304" pitchFamily="18" charset="0"/>
                              <a:cs typeface="Aptos Serif" panose="02020604070405020304" pitchFamily="18" charset="0"/>
                            </a:rPr>
                            <a:t> (high noise content).</a:t>
                          </a:r>
                        </a:p>
                      </a:txBody>
                      <a:tcPr>
                        <a:solidFill>
                          <a:schemeClr val="accent1">
                            <a:lumMod val="40000"/>
                            <a:lumOff val="60000"/>
                          </a:schemeClr>
                        </a:solidFill>
                      </a:tcPr>
                    </a:tc>
                    <a:extLst>
                      <a:ext uri="{0D108BD9-81ED-4DB2-BD59-A6C34878D82A}">
                        <a16:rowId xmlns:a16="http://schemas.microsoft.com/office/drawing/2014/main" val="2816553700"/>
                      </a:ext>
                    </a:extLst>
                  </a:tr>
                  <a:tr h="370840">
                    <a:tc>
                      <a:txBody>
                        <a:bodyPr/>
                        <a:lstStyle/>
                        <a:p>
                          <a:r>
                            <a:rPr lang="en-US" sz="1100" dirty="0">
                              <a:latin typeface="Aptos Serif" panose="02020604070405020304" pitchFamily="18" charset="0"/>
                              <a:cs typeface="Aptos Serif" panose="02020604070405020304" pitchFamily="18" charset="0"/>
                            </a:rPr>
                            <a:t>2. </a:t>
                          </a:r>
                        </a:p>
                      </a:txBody>
                      <a:tcPr>
                        <a:solidFill>
                          <a:srgbClr val="FFF9AF"/>
                        </a:solidFill>
                      </a:tcPr>
                    </a:tc>
                    <a:tc>
                      <a:txBody>
                        <a:bodyPr/>
                        <a:lstStyle/>
                        <a:p>
                          <a:r>
                            <a:rPr lang="en-US" sz="1100" dirty="0">
                              <a:latin typeface="Aptos Serif" panose="02020604070405020304" pitchFamily="18" charset="0"/>
                              <a:cs typeface="Aptos Serif" panose="02020604070405020304" pitchFamily="18" charset="0"/>
                            </a:rPr>
                            <a:t>With </a:t>
                          </a:r>
                          <a:r>
                            <a:rPr lang="en-US" sz="1100" dirty="0">
                              <a:solidFill>
                                <a:schemeClr val="tx1"/>
                              </a:solidFill>
                              <a:latin typeface="Aptos Serif" panose="02020604070405020304" pitchFamily="18" charset="0"/>
                              <a:cs typeface="Aptos Serif" panose="02020604070405020304" pitchFamily="18" charset="0"/>
                            </a:rPr>
                            <a:t> </a:t>
                          </a:r>
                          <a14:m>
                            <m:oMath xmlns:m="http://schemas.openxmlformats.org/officeDocument/2006/math">
                              <m:r>
                                <a:rPr lang="en-US" sz="1100" i="1" smtClean="0">
                                  <a:solidFill>
                                    <a:schemeClr val="tx1"/>
                                  </a:solidFill>
                                  <a:latin typeface="Cambria Math" panose="02040503050406030204" pitchFamily="18" charset="0"/>
                                  <a:ea typeface="Cambria Math" panose="02040503050406030204" pitchFamily="18" charset="0"/>
                                </a:rPr>
                                <m:t>𝜋</m:t>
                              </m:r>
                              <m:r>
                                <a:rPr lang="en-US" sz="1100" b="0" i="1" smtClean="0">
                                  <a:solidFill>
                                    <a:schemeClr val="tx1"/>
                                  </a:solidFill>
                                  <a:latin typeface="Cambria Math" panose="02040503050406030204" pitchFamily="18" charset="0"/>
                                  <a:ea typeface="Cambria Math" panose="02040503050406030204" pitchFamily="18" charset="0"/>
                                </a:rPr>
                                <m:t>− </m:t>
                              </m:r>
                            </m:oMath>
                          </a14:m>
                          <a:r>
                            <a:rPr lang="en-US" sz="1100" dirty="0">
                              <a:solidFill>
                                <a:schemeClr val="tx1"/>
                              </a:solidFill>
                              <a:latin typeface="Aptos Serif" panose="02020604070405020304" pitchFamily="18" charset="0"/>
                              <a:cs typeface="Aptos Serif" panose="02020604070405020304" pitchFamily="18" charset="0"/>
                            </a:rPr>
                            <a:t>LC filter (500nH and 500nF) with snubber circuit</a:t>
                          </a:r>
                          <a:endParaRPr lang="en-US" sz="1100" dirty="0">
                            <a:latin typeface="Aptos Serif" panose="02020604070405020304" pitchFamily="18" charset="0"/>
                            <a:cs typeface="Aptos Serif" panose="02020604070405020304" pitchFamily="18" charset="0"/>
                          </a:endParaRPr>
                        </a:p>
                      </a:txBody>
                      <a:tcPr>
                        <a:solidFill>
                          <a:srgbClr val="FFF9AF"/>
                        </a:solidFill>
                      </a:tcPr>
                    </a:tc>
                    <a:tc>
                      <a:txBody>
                        <a:bodyPr/>
                        <a:lstStyle/>
                        <a:p>
                          <a:r>
                            <a:rPr lang="en-US" sz="1100" dirty="0">
                              <a:latin typeface="Aptos Serif" panose="02020604070405020304" pitchFamily="18" charset="0"/>
                              <a:cs typeface="Aptos Serif" panose="02020604070405020304" pitchFamily="18" charset="0"/>
                            </a:rPr>
                            <a:t>66.32 (1MHz peak only)</a:t>
                          </a:r>
                        </a:p>
                      </a:txBody>
                      <a:tcPr>
                        <a:solidFill>
                          <a:srgbClr val="FFF9AF"/>
                        </a:solidFill>
                      </a:tcPr>
                    </a:tc>
                    <a:tc>
                      <a:txBody>
                        <a:bodyPr/>
                        <a:lstStyle/>
                        <a:p>
                          <a:r>
                            <a:rPr lang="en-US" sz="1100" dirty="0">
                              <a:latin typeface="Aptos Serif" panose="02020604070405020304" pitchFamily="18" charset="0"/>
                              <a:cs typeface="Aptos Serif" panose="02020604070405020304" pitchFamily="18" charset="0"/>
                            </a:rPr>
                            <a:t>Low noise, below the QP limit but above the AVG limit</a:t>
                          </a:r>
                        </a:p>
                      </a:txBody>
                      <a:tcPr>
                        <a:solidFill>
                          <a:srgbClr val="FFF9AF"/>
                        </a:solidFill>
                      </a:tcPr>
                    </a:tc>
                    <a:extLst>
                      <a:ext uri="{0D108BD9-81ED-4DB2-BD59-A6C34878D82A}">
                        <a16:rowId xmlns:a16="http://schemas.microsoft.com/office/drawing/2014/main" val="4263419908"/>
                      </a:ext>
                    </a:extLst>
                  </a:tr>
                  <a:tr h="370840">
                    <a:tc>
                      <a:txBody>
                        <a:bodyPr/>
                        <a:lstStyle/>
                        <a:p>
                          <a:r>
                            <a:rPr lang="en-US" sz="1100" dirty="0">
                              <a:latin typeface="Aptos Serif" panose="02020604070405020304" pitchFamily="18" charset="0"/>
                              <a:cs typeface="Aptos Serif" panose="02020604070405020304" pitchFamily="18" charset="0"/>
                            </a:rPr>
                            <a:t>3. </a:t>
                          </a:r>
                        </a:p>
                      </a:txBody>
                      <a:tcPr>
                        <a:solidFill>
                          <a:srgbClr val="92D050"/>
                        </a:solidFill>
                      </a:tcPr>
                    </a:tc>
                    <a:tc>
                      <a:txBody>
                        <a:bodyPr/>
                        <a:lstStyle/>
                        <a:p>
                          <a:r>
                            <a:rPr lang="en-US" sz="1100" dirty="0">
                              <a:latin typeface="Aptos Serif" panose="02020604070405020304" pitchFamily="18" charset="0"/>
                              <a:cs typeface="Aptos Serif" panose="02020604070405020304" pitchFamily="18" charset="0"/>
                            </a:rPr>
                            <a:t>With </a:t>
                          </a:r>
                          <a14:m>
                            <m:oMath xmlns:m="http://schemas.openxmlformats.org/officeDocument/2006/math">
                              <m:r>
                                <a:rPr lang="en-US" sz="1050" i="1" smtClean="0">
                                  <a:solidFill>
                                    <a:schemeClr val="tx1"/>
                                  </a:solidFill>
                                  <a:latin typeface="Cambria Math" panose="02040503050406030204" pitchFamily="18" charset="0"/>
                                  <a:ea typeface="Cambria Math" panose="02040503050406030204" pitchFamily="18" charset="0"/>
                                </a:rPr>
                                <m:t>𝜋</m:t>
                              </m:r>
                              <m:r>
                                <a:rPr lang="en-US" sz="1050" b="0" i="1" smtClean="0">
                                  <a:solidFill>
                                    <a:schemeClr val="tx1"/>
                                  </a:solidFill>
                                  <a:latin typeface="Cambria Math" panose="02040503050406030204" pitchFamily="18" charset="0"/>
                                  <a:ea typeface="Cambria Math" panose="02040503050406030204" pitchFamily="18" charset="0"/>
                                </a:rPr>
                                <m:t>− </m:t>
                              </m:r>
                            </m:oMath>
                          </a14:m>
                          <a:r>
                            <a:rPr lang="en-US" sz="1050" dirty="0">
                              <a:solidFill>
                                <a:schemeClr val="tx1"/>
                              </a:solidFill>
                              <a:latin typeface="Aptos Serif" panose="02020604070405020304" pitchFamily="18" charset="0"/>
                              <a:cs typeface="Aptos Serif" panose="02020604070405020304" pitchFamily="18" charset="0"/>
                            </a:rPr>
                            <a:t>LC filter (500nH and 500nF) with snubber circuit + AEF</a:t>
                          </a:r>
                          <a:endParaRPr lang="en-US" sz="1100" dirty="0">
                            <a:latin typeface="Aptos Serif" panose="02020604070405020304" pitchFamily="18" charset="0"/>
                            <a:cs typeface="Aptos Serif" panose="02020604070405020304" pitchFamily="18" charset="0"/>
                          </a:endParaRPr>
                        </a:p>
                      </a:txBody>
                      <a:tcPr>
                        <a:solidFill>
                          <a:srgbClr val="92D050"/>
                        </a:solidFill>
                      </a:tcPr>
                    </a:tc>
                    <a:tc>
                      <a:txBody>
                        <a:bodyPr/>
                        <a:lstStyle/>
                        <a:p>
                          <a:r>
                            <a:rPr lang="en-US" sz="1100" dirty="0">
                              <a:latin typeface="Aptos Serif" panose="02020604070405020304" pitchFamily="18" charset="0"/>
                              <a:cs typeface="Aptos Serif" panose="02020604070405020304" pitchFamily="18" charset="0"/>
                            </a:rPr>
                            <a:t>56.12(1MHz peak only)</a:t>
                          </a:r>
                        </a:p>
                      </a:txBody>
                      <a:tcPr>
                        <a:solidFill>
                          <a:srgbClr val="92D050"/>
                        </a:solidFill>
                      </a:tcPr>
                    </a:tc>
                    <a:tc>
                      <a:txBody>
                        <a:bodyPr/>
                        <a:lstStyle/>
                        <a:p>
                          <a:r>
                            <a:rPr lang="en-US" sz="1100" dirty="0">
                              <a:latin typeface="Aptos Serif" panose="02020604070405020304" pitchFamily="18" charset="0"/>
                              <a:cs typeface="Aptos Serif" panose="02020604070405020304" pitchFamily="18" charset="0"/>
                            </a:rPr>
                            <a:t>Low noise safely below the  QP limit and just below AVG limit too.</a:t>
                          </a:r>
                        </a:p>
                      </a:txBody>
                      <a:tcPr>
                        <a:solidFill>
                          <a:srgbClr val="92D050"/>
                        </a:solidFill>
                      </a:tcPr>
                    </a:tc>
                    <a:extLst>
                      <a:ext uri="{0D108BD9-81ED-4DB2-BD59-A6C34878D82A}">
                        <a16:rowId xmlns:a16="http://schemas.microsoft.com/office/drawing/2014/main" val="468326287"/>
                      </a:ext>
                    </a:extLst>
                  </a:tr>
                </a:tbl>
              </a:graphicData>
            </a:graphic>
          </p:graphicFrame>
        </mc:Choice>
        <mc:Fallback xmlns="">
          <p:graphicFrame>
            <p:nvGraphicFramePr>
              <p:cNvPr id="10" name="Table 9">
                <a:extLst>
                  <a:ext uri="{FF2B5EF4-FFF2-40B4-BE49-F238E27FC236}">
                    <a16:creationId xmlns:a16="http://schemas.microsoft.com/office/drawing/2014/main" id="{50EC7BC6-EDE7-9A80-E5AC-2B4974D2D0A1}"/>
                  </a:ext>
                </a:extLst>
              </p:cNvPr>
              <p:cNvGraphicFramePr>
                <a:graphicFrameLocks noGrp="1"/>
              </p:cNvGraphicFramePr>
              <p:nvPr>
                <p:extLst>
                  <p:ext uri="{D42A27DB-BD31-4B8C-83A1-F6EECF244321}">
                    <p14:modId xmlns:p14="http://schemas.microsoft.com/office/powerpoint/2010/main" val="2167924719"/>
                  </p:ext>
                </p:extLst>
              </p:nvPr>
            </p:nvGraphicFramePr>
            <p:xfrm>
              <a:off x="134161" y="877934"/>
              <a:ext cx="5953420" cy="2377440"/>
            </p:xfrm>
            <a:graphic>
              <a:graphicData uri="http://schemas.openxmlformats.org/drawingml/2006/table">
                <a:tbl>
                  <a:tblPr firstRow="1" bandRow="1">
                    <a:tableStyleId>{5C22544A-7EE6-4342-B048-85BDC9FD1C3A}</a:tableStyleId>
                  </a:tblPr>
                  <a:tblGrid>
                    <a:gridCol w="585552">
                      <a:extLst>
                        <a:ext uri="{9D8B030D-6E8A-4147-A177-3AD203B41FA5}">
                          <a16:colId xmlns:a16="http://schemas.microsoft.com/office/drawing/2014/main" val="253335410"/>
                        </a:ext>
                      </a:extLst>
                    </a:gridCol>
                    <a:gridCol w="1651000">
                      <a:extLst>
                        <a:ext uri="{9D8B030D-6E8A-4147-A177-3AD203B41FA5}">
                          <a16:colId xmlns:a16="http://schemas.microsoft.com/office/drawing/2014/main" val="2460225471"/>
                        </a:ext>
                      </a:extLst>
                    </a:gridCol>
                    <a:gridCol w="1761066">
                      <a:extLst>
                        <a:ext uri="{9D8B030D-6E8A-4147-A177-3AD203B41FA5}">
                          <a16:colId xmlns:a16="http://schemas.microsoft.com/office/drawing/2014/main" val="3441901815"/>
                        </a:ext>
                      </a:extLst>
                    </a:gridCol>
                    <a:gridCol w="1955802">
                      <a:extLst>
                        <a:ext uri="{9D8B030D-6E8A-4147-A177-3AD203B41FA5}">
                          <a16:colId xmlns:a16="http://schemas.microsoft.com/office/drawing/2014/main" val="4159854624"/>
                        </a:ext>
                      </a:extLst>
                    </a:gridCol>
                  </a:tblGrid>
                  <a:tr h="426720">
                    <a:tc>
                      <a:txBody>
                        <a:bodyPr/>
                        <a:lstStyle/>
                        <a:p>
                          <a:r>
                            <a:rPr lang="en-US" sz="1100" dirty="0">
                              <a:latin typeface="Aptos Serif" panose="02020604070405020304" pitchFamily="18" charset="0"/>
                              <a:cs typeface="Aptos Serif" panose="02020604070405020304" pitchFamily="18" charset="0"/>
                            </a:rPr>
                            <a:t>Sl.no.</a:t>
                          </a:r>
                        </a:p>
                      </a:txBody>
                      <a:tcPr>
                        <a:solidFill>
                          <a:schemeClr val="tx1">
                            <a:lumMod val="75000"/>
                            <a:lumOff val="25000"/>
                          </a:schemeClr>
                        </a:solidFill>
                      </a:tcPr>
                    </a:tc>
                    <a:tc>
                      <a:txBody>
                        <a:bodyPr/>
                        <a:lstStyle/>
                        <a:p>
                          <a:r>
                            <a:rPr lang="en-US" sz="1100" dirty="0">
                              <a:latin typeface="Aptos Serif" panose="02020604070405020304" pitchFamily="18" charset="0"/>
                              <a:cs typeface="Aptos Serif" panose="02020604070405020304" pitchFamily="18" charset="0"/>
                            </a:rPr>
                            <a:t>Condition</a:t>
                          </a:r>
                        </a:p>
                      </a:txBody>
                      <a:tcPr>
                        <a:solidFill>
                          <a:schemeClr val="tx1">
                            <a:lumMod val="75000"/>
                            <a:lumOff val="25000"/>
                          </a:schemeClr>
                        </a:solidFill>
                      </a:tcPr>
                    </a:tc>
                    <a:tc>
                      <a:txBody>
                        <a:bodyPr/>
                        <a:lstStyle/>
                        <a:p>
                          <a:r>
                            <a:rPr lang="en-US" sz="1100" dirty="0">
                              <a:latin typeface="Aptos Serif" panose="02020604070405020304" pitchFamily="18" charset="0"/>
                              <a:cs typeface="Aptos Serif" panose="02020604070405020304" pitchFamily="18" charset="0"/>
                            </a:rPr>
                            <a:t>Highest peaks level (in </a:t>
                          </a:r>
                          <a:r>
                            <a:rPr lang="en-US" sz="1100" dirty="0" err="1">
                              <a:latin typeface="Aptos Serif" panose="02020604070405020304" pitchFamily="18" charset="0"/>
                              <a:cs typeface="Aptos Serif" panose="02020604070405020304" pitchFamily="18" charset="0"/>
                            </a:rPr>
                            <a:t>dBuV</a:t>
                          </a:r>
                          <a:r>
                            <a:rPr lang="en-US" sz="1100" dirty="0">
                              <a:latin typeface="Aptos Serif" panose="02020604070405020304" pitchFamily="18" charset="0"/>
                              <a:cs typeface="Aptos Serif" panose="02020604070405020304" pitchFamily="18" charset="0"/>
                            </a:rPr>
                            <a:t>)</a:t>
                          </a:r>
                        </a:p>
                      </a:txBody>
                      <a:tcPr>
                        <a:solidFill>
                          <a:schemeClr val="tx1">
                            <a:lumMod val="75000"/>
                            <a:lumOff val="25000"/>
                          </a:schemeClr>
                        </a:solidFill>
                      </a:tcPr>
                    </a:tc>
                    <a:tc>
                      <a:txBody>
                        <a:bodyPr/>
                        <a:lstStyle/>
                        <a:p>
                          <a:r>
                            <a:rPr lang="en-US" sz="1100" dirty="0">
                              <a:latin typeface="Aptos Serif" panose="02020604070405020304" pitchFamily="18" charset="0"/>
                              <a:cs typeface="Aptos Serif" panose="02020604070405020304" pitchFamily="18" charset="0"/>
                            </a:rPr>
                            <a:t>Comments</a:t>
                          </a:r>
                        </a:p>
                      </a:txBody>
                      <a:tcPr>
                        <a:solidFill>
                          <a:schemeClr val="tx1">
                            <a:lumMod val="75000"/>
                            <a:lumOff val="25000"/>
                          </a:schemeClr>
                        </a:solidFill>
                      </a:tcPr>
                    </a:tc>
                    <a:extLst>
                      <a:ext uri="{0D108BD9-81ED-4DB2-BD59-A6C34878D82A}">
                        <a16:rowId xmlns:a16="http://schemas.microsoft.com/office/drawing/2014/main" val="2828697943"/>
                      </a:ext>
                    </a:extLst>
                  </a:tr>
                  <a:tr h="762000">
                    <a:tc>
                      <a:txBody>
                        <a:bodyPr/>
                        <a:lstStyle/>
                        <a:p>
                          <a:r>
                            <a:rPr lang="en-US" sz="1100" dirty="0">
                              <a:latin typeface="Aptos Serif" panose="02020604070405020304" pitchFamily="18" charset="0"/>
                              <a:cs typeface="Aptos Serif" panose="02020604070405020304" pitchFamily="18" charset="0"/>
                            </a:rPr>
                            <a:t>1</a:t>
                          </a:r>
                        </a:p>
                      </a:txBody>
                      <a:tcPr>
                        <a:solidFill>
                          <a:schemeClr val="accent1">
                            <a:lumMod val="40000"/>
                            <a:lumOff val="60000"/>
                          </a:schemeClr>
                        </a:solidFill>
                      </a:tcPr>
                    </a:tc>
                    <a:tc>
                      <a:txBody>
                        <a:bodyPr/>
                        <a:lstStyle/>
                        <a:p>
                          <a:r>
                            <a:rPr lang="en-US" sz="1100" dirty="0">
                              <a:latin typeface="Aptos Serif" panose="02020604070405020304" pitchFamily="18" charset="0"/>
                              <a:cs typeface="Aptos Serif" panose="02020604070405020304" pitchFamily="18" charset="0"/>
                            </a:rPr>
                            <a:t>No filter</a:t>
                          </a:r>
                        </a:p>
                      </a:txBody>
                      <a:tcPr>
                        <a:solidFill>
                          <a:schemeClr val="accent1">
                            <a:lumMod val="40000"/>
                            <a:lumOff val="60000"/>
                          </a:schemeClr>
                        </a:solidFill>
                      </a:tcPr>
                    </a:tc>
                    <a:tc>
                      <a:txBody>
                        <a:bodyPr/>
                        <a:lstStyle/>
                        <a:p>
                          <a:r>
                            <a:rPr lang="en-US" sz="1100" dirty="0">
                              <a:latin typeface="Aptos Serif" panose="02020604070405020304" pitchFamily="18" charset="0"/>
                              <a:cs typeface="Aptos Serif" panose="02020604070405020304" pitchFamily="18" charset="0"/>
                            </a:rPr>
                            <a:t>85.38</a:t>
                          </a:r>
                        </a:p>
                        <a:p>
                          <a:r>
                            <a:rPr lang="en-US" sz="1100" dirty="0">
                              <a:latin typeface="Aptos Serif" panose="02020604070405020304" pitchFamily="18" charset="0"/>
                              <a:cs typeface="Aptos Serif" panose="02020604070405020304" pitchFamily="18" charset="0"/>
                            </a:rPr>
                            <a:t>(1MHz peak, closely followed 10MHz peak at 80)</a:t>
                          </a:r>
                        </a:p>
                      </a:txBody>
                      <a:tcPr>
                        <a:solidFill>
                          <a:schemeClr val="accent1">
                            <a:lumMod val="40000"/>
                            <a:lumOff val="60000"/>
                          </a:schemeClr>
                        </a:solidFill>
                      </a:tcPr>
                    </a:tc>
                    <a:tc>
                      <a:txBody>
                        <a:bodyPr/>
                        <a:lstStyle/>
                        <a:p>
                          <a:r>
                            <a:rPr lang="en-US" sz="1100" dirty="0">
                              <a:latin typeface="Aptos Serif" panose="02020604070405020304" pitchFamily="18" charset="0"/>
                              <a:cs typeface="Aptos Serif" panose="02020604070405020304" pitchFamily="18" charset="0"/>
                            </a:rPr>
                            <a:t>The spectrum from 150kHz to 30MHz was above </a:t>
                          </a:r>
                          <a:r>
                            <a:rPr lang="en-US" sz="1100" dirty="0" err="1">
                              <a:latin typeface="Aptos Serif" panose="02020604070405020304" pitchFamily="18" charset="0"/>
                              <a:cs typeface="Aptos Serif" panose="02020604070405020304" pitchFamily="18" charset="0"/>
                            </a:rPr>
                            <a:t>dBuV</a:t>
                          </a:r>
                          <a:r>
                            <a:rPr lang="en-US" sz="1100" dirty="0">
                              <a:latin typeface="Aptos Serif" panose="02020604070405020304" pitchFamily="18" charset="0"/>
                              <a:cs typeface="Aptos Serif" panose="02020604070405020304" pitchFamily="18" charset="0"/>
                            </a:rPr>
                            <a:t> (high noise content).</a:t>
                          </a:r>
                        </a:p>
                      </a:txBody>
                      <a:tcPr>
                        <a:solidFill>
                          <a:schemeClr val="accent1">
                            <a:lumMod val="40000"/>
                            <a:lumOff val="60000"/>
                          </a:schemeClr>
                        </a:solidFill>
                      </a:tcPr>
                    </a:tc>
                    <a:extLst>
                      <a:ext uri="{0D108BD9-81ED-4DB2-BD59-A6C34878D82A}">
                        <a16:rowId xmlns:a16="http://schemas.microsoft.com/office/drawing/2014/main" val="2816553700"/>
                      </a:ext>
                    </a:extLst>
                  </a:tr>
                  <a:tr h="594360">
                    <a:tc>
                      <a:txBody>
                        <a:bodyPr/>
                        <a:lstStyle/>
                        <a:p>
                          <a:r>
                            <a:rPr lang="en-US" sz="1100" dirty="0">
                              <a:latin typeface="Aptos Serif" panose="02020604070405020304" pitchFamily="18" charset="0"/>
                              <a:cs typeface="Aptos Serif" panose="02020604070405020304" pitchFamily="18" charset="0"/>
                            </a:rPr>
                            <a:t>2. </a:t>
                          </a:r>
                        </a:p>
                      </a:txBody>
                      <a:tcPr>
                        <a:solidFill>
                          <a:srgbClr val="FFF9AF"/>
                        </a:solidFill>
                      </a:tcPr>
                    </a:tc>
                    <a:tc>
                      <a:txBody>
                        <a:bodyPr/>
                        <a:lstStyle/>
                        <a:p>
                          <a:endParaRPr lang="en-US"/>
                        </a:p>
                      </a:txBody>
                      <a:tcPr>
                        <a:blipFill>
                          <a:blip r:embed="rId3"/>
                          <a:stretch>
                            <a:fillRect l="-36162" t="-204124" r="-226568" b="-107216"/>
                          </a:stretch>
                        </a:blipFill>
                      </a:tcPr>
                    </a:tc>
                    <a:tc>
                      <a:txBody>
                        <a:bodyPr/>
                        <a:lstStyle/>
                        <a:p>
                          <a:r>
                            <a:rPr lang="en-US" sz="1100" dirty="0">
                              <a:latin typeface="Aptos Serif" panose="02020604070405020304" pitchFamily="18" charset="0"/>
                              <a:cs typeface="Aptos Serif" panose="02020604070405020304" pitchFamily="18" charset="0"/>
                            </a:rPr>
                            <a:t>66.32 (1MHz peak only)</a:t>
                          </a:r>
                        </a:p>
                      </a:txBody>
                      <a:tcPr>
                        <a:solidFill>
                          <a:srgbClr val="FFF9AF"/>
                        </a:solidFill>
                      </a:tcPr>
                    </a:tc>
                    <a:tc>
                      <a:txBody>
                        <a:bodyPr/>
                        <a:lstStyle/>
                        <a:p>
                          <a:r>
                            <a:rPr lang="en-US" sz="1100" dirty="0">
                              <a:latin typeface="Aptos Serif" panose="02020604070405020304" pitchFamily="18" charset="0"/>
                              <a:cs typeface="Aptos Serif" panose="02020604070405020304" pitchFamily="18" charset="0"/>
                            </a:rPr>
                            <a:t>Low noise, below the QP limit but above the AVG limit</a:t>
                          </a:r>
                        </a:p>
                      </a:txBody>
                      <a:tcPr>
                        <a:solidFill>
                          <a:srgbClr val="FFF9AF"/>
                        </a:solidFill>
                      </a:tcPr>
                    </a:tc>
                    <a:extLst>
                      <a:ext uri="{0D108BD9-81ED-4DB2-BD59-A6C34878D82A}">
                        <a16:rowId xmlns:a16="http://schemas.microsoft.com/office/drawing/2014/main" val="4263419908"/>
                      </a:ext>
                    </a:extLst>
                  </a:tr>
                  <a:tr h="594360">
                    <a:tc>
                      <a:txBody>
                        <a:bodyPr/>
                        <a:lstStyle/>
                        <a:p>
                          <a:r>
                            <a:rPr lang="en-US" sz="1100" dirty="0">
                              <a:latin typeface="Aptos Serif" panose="02020604070405020304" pitchFamily="18" charset="0"/>
                              <a:cs typeface="Aptos Serif" panose="02020604070405020304" pitchFamily="18" charset="0"/>
                            </a:rPr>
                            <a:t>3. </a:t>
                          </a:r>
                        </a:p>
                      </a:txBody>
                      <a:tcPr>
                        <a:solidFill>
                          <a:srgbClr val="92D050"/>
                        </a:solidFill>
                      </a:tcPr>
                    </a:tc>
                    <a:tc>
                      <a:txBody>
                        <a:bodyPr/>
                        <a:lstStyle/>
                        <a:p>
                          <a:endParaRPr lang="en-US"/>
                        </a:p>
                      </a:txBody>
                      <a:tcPr>
                        <a:blipFill>
                          <a:blip r:embed="rId3"/>
                          <a:stretch>
                            <a:fillRect l="-36162" t="-301020" r="-226568" b="-6122"/>
                          </a:stretch>
                        </a:blipFill>
                      </a:tcPr>
                    </a:tc>
                    <a:tc>
                      <a:txBody>
                        <a:bodyPr/>
                        <a:lstStyle/>
                        <a:p>
                          <a:r>
                            <a:rPr lang="en-US" sz="1100" dirty="0">
                              <a:latin typeface="Aptos Serif" panose="02020604070405020304" pitchFamily="18" charset="0"/>
                              <a:cs typeface="Aptos Serif" panose="02020604070405020304" pitchFamily="18" charset="0"/>
                            </a:rPr>
                            <a:t>56.12(1MHz peak only)</a:t>
                          </a:r>
                        </a:p>
                      </a:txBody>
                      <a:tcPr>
                        <a:solidFill>
                          <a:srgbClr val="92D050"/>
                        </a:solidFill>
                      </a:tcPr>
                    </a:tc>
                    <a:tc>
                      <a:txBody>
                        <a:bodyPr/>
                        <a:lstStyle/>
                        <a:p>
                          <a:r>
                            <a:rPr lang="en-US" sz="1100" dirty="0">
                              <a:latin typeface="Aptos Serif" panose="02020604070405020304" pitchFamily="18" charset="0"/>
                              <a:cs typeface="Aptos Serif" panose="02020604070405020304" pitchFamily="18" charset="0"/>
                            </a:rPr>
                            <a:t>Low noise safely below the  QP limit and just below AVG limit too.</a:t>
                          </a:r>
                        </a:p>
                      </a:txBody>
                      <a:tcPr>
                        <a:solidFill>
                          <a:srgbClr val="92D050"/>
                        </a:solidFill>
                      </a:tcPr>
                    </a:tc>
                    <a:extLst>
                      <a:ext uri="{0D108BD9-81ED-4DB2-BD59-A6C34878D82A}">
                        <a16:rowId xmlns:a16="http://schemas.microsoft.com/office/drawing/2014/main" val="468326287"/>
                      </a:ext>
                    </a:extLst>
                  </a:tr>
                </a:tbl>
              </a:graphicData>
            </a:graphic>
          </p:graphicFrame>
        </mc:Fallback>
      </mc:AlternateContent>
      <p:sp>
        <p:nvSpPr>
          <p:cNvPr id="11" name="TextBox 10">
            <a:extLst>
              <a:ext uri="{FF2B5EF4-FFF2-40B4-BE49-F238E27FC236}">
                <a16:creationId xmlns:a16="http://schemas.microsoft.com/office/drawing/2014/main" id="{834C973C-745E-AE72-2C55-55BD540F6DB9}"/>
              </a:ext>
            </a:extLst>
          </p:cNvPr>
          <p:cNvSpPr txBox="1"/>
          <p:nvPr/>
        </p:nvSpPr>
        <p:spPr>
          <a:xfrm>
            <a:off x="6125681" y="2066654"/>
            <a:ext cx="2776722" cy="1061829"/>
          </a:xfrm>
          <a:prstGeom prst="rect">
            <a:avLst/>
          </a:prstGeom>
          <a:noFill/>
        </p:spPr>
        <p:txBody>
          <a:bodyPr wrap="none" rtlCol="0">
            <a:spAutoFit/>
          </a:bodyPr>
          <a:lstStyle/>
          <a:p>
            <a:r>
              <a:rPr lang="en-US" sz="1050" dirty="0">
                <a:latin typeface="Aptos Serif" panose="02020604070405020304" pitchFamily="18" charset="0"/>
                <a:cs typeface="Aptos Serif" panose="02020604070405020304" pitchFamily="18" charset="0"/>
              </a:rPr>
              <a:t>The EMI voltage being </a:t>
            </a:r>
          </a:p>
          <a:p>
            <a:r>
              <a:rPr lang="en-US" sz="1050" dirty="0">
                <a:latin typeface="Aptos Serif" panose="02020604070405020304" pitchFamily="18" charset="0"/>
                <a:cs typeface="Aptos Serif" panose="02020604070405020304" pitchFamily="18" charset="0"/>
              </a:rPr>
              <a:t>measured is a continuous</a:t>
            </a:r>
          </a:p>
          <a:p>
            <a:r>
              <a:rPr lang="en-US" sz="1050" dirty="0">
                <a:latin typeface="Aptos Serif" panose="02020604070405020304" pitchFamily="18" charset="0"/>
                <a:cs typeface="Aptos Serif" panose="02020604070405020304" pitchFamily="18" charset="0"/>
              </a:rPr>
              <a:t>signal. Hence its peak </a:t>
            </a:r>
          </a:p>
          <a:p>
            <a:r>
              <a:rPr lang="en-US" sz="1050" dirty="0">
                <a:latin typeface="Aptos Serif" panose="02020604070405020304" pitchFamily="18" charset="0"/>
                <a:cs typeface="Aptos Serif" panose="02020604070405020304" pitchFamily="18" charset="0"/>
              </a:rPr>
              <a:t>= quasi-peak</a:t>
            </a:r>
          </a:p>
          <a:p>
            <a:endParaRPr lang="en-US" sz="1050" dirty="0">
              <a:latin typeface="Aptos Serif" panose="02020604070405020304" pitchFamily="18" charset="0"/>
              <a:cs typeface="Aptos Serif" panose="02020604070405020304" pitchFamily="18" charset="0"/>
            </a:endParaRPr>
          </a:p>
          <a:p>
            <a:r>
              <a:rPr lang="en-US" sz="1050" dirty="0">
                <a:latin typeface="Aptos Serif" panose="02020604070405020304" pitchFamily="18" charset="0"/>
                <a:cs typeface="Aptos Serif" panose="02020604070405020304" pitchFamily="18" charset="0"/>
              </a:rPr>
              <a:t>Thus it passes both QP and AVG detectors.</a:t>
            </a:r>
          </a:p>
        </p:txBody>
      </p:sp>
      <p:cxnSp>
        <p:nvCxnSpPr>
          <p:cNvPr id="15" name="Straight Connector 14">
            <a:extLst>
              <a:ext uri="{FF2B5EF4-FFF2-40B4-BE49-F238E27FC236}">
                <a16:creationId xmlns:a16="http://schemas.microsoft.com/office/drawing/2014/main" id="{A59B3A7A-8FF7-E0C1-0D73-ED82EC001F76}"/>
              </a:ext>
            </a:extLst>
          </p:cNvPr>
          <p:cNvCxnSpPr/>
          <p:nvPr/>
        </p:nvCxnSpPr>
        <p:spPr>
          <a:xfrm>
            <a:off x="134161" y="3344939"/>
            <a:ext cx="8751268" cy="0"/>
          </a:xfrm>
          <a:prstGeom prst="line">
            <a:avLst/>
          </a:prstGeom>
          <a:ln w="12700">
            <a:prstDash val="dash"/>
            <a:tailEnd type="none"/>
          </a:ln>
        </p:spPr>
        <p:style>
          <a:lnRef idx="1">
            <a:schemeClr val="accent1"/>
          </a:lnRef>
          <a:fillRef idx="0">
            <a:schemeClr val="accent1"/>
          </a:fillRef>
          <a:effectRef idx="0">
            <a:schemeClr val="accent1"/>
          </a:effectRef>
          <a:fontRef idx="minor">
            <a:schemeClr val="tx1"/>
          </a:fontRef>
        </p:style>
      </p:cxnSp>
      <p:graphicFrame>
        <p:nvGraphicFramePr>
          <p:cNvPr id="3" name="Table 2">
            <a:extLst>
              <a:ext uri="{FF2B5EF4-FFF2-40B4-BE49-F238E27FC236}">
                <a16:creationId xmlns:a16="http://schemas.microsoft.com/office/drawing/2014/main" id="{224670AD-1BD1-F99D-C611-3384D17A857B}"/>
              </a:ext>
            </a:extLst>
          </p:cNvPr>
          <p:cNvGraphicFramePr>
            <a:graphicFrameLocks noGrp="1"/>
          </p:cNvGraphicFramePr>
          <p:nvPr>
            <p:extLst>
              <p:ext uri="{D42A27DB-BD31-4B8C-83A1-F6EECF244321}">
                <p14:modId xmlns:p14="http://schemas.microsoft.com/office/powerpoint/2010/main" val="2063696759"/>
              </p:ext>
            </p:extLst>
          </p:nvPr>
        </p:nvGraphicFramePr>
        <p:xfrm>
          <a:off x="3866117" y="3423632"/>
          <a:ext cx="5218847" cy="1246131"/>
        </p:xfrm>
        <a:graphic>
          <a:graphicData uri="http://schemas.openxmlformats.org/drawingml/2006/table">
            <a:tbl>
              <a:tblPr firstRow="1" bandRow="1">
                <a:tableStyleId>{FABFCF23-3B69-468F-B69F-88F6DE6A72F2}</a:tableStyleId>
              </a:tblPr>
              <a:tblGrid>
                <a:gridCol w="1100166">
                  <a:extLst>
                    <a:ext uri="{9D8B030D-6E8A-4147-A177-3AD203B41FA5}">
                      <a16:colId xmlns:a16="http://schemas.microsoft.com/office/drawing/2014/main" val="2533708673"/>
                    </a:ext>
                  </a:extLst>
                </a:gridCol>
                <a:gridCol w="1124124">
                  <a:extLst>
                    <a:ext uri="{9D8B030D-6E8A-4147-A177-3AD203B41FA5}">
                      <a16:colId xmlns:a16="http://schemas.microsoft.com/office/drawing/2014/main" val="3993374189"/>
                    </a:ext>
                  </a:extLst>
                </a:gridCol>
                <a:gridCol w="1044901">
                  <a:extLst>
                    <a:ext uri="{9D8B030D-6E8A-4147-A177-3AD203B41FA5}">
                      <a16:colId xmlns:a16="http://schemas.microsoft.com/office/drawing/2014/main" val="3794356811"/>
                    </a:ext>
                  </a:extLst>
                </a:gridCol>
                <a:gridCol w="926645">
                  <a:extLst>
                    <a:ext uri="{9D8B030D-6E8A-4147-A177-3AD203B41FA5}">
                      <a16:colId xmlns:a16="http://schemas.microsoft.com/office/drawing/2014/main" val="2522339877"/>
                    </a:ext>
                  </a:extLst>
                </a:gridCol>
                <a:gridCol w="1023011">
                  <a:extLst>
                    <a:ext uri="{9D8B030D-6E8A-4147-A177-3AD203B41FA5}">
                      <a16:colId xmlns:a16="http://schemas.microsoft.com/office/drawing/2014/main" val="959906910"/>
                    </a:ext>
                  </a:extLst>
                </a:gridCol>
              </a:tblGrid>
              <a:tr h="415377">
                <a:tc>
                  <a:txBody>
                    <a:bodyPr/>
                    <a:lstStyle/>
                    <a:p>
                      <a:r>
                        <a:rPr lang="en-US" sz="1050" dirty="0"/>
                        <a:t>Configuration </a:t>
                      </a:r>
                      <a:endParaRPr lang="en-US" sz="1050" dirty="0">
                        <a:latin typeface="Aptos Serif" panose="02020604070405020304" pitchFamily="18" charset="0"/>
                        <a:cs typeface="Aptos Serif" panose="02020604070405020304" pitchFamily="18" charset="0"/>
                      </a:endParaRPr>
                    </a:p>
                  </a:txBody>
                  <a:tcPr/>
                </a:tc>
                <a:tc>
                  <a:txBody>
                    <a:bodyPr/>
                    <a:lstStyle/>
                    <a:p>
                      <a:r>
                        <a:rPr lang="en-US" sz="1050" dirty="0"/>
                        <a:t>Inductor size</a:t>
                      </a:r>
                      <a:endParaRPr lang="en-US" sz="1050" dirty="0">
                        <a:latin typeface="Aptos Serif" panose="02020604070405020304" pitchFamily="18" charset="0"/>
                        <a:cs typeface="Aptos Serif" panose="02020604070405020304" pitchFamily="18" charset="0"/>
                      </a:endParaRPr>
                    </a:p>
                  </a:txBody>
                  <a:tcPr/>
                </a:tc>
                <a:tc>
                  <a:txBody>
                    <a:bodyPr/>
                    <a:lstStyle/>
                    <a:p>
                      <a:r>
                        <a:rPr lang="en-US" sz="1050" dirty="0"/>
                        <a:t>X-capacitor size</a:t>
                      </a:r>
                      <a:endParaRPr lang="en-US" sz="1050" dirty="0">
                        <a:latin typeface="Aptos Serif" panose="02020604070405020304" pitchFamily="18" charset="0"/>
                        <a:cs typeface="Aptos Serif" panose="02020604070405020304" pitchFamily="18" charset="0"/>
                      </a:endParaRPr>
                    </a:p>
                  </a:txBody>
                  <a:tcPr/>
                </a:tc>
                <a:tc>
                  <a:txBody>
                    <a:bodyPr/>
                    <a:lstStyle/>
                    <a:p>
                      <a:r>
                        <a:rPr lang="en-US" sz="1050" dirty="0"/>
                        <a:t>Comments</a:t>
                      </a:r>
                      <a:endParaRPr lang="en-US" sz="1050" dirty="0">
                        <a:latin typeface="Aptos Serif" panose="02020604070405020304" pitchFamily="18" charset="0"/>
                        <a:cs typeface="Aptos Serif" panose="02020604070405020304" pitchFamily="18" charset="0"/>
                      </a:endParaRPr>
                    </a:p>
                  </a:txBody>
                  <a:tcPr/>
                </a:tc>
                <a:tc>
                  <a:txBody>
                    <a:bodyPr/>
                    <a:lstStyle/>
                    <a:p>
                      <a:r>
                        <a:rPr lang="en-US" sz="1050" dirty="0"/>
                        <a:t>Attenuation (in </a:t>
                      </a:r>
                      <a:r>
                        <a:rPr lang="en-US" sz="1050" dirty="0" err="1"/>
                        <a:t>dBuV</a:t>
                      </a:r>
                      <a:endParaRPr lang="en-US" sz="1050" dirty="0">
                        <a:latin typeface="Aptos Serif" panose="02020604070405020304" pitchFamily="18" charset="0"/>
                        <a:cs typeface="Aptos Serif" panose="02020604070405020304" pitchFamily="18" charset="0"/>
                      </a:endParaRPr>
                    </a:p>
                  </a:txBody>
                  <a:tcPr/>
                </a:tc>
                <a:extLst>
                  <a:ext uri="{0D108BD9-81ED-4DB2-BD59-A6C34878D82A}">
                    <a16:rowId xmlns:a16="http://schemas.microsoft.com/office/drawing/2014/main" val="1212535290"/>
                  </a:ext>
                </a:extLst>
              </a:tr>
              <a:tr h="415377">
                <a:tc>
                  <a:txBody>
                    <a:bodyPr/>
                    <a:lstStyle/>
                    <a:p>
                      <a:r>
                        <a:rPr lang="en-US" sz="1050" dirty="0">
                          <a:latin typeface="Aptos Serif" panose="02020604070405020304" pitchFamily="18" charset="0"/>
                          <a:cs typeface="Aptos Serif" panose="02020604070405020304" pitchFamily="18" charset="0"/>
                        </a:rPr>
                        <a:t>Only Passives (Without AEF)</a:t>
                      </a:r>
                    </a:p>
                  </a:txBody>
                  <a:tcPr/>
                </a:tc>
                <a:tc>
                  <a:txBody>
                    <a:bodyPr/>
                    <a:lstStyle/>
                    <a:p>
                      <a:r>
                        <a:rPr lang="en-US" sz="1050" dirty="0">
                          <a:latin typeface="Aptos Serif" panose="02020604070405020304" pitchFamily="18" charset="0"/>
                          <a:cs typeface="Aptos Serif" panose="02020604070405020304" pitchFamily="18" charset="0"/>
                        </a:rPr>
                        <a:t>800nH</a:t>
                      </a:r>
                    </a:p>
                  </a:txBody>
                  <a:tcPr/>
                </a:tc>
                <a:tc>
                  <a:txBody>
                    <a:bodyPr/>
                    <a:lstStyle/>
                    <a:p>
                      <a:r>
                        <a:rPr lang="en-US" sz="1050" dirty="0">
                          <a:latin typeface="Aptos Serif" panose="02020604070405020304" pitchFamily="18" charset="0"/>
                          <a:cs typeface="Aptos Serif" panose="02020604070405020304" pitchFamily="18" charset="0"/>
                        </a:rPr>
                        <a:t>800nF</a:t>
                      </a:r>
                    </a:p>
                  </a:txBody>
                  <a:tcPr/>
                </a:tc>
                <a:tc>
                  <a:txBody>
                    <a:bodyPr/>
                    <a:lstStyle/>
                    <a:p>
                      <a:r>
                        <a:rPr lang="en-US" sz="1050" dirty="0">
                          <a:latin typeface="Aptos Serif" panose="02020604070405020304" pitchFamily="18" charset="0"/>
                          <a:cs typeface="Aptos Serif" panose="02020604070405020304" pitchFamily="18" charset="0"/>
                        </a:rPr>
                        <a:t>Bulkier passives</a:t>
                      </a:r>
                    </a:p>
                  </a:txBody>
                  <a:tcPr/>
                </a:tc>
                <a:tc>
                  <a:txBody>
                    <a:bodyPr/>
                    <a:lstStyle/>
                    <a:p>
                      <a:r>
                        <a:rPr lang="en-US" sz="1050" dirty="0">
                          <a:latin typeface="Aptos Serif" panose="02020604070405020304" pitchFamily="18" charset="0"/>
                          <a:cs typeface="Aptos Serif" panose="02020604070405020304" pitchFamily="18" charset="0"/>
                        </a:rPr>
                        <a:t>55.33</a:t>
                      </a:r>
                    </a:p>
                  </a:txBody>
                  <a:tcPr/>
                </a:tc>
                <a:extLst>
                  <a:ext uri="{0D108BD9-81ED-4DB2-BD59-A6C34878D82A}">
                    <a16:rowId xmlns:a16="http://schemas.microsoft.com/office/drawing/2014/main" val="4109446517"/>
                  </a:ext>
                </a:extLst>
              </a:tr>
              <a:tr h="415377">
                <a:tc>
                  <a:txBody>
                    <a:bodyPr/>
                    <a:lstStyle/>
                    <a:p>
                      <a:r>
                        <a:rPr lang="en-US" sz="1050" dirty="0">
                          <a:latin typeface="Aptos Serif" panose="02020604070405020304" pitchFamily="18" charset="0"/>
                          <a:cs typeface="Aptos Serif" panose="02020604070405020304" pitchFamily="18" charset="0"/>
                        </a:rPr>
                        <a:t>With Passives + AEF</a:t>
                      </a:r>
                    </a:p>
                  </a:txBody>
                  <a:tcPr/>
                </a:tc>
                <a:tc>
                  <a:txBody>
                    <a:bodyPr/>
                    <a:lstStyle/>
                    <a:p>
                      <a:r>
                        <a:rPr lang="en-US" sz="1050" dirty="0">
                          <a:latin typeface="Aptos Serif" panose="02020604070405020304" pitchFamily="18" charset="0"/>
                          <a:cs typeface="Aptos Serif" panose="02020604070405020304" pitchFamily="18" charset="0"/>
                        </a:rPr>
                        <a:t>500nH (</a:t>
                      </a:r>
                      <a:r>
                        <a:rPr lang="en-US" sz="1050" dirty="0">
                          <a:solidFill>
                            <a:srgbClr val="0070C0"/>
                          </a:solidFill>
                          <a:latin typeface="Aptos Serif" panose="02020604070405020304" pitchFamily="18" charset="0"/>
                          <a:cs typeface="Aptos Serif" panose="02020604070405020304" pitchFamily="18" charset="0"/>
                        </a:rPr>
                        <a:t>30% </a:t>
                      </a:r>
                      <a:r>
                        <a:rPr lang="en-US" sz="1050" dirty="0">
                          <a:latin typeface="Aptos Serif" panose="02020604070405020304" pitchFamily="18" charset="0"/>
                          <a:cs typeface="Aptos Serif" panose="02020604070405020304" pitchFamily="18" charset="0"/>
                        </a:rPr>
                        <a:t>   )</a:t>
                      </a:r>
                    </a:p>
                  </a:txBody>
                  <a:tcPr/>
                </a:tc>
                <a:tc>
                  <a:txBody>
                    <a:bodyPr/>
                    <a:lstStyle/>
                    <a:p>
                      <a:r>
                        <a:rPr lang="en-US" sz="1050" dirty="0">
                          <a:latin typeface="Aptos Serif" panose="02020604070405020304" pitchFamily="18" charset="0"/>
                          <a:cs typeface="Aptos Serif" panose="02020604070405020304" pitchFamily="18" charset="0"/>
                        </a:rPr>
                        <a:t>500nF (</a:t>
                      </a:r>
                      <a:r>
                        <a:rPr lang="en-US" sz="1050" dirty="0">
                          <a:solidFill>
                            <a:srgbClr val="0070C0"/>
                          </a:solidFill>
                          <a:latin typeface="Aptos Serif" panose="02020604070405020304" pitchFamily="18" charset="0"/>
                          <a:cs typeface="Aptos Serif" panose="02020604070405020304" pitchFamily="18" charset="0"/>
                        </a:rPr>
                        <a:t>30%</a:t>
                      </a:r>
                      <a:r>
                        <a:rPr lang="en-US" sz="1050" dirty="0">
                          <a:latin typeface="Aptos Serif" panose="02020604070405020304" pitchFamily="18" charset="0"/>
                          <a:cs typeface="Aptos Serif" panose="02020604070405020304" pitchFamily="18" charset="0"/>
                        </a:rPr>
                        <a:t>    )</a:t>
                      </a:r>
                    </a:p>
                  </a:txBody>
                  <a:tcPr/>
                </a:tc>
                <a:tc>
                  <a:txBody>
                    <a:bodyPr/>
                    <a:lstStyle/>
                    <a:p>
                      <a:r>
                        <a:rPr lang="en-US" sz="1050" dirty="0">
                          <a:latin typeface="Aptos Serif" panose="02020604070405020304" pitchFamily="18" charset="0"/>
                          <a:cs typeface="Aptos Serif" panose="02020604070405020304" pitchFamily="18" charset="0"/>
                        </a:rPr>
                        <a:t>Lighter passives</a:t>
                      </a:r>
                    </a:p>
                  </a:txBody>
                  <a:tcPr/>
                </a:tc>
                <a:tc>
                  <a:txBody>
                    <a:bodyPr/>
                    <a:lstStyle/>
                    <a:p>
                      <a:r>
                        <a:rPr lang="en-US" sz="1050" dirty="0">
                          <a:latin typeface="Aptos Serif" panose="02020604070405020304" pitchFamily="18" charset="0"/>
                          <a:cs typeface="Aptos Serif" panose="02020604070405020304" pitchFamily="18" charset="0"/>
                        </a:rPr>
                        <a:t>56.12 </a:t>
                      </a:r>
                    </a:p>
                  </a:txBody>
                  <a:tcPr/>
                </a:tc>
                <a:extLst>
                  <a:ext uri="{0D108BD9-81ED-4DB2-BD59-A6C34878D82A}">
                    <a16:rowId xmlns:a16="http://schemas.microsoft.com/office/drawing/2014/main" val="769711213"/>
                  </a:ext>
                </a:extLst>
              </a:tr>
            </a:tbl>
          </a:graphicData>
        </a:graphic>
      </p:graphicFrame>
      <p:sp>
        <p:nvSpPr>
          <p:cNvPr id="5" name="TextBox 4">
            <a:extLst>
              <a:ext uri="{FF2B5EF4-FFF2-40B4-BE49-F238E27FC236}">
                <a16:creationId xmlns:a16="http://schemas.microsoft.com/office/drawing/2014/main" id="{3B4D43C0-2B74-9FBD-D277-0F06CBB0F70E}"/>
              </a:ext>
            </a:extLst>
          </p:cNvPr>
          <p:cNvSpPr txBox="1"/>
          <p:nvPr/>
        </p:nvSpPr>
        <p:spPr>
          <a:xfrm>
            <a:off x="188431" y="3344939"/>
            <a:ext cx="3639586" cy="523220"/>
          </a:xfrm>
          <a:prstGeom prst="rect">
            <a:avLst/>
          </a:prstGeom>
          <a:noFill/>
        </p:spPr>
        <p:txBody>
          <a:bodyPr wrap="none" rtlCol="0">
            <a:spAutoFit/>
          </a:bodyPr>
          <a:lstStyle/>
          <a:p>
            <a:r>
              <a:rPr lang="en-US" sz="1400" b="1" dirty="0">
                <a:solidFill>
                  <a:srgbClr val="0070C0"/>
                </a:solidFill>
                <a:latin typeface="Aptos Serif" panose="02020604070405020304" pitchFamily="18" charset="0"/>
                <a:cs typeface="Aptos Serif" panose="02020604070405020304" pitchFamily="18" charset="0"/>
              </a:rPr>
              <a:t>Studying the decrease in size of passives</a:t>
            </a:r>
          </a:p>
          <a:p>
            <a:r>
              <a:rPr lang="en-US" sz="1400" b="1" dirty="0">
                <a:solidFill>
                  <a:srgbClr val="0070C0"/>
                </a:solidFill>
                <a:latin typeface="Aptos Serif" panose="02020604070405020304" pitchFamily="18" charset="0"/>
                <a:cs typeface="Aptos Serif" panose="02020604070405020304" pitchFamily="18" charset="0"/>
              </a:rPr>
              <a:t>with the use of AEF</a:t>
            </a:r>
          </a:p>
        </p:txBody>
      </p:sp>
      <p:sp>
        <p:nvSpPr>
          <p:cNvPr id="8" name="TextBox 7">
            <a:extLst>
              <a:ext uri="{FF2B5EF4-FFF2-40B4-BE49-F238E27FC236}">
                <a16:creationId xmlns:a16="http://schemas.microsoft.com/office/drawing/2014/main" id="{1D9D0966-7A0B-64D6-C243-21FC433C8E0C}"/>
              </a:ext>
            </a:extLst>
          </p:cNvPr>
          <p:cNvSpPr txBox="1"/>
          <p:nvPr/>
        </p:nvSpPr>
        <p:spPr>
          <a:xfrm>
            <a:off x="188431" y="3714617"/>
            <a:ext cx="3439735" cy="900246"/>
          </a:xfrm>
          <a:prstGeom prst="rect">
            <a:avLst/>
          </a:prstGeom>
          <a:noFill/>
        </p:spPr>
        <p:txBody>
          <a:bodyPr wrap="square" rtlCol="0">
            <a:spAutoFit/>
          </a:bodyPr>
          <a:lstStyle/>
          <a:p>
            <a:r>
              <a:rPr lang="en-US" sz="1050" dirty="0">
                <a:latin typeface="Aptos Serif" panose="02020604070405020304" pitchFamily="18" charset="0"/>
                <a:cs typeface="Aptos Serif" panose="02020604070405020304" pitchFamily="18" charset="0"/>
              </a:rPr>
              <a:t>If we use passive filters only, we’ll have to use larger inductors and x-capacitors for the same attenuation. Use of AEF leads to 30% decrease in size of both x-capacitors and inductor size</a:t>
            </a:r>
          </a:p>
          <a:p>
            <a:r>
              <a:rPr lang="en-US" sz="1050" dirty="0">
                <a:latin typeface="Aptos Serif" panose="02020604070405020304" pitchFamily="18" charset="0"/>
                <a:cs typeface="Aptos Serif" panose="02020604070405020304" pitchFamily="18" charset="0"/>
              </a:rPr>
              <a:t>in the circuit.</a:t>
            </a:r>
          </a:p>
        </p:txBody>
      </p:sp>
      <p:sp>
        <p:nvSpPr>
          <p:cNvPr id="12" name="Arrow: Down 11">
            <a:extLst>
              <a:ext uri="{FF2B5EF4-FFF2-40B4-BE49-F238E27FC236}">
                <a16:creationId xmlns:a16="http://schemas.microsoft.com/office/drawing/2014/main" id="{EE423B7F-7420-5BC5-0A92-5BCAC944565F}"/>
              </a:ext>
            </a:extLst>
          </p:cNvPr>
          <p:cNvSpPr/>
          <p:nvPr/>
        </p:nvSpPr>
        <p:spPr>
          <a:xfrm>
            <a:off x="5837636" y="4309452"/>
            <a:ext cx="57150" cy="130627"/>
          </a:xfrm>
          <a:prstGeom prst="down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3" name="Arrow: Down 12">
            <a:extLst>
              <a:ext uri="{FF2B5EF4-FFF2-40B4-BE49-F238E27FC236}">
                <a16:creationId xmlns:a16="http://schemas.microsoft.com/office/drawing/2014/main" id="{DA2A5F79-25A8-CC79-8158-A0347307F668}"/>
              </a:ext>
            </a:extLst>
          </p:cNvPr>
          <p:cNvSpPr/>
          <p:nvPr/>
        </p:nvSpPr>
        <p:spPr>
          <a:xfrm>
            <a:off x="6880842" y="4320325"/>
            <a:ext cx="57150" cy="130627"/>
          </a:xfrm>
          <a:prstGeom prst="down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21111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39A8B-1FD6-3AF8-CDFE-F4CD0CCC270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EFCD55E-5985-29AE-0380-4BAC25C145B8}"/>
              </a:ext>
            </a:extLst>
          </p:cNvPr>
          <p:cNvPicPr>
            <a:picLocks noChangeAspect="1"/>
          </p:cNvPicPr>
          <p:nvPr/>
        </p:nvPicPr>
        <p:blipFill>
          <a:blip r:embed="rId2"/>
          <a:stretch>
            <a:fillRect/>
          </a:stretch>
        </p:blipFill>
        <p:spPr>
          <a:xfrm>
            <a:off x="5435360" y="2173003"/>
            <a:ext cx="3340340" cy="991952"/>
          </a:xfrm>
          <a:prstGeom prst="rect">
            <a:avLst/>
          </a:prstGeom>
        </p:spPr>
      </p:pic>
      <p:pic>
        <p:nvPicPr>
          <p:cNvPr id="11" name="Picture 10">
            <a:extLst>
              <a:ext uri="{FF2B5EF4-FFF2-40B4-BE49-F238E27FC236}">
                <a16:creationId xmlns:a16="http://schemas.microsoft.com/office/drawing/2014/main" id="{CB6F06EF-5603-F092-0438-3BEA053D9935}"/>
              </a:ext>
            </a:extLst>
          </p:cNvPr>
          <p:cNvPicPr>
            <a:picLocks noChangeAspect="1"/>
          </p:cNvPicPr>
          <p:nvPr/>
        </p:nvPicPr>
        <p:blipFill>
          <a:blip r:embed="rId3"/>
          <a:stretch>
            <a:fillRect/>
          </a:stretch>
        </p:blipFill>
        <p:spPr>
          <a:xfrm>
            <a:off x="-1" y="733513"/>
            <a:ext cx="5214782" cy="3755548"/>
          </a:xfrm>
          <a:prstGeom prst="rect">
            <a:avLst/>
          </a:prstGeom>
        </p:spPr>
      </p:pic>
      <p:sp>
        <p:nvSpPr>
          <p:cNvPr id="2" name="Title 1">
            <a:extLst>
              <a:ext uri="{FF2B5EF4-FFF2-40B4-BE49-F238E27FC236}">
                <a16:creationId xmlns:a16="http://schemas.microsoft.com/office/drawing/2014/main" id="{A8A2FA2B-C92C-7CA0-E657-2FAEA2AD1457}"/>
              </a:ext>
            </a:extLst>
          </p:cNvPr>
          <p:cNvSpPr>
            <a:spLocks noGrp="1"/>
          </p:cNvSpPr>
          <p:nvPr>
            <p:ph type="title"/>
          </p:nvPr>
        </p:nvSpPr>
        <p:spPr/>
        <p:txBody>
          <a:bodyPr/>
          <a:lstStyle/>
          <a:p>
            <a:r>
              <a:rPr lang="en-US" dirty="0"/>
              <a:t>Sentry Schematic – Without any filter</a:t>
            </a:r>
          </a:p>
        </p:txBody>
      </p:sp>
      <p:sp>
        <p:nvSpPr>
          <p:cNvPr id="4" name="Slide Number Placeholder 3">
            <a:extLst>
              <a:ext uri="{FF2B5EF4-FFF2-40B4-BE49-F238E27FC236}">
                <a16:creationId xmlns:a16="http://schemas.microsoft.com/office/drawing/2014/main" id="{6A0831EF-5E37-A216-C564-8CC553F688DE}"/>
              </a:ext>
            </a:extLst>
          </p:cNvPr>
          <p:cNvSpPr>
            <a:spLocks noGrp="1"/>
          </p:cNvSpPr>
          <p:nvPr>
            <p:ph type="sldNum" sz="quarter" idx="10"/>
          </p:nvPr>
        </p:nvSpPr>
        <p:spPr/>
        <p:txBody>
          <a:bodyPr/>
          <a:lstStyle/>
          <a:p>
            <a:pPr>
              <a:defRPr/>
            </a:pPr>
            <a:fld id="{2B97888F-6AF7-4263-B69D-592D8C33BAC7}" type="slidenum">
              <a:rPr lang="en-US" smtClean="0"/>
              <a:pPr>
                <a:defRPr/>
              </a:pPr>
              <a:t>32</a:t>
            </a:fld>
            <a:endParaRPr lang="en-US"/>
          </a:p>
        </p:txBody>
      </p:sp>
      <p:grpSp>
        <p:nvGrpSpPr>
          <p:cNvPr id="6" name="Group 5">
            <a:extLst>
              <a:ext uri="{FF2B5EF4-FFF2-40B4-BE49-F238E27FC236}">
                <a16:creationId xmlns:a16="http://schemas.microsoft.com/office/drawing/2014/main" id="{DC95DD90-F48F-5769-B0C1-4AAE6D0B0951}"/>
              </a:ext>
            </a:extLst>
          </p:cNvPr>
          <p:cNvGrpSpPr/>
          <p:nvPr/>
        </p:nvGrpSpPr>
        <p:grpSpPr>
          <a:xfrm>
            <a:off x="594651" y="1585843"/>
            <a:ext cx="4655160" cy="67733"/>
            <a:chOff x="821267" y="2040467"/>
            <a:chExt cx="4655160" cy="67733"/>
          </a:xfrm>
        </p:grpSpPr>
        <p:cxnSp>
          <p:nvCxnSpPr>
            <p:cNvPr id="7" name="Straight Connector 6">
              <a:extLst>
                <a:ext uri="{FF2B5EF4-FFF2-40B4-BE49-F238E27FC236}">
                  <a16:creationId xmlns:a16="http://schemas.microsoft.com/office/drawing/2014/main" id="{CD3357F2-CCD0-F65A-E400-736A5A5FB5AF}"/>
                </a:ext>
              </a:extLst>
            </p:cNvPr>
            <p:cNvCxnSpPr>
              <a:cxnSpLocks/>
            </p:cNvCxnSpPr>
            <p:nvPr/>
          </p:nvCxnSpPr>
          <p:spPr>
            <a:xfrm>
              <a:off x="821267" y="2040467"/>
              <a:ext cx="745066"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BB39521-7471-9A49-AAFA-8424972FFADB}"/>
                </a:ext>
              </a:extLst>
            </p:cNvPr>
            <p:cNvCxnSpPr/>
            <p:nvPr/>
          </p:nvCxnSpPr>
          <p:spPr>
            <a:xfrm>
              <a:off x="1566333" y="2108200"/>
              <a:ext cx="3910094"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156EFDD-559A-7B06-3857-FF8C4438AADC}"/>
                </a:ext>
              </a:extLst>
            </p:cNvPr>
            <p:cNvCxnSpPr/>
            <p:nvPr/>
          </p:nvCxnSpPr>
          <p:spPr>
            <a:xfrm>
              <a:off x="1566333" y="2040467"/>
              <a:ext cx="0" cy="67733"/>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14E56FCA-F596-AACC-EFD9-603EDD32C9CF}"/>
              </a:ext>
            </a:extLst>
          </p:cNvPr>
          <p:cNvGrpSpPr/>
          <p:nvPr/>
        </p:nvGrpSpPr>
        <p:grpSpPr>
          <a:xfrm>
            <a:off x="594651" y="1769534"/>
            <a:ext cx="4655160" cy="67733"/>
            <a:chOff x="821267" y="2194713"/>
            <a:chExt cx="4655160" cy="67733"/>
          </a:xfrm>
        </p:grpSpPr>
        <p:cxnSp>
          <p:nvCxnSpPr>
            <p:cNvPr id="13" name="Straight Connector 12">
              <a:extLst>
                <a:ext uri="{FF2B5EF4-FFF2-40B4-BE49-F238E27FC236}">
                  <a16:creationId xmlns:a16="http://schemas.microsoft.com/office/drawing/2014/main" id="{D53BFA19-D766-66D7-AF58-1DD06BAE9C77}"/>
                </a:ext>
              </a:extLst>
            </p:cNvPr>
            <p:cNvCxnSpPr>
              <a:cxnSpLocks/>
            </p:cNvCxnSpPr>
            <p:nvPr/>
          </p:nvCxnSpPr>
          <p:spPr>
            <a:xfrm>
              <a:off x="821267" y="2194713"/>
              <a:ext cx="745066"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52D1ECE-9859-8627-E0EA-4BBA2C8A017A}"/>
                </a:ext>
              </a:extLst>
            </p:cNvPr>
            <p:cNvCxnSpPr/>
            <p:nvPr/>
          </p:nvCxnSpPr>
          <p:spPr>
            <a:xfrm>
              <a:off x="1566333" y="2262446"/>
              <a:ext cx="3910094"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59D19BD-5D4F-2B59-73A5-17EBC5AD51F5}"/>
                </a:ext>
              </a:extLst>
            </p:cNvPr>
            <p:cNvCxnSpPr/>
            <p:nvPr/>
          </p:nvCxnSpPr>
          <p:spPr>
            <a:xfrm>
              <a:off x="1566333" y="2194713"/>
              <a:ext cx="0" cy="67733"/>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grpSp>
      <p:sp>
        <p:nvSpPr>
          <p:cNvPr id="16" name="TextBox 15">
            <a:extLst>
              <a:ext uri="{FF2B5EF4-FFF2-40B4-BE49-F238E27FC236}">
                <a16:creationId xmlns:a16="http://schemas.microsoft.com/office/drawing/2014/main" id="{0F98E6F7-31E9-E8DC-85AF-2458DBFCF8D6}"/>
              </a:ext>
            </a:extLst>
          </p:cNvPr>
          <p:cNvSpPr txBox="1"/>
          <p:nvPr/>
        </p:nvSpPr>
        <p:spPr>
          <a:xfrm>
            <a:off x="771933" y="1362398"/>
            <a:ext cx="567784" cy="215444"/>
          </a:xfrm>
          <a:prstGeom prst="rect">
            <a:avLst/>
          </a:prstGeom>
          <a:noFill/>
        </p:spPr>
        <p:txBody>
          <a:bodyPr wrap="none" rtlCol="0">
            <a:spAutoFit/>
          </a:bodyPr>
          <a:lstStyle/>
          <a:p>
            <a:r>
              <a:rPr lang="en-US" sz="800" b="1" dirty="0">
                <a:solidFill>
                  <a:schemeClr val="accent3">
                    <a:lumMod val="60000"/>
                    <a:lumOff val="40000"/>
                  </a:schemeClr>
                </a:solidFill>
              </a:rPr>
              <a:t>79dBuV</a:t>
            </a:r>
          </a:p>
        </p:txBody>
      </p:sp>
      <p:sp>
        <p:nvSpPr>
          <p:cNvPr id="18" name="TextBox 17">
            <a:extLst>
              <a:ext uri="{FF2B5EF4-FFF2-40B4-BE49-F238E27FC236}">
                <a16:creationId xmlns:a16="http://schemas.microsoft.com/office/drawing/2014/main" id="{E66CE913-D6D3-5586-9601-3F42FF0B3EBD}"/>
              </a:ext>
            </a:extLst>
          </p:cNvPr>
          <p:cNvSpPr txBox="1"/>
          <p:nvPr/>
        </p:nvSpPr>
        <p:spPr>
          <a:xfrm>
            <a:off x="2039606" y="1422256"/>
            <a:ext cx="567784" cy="215444"/>
          </a:xfrm>
          <a:prstGeom prst="rect">
            <a:avLst/>
          </a:prstGeom>
          <a:noFill/>
        </p:spPr>
        <p:txBody>
          <a:bodyPr wrap="none" rtlCol="0">
            <a:spAutoFit/>
          </a:bodyPr>
          <a:lstStyle/>
          <a:p>
            <a:r>
              <a:rPr lang="en-US" sz="800" b="1" dirty="0">
                <a:solidFill>
                  <a:schemeClr val="accent3">
                    <a:lumMod val="60000"/>
                    <a:lumOff val="40000"/>
                  </a:schemeClr>
                </a:solidFill>
              </a:rPr>
              <a:t>73dBuV</a:t>
            </a:r>
          </a:p>
        </p:txBody>
      </p:sp>
      <p:sp>
        <p:nvSpPr>
          <p:cNvPr id="19" name="TextBox 18">
            <a:extLst>
              <a:ext uri="{FF2B5EF4-FFF2-40B4-BE49-F238E27FC236}">
                <a16:creationId xmlns:a16="http://schemas.microsoft.com/office/drawing/2014/main" id="{524914FB-12DC-BEE9-EA97-DAB72A90DA5F}"/>
              </a:ext>
            </a:extLst>
          </p:cNvPr>
          <p:cNvSpPr txBox="1"/>
          <p:nvPr/>
        </p:nvSpPr>
        <p:spPr>
          <a:xfrm>
            <a:off x="771933" y="1613586"/>
            <a:ext cx="567784" cy="215444"/>
          </a:xfrm>
          <a:prstGeom prst="rect">
            <a:avLst/>
          </a:prstGeom>
          <a:noFill/>
        </p:spPr>
        <p:txBody>
          <a:bodyPr wrap="none" rtlCol="0">
            <a:spAutoFit/>
          </a:bodyPr>
          <a:lstStyle/>
          <a:p>
            <a:r>
              <a:rPr lang="en-US" sz="800" b="1" dirty="0">
                <a:solidFill>
                  <a:srgbClr val="FFC000"/>
                </a:solidFill>
              </a:rPr>
              <a:t>66dBuV</a:t>
            </a:r>
          </a:p>
        </p:txBody>
      </p:sp>
      <p:sp>
        <p:nvSpPr>
          <p:cNvPr id="20" name="TextBox 19">
            <a:extLst>
              <a:ext uri="{FF2B5EF4-FFF2-40B4-BE49-F238E27FC236}">
                <a16:creationId xmlns:a16="http://schemas.microsoft.com/office/drawing/2014/main" id="{E1E35310-B196-2F67-0101-176A4C027C65}"/>
              </a:ext>
            </a:extLst>
          </p:cNvPr>
          <p:cNvSpPr txBox="1"/>
          <p:nvPr/>
        </p:nvSpPr>
        <p:spPr>
          <a:xfrm>
            <a:off x="2039606" y="1661812"/>
            <a:ext cx="567784" cy="215444"/>
          </a:xfrm>
          <a:prstGeom prst="rect">
            <a:avLst/>
          </a:prstGeom>
          <a:noFill/>
        </p:spPr>
        <p:txBody>
          <a:bodyPr wrap="none" rtlCol="0">
            <a:spAutoFit/>
          </a:bodyPr>
          <a:lstStyle/>
          <a:p>
            <a:r>
              <a:rPr lang="en-US" sz="800" b="1" dirty="0">
                <a:solidFill>
                  <a:srgbClr val="FFC000"/>
                </a:solidFill>
              </a:rPr>
              <a:t>60dBuV</a:t>
            </a:r>
          </a:p>
        </p:txBody>
      </p:sp>
      <p:sp>
        <p:nvSpPr>
          <p:cNvPr id="21" name="Rectangle 20">
            <a:extLst>
              <a:ext uri="{FF2B5EF4-FFF2-40B4-BE49-F238E27FC236}">
                <a16:creationId xmlns:a16="http://schemas.microsoft.com/office/drawing/2014/main" id="{72A0F266-5CFA-6C59-44BA-DA346A517644}"/>
              </a:ext>
            </a:extLst>
          </p:cNvPr>
          <p:cNvSpPr/>
          <p:nvPr/>
        </p:nvSpPr>
        <p:spPr>
          <a:xfrm>
            <a:off x="5214781" y="728119"/>
            <a:ext cx="1010422" cy="722923"/>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ABB8D30-BA4F-7D14-B0B2-D3FB20DA29FB}"/>
              </a:ext>
            </a:extLst>
          </p:cNvPr>
          <p:cNvSpPr txBox="1"/>
          <p:nvPr/>
        </p:nvSpPr>
        <p:spPr>
          <a:xfrm>
            <a:off x="5522149" y="764535"/>
            <a:ext cx="498663" cy="646331"/>
          </a:xfrm>
          <a:prstGeom prst="rect">
            <a:avLst/>
          </a:prstGeom>
          <a:noFill/>
        </p:spPr>
        <p:txBody>
          <a:bodyPr wrap="none" rtlCol="0">
            <a:spAutoFit/>
          </a:bodyPr>
          <a:lstStyle/>
          <a:p>
            <a:r>
              <a:rPr lang="en-US" sz="1200" dirty="0"/>
              <a:t>QP</a:t>
            </a:r>
          </a:p>
          <a:p>
            <a:endParaRPr lang="en-US" sz="1200" dirty="0"/>
          </a:p>
          <a:p>
            <a:r>
              <a:rPr lang="en-US" sz="1200" dirty="0"/>
              <a:t>AVG</a:t>
            </a:r>
          </a:p>
        </p:txBody>
      </p:sp>
      <p:cxnSp>
        <p:nvCxnSpPr>
          <p:cNvPr id="24" name="Straight Connector 23">
            <a:extLst>
              <a:ext uri="{FF2B5EF4-FFF2-40B4-BE49-F238E27FC236}">
                <a16:creationId xmlns:a16="http://schemas.microsoft.com/office/drawing/2014/main" id="{5F041F42-D4E6-1232-A31A-682597A877B6}"/>
              </a:ext>
            </a:extLst>
          </p:cNvPr>
          <p:cNvCxnSpPr/>
          <p:nvPr/>
        </p:nvCxnSpPr>
        <p:spPr>
          <a:xfrm>
            <a:off x="5307917" y="940682"/>
            <a:ext cx="214232"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2E5A7A3-E49B-C4FB-ABBC-FAC359E0FAA1}"/>
              </a:ext>
            </a:extLst>
          </p:cNvPr>
          <p:cNvCxnSpPr/>
          <p:nvPr/>
        </p:nvCxnSpPr>
        <p:spPr>
          <a:xfrm>
            <a:off x="5316454" y="1291557"/>
            <a:ext cx="214232"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5655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par>
                                <p:cTn id="11" presetID="22" presetClass="entr" presetSubtype="8"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500"/>
                                        <p:tgtEl>
                                          <p:spTgt spid="12"/>
                                        </p:tgtEl>
                                      </p:cBhvr>
                                    </p:animEffect>
                                  </p:childTnLst>
                                </p:cTn>
                              </p:par>
                              <p:par>
                                <p:cTn id="14" presetID="22" presetClass="entr" presetSubtype="8"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0"/>
                                          </p:stCondLst>
                                        </p:cTn>
                                        <p:tgtEl>
                                          <p:spTgt spid="18"/>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childTnLst>
                                </p:cTn>
                              </p:par>
                              <p:par>
                                <p:cTn id="22" presetID="22" presetClass="entr" presetSubtype="8"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left)">
                                      <p:cBhvr>
                                        <p:cTn id="24" dur="500"/>
                                        <p:tgtEl>
                                          <p:spTgt spid="21"/>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left)">
                                      <p:cBhvr>
                                        <p:cTn id="27" dur="500"/>
                                        <p:tgtEl>
                                          <p:spTgt spid="22"/>
                                        </p:tgtEl>
                                      </p:cBhvr>
                                    </p:animEffect>
                                  </p:childTnLst>
                                </p:cTn>
                              </p:par>
                              <p:par>
                                <p:cTn id="28" presetID="22" presetClass="entr" presetSubtype="8" fill="hold"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left)">
                                      <p:cBhvr>
                                        <p:cTn id="30" dur="500"/>
                                        <p:tgtEl>
                                          <p:spTgt spid="24"/>
                                        </p:tgtEl>
                                      </p:cBhvr>
                                    </p:animEffect>
                                  </p:childTnLst>
                                </p:cTn>
                              </p:par>
                              <p:par>
                                <p:cTn id="31" presetID="22" presetClass="entr" presetSubtype="8"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wipe(left)">
                                      <p:cBhvr>
                                        <p:cTn id="3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1" grpId="0" animBg="1"/>
      <p:bldP spid="2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5BDD9-A8B3-09A3-B0D0-EBD94D1D3D3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C151CD-01DB-3274-B02C-2D54E816F1D7}"/>
              </a:ext>
            </a:extLst>
          </p:cNvPr>
          <p:cNvPicPr>
            <a:picLocks noChangeAspect="1"/>
          </p:cNvPicPr>
          <p:nvPr/>
        </p:nvPicPr>
        <p:blipFill>
          <a:blip r:embed="rId2"/>
          <a:stretch>
            <a:fillRect/>
          </a:stretch>
        </p:blipFill>
        <p:spPr>
          <a:xfrm>
            <a:off x="5435360" y="2173004"/>
            <a:ext cx="3340340" cy="858064"/>
          </a:xfrm>
          <a:prstGeom prst="rect">
            <a:avLst/>
          </a:prstGeom>
        </p:spPr>
      </p:pic>
      <p:pic>
        <p:nvPicPr>
          <p:cNvPr id="23" name="Picture 22">
            <a:extLst>
              <a:ext uri="{FF2B5EF4-FFF2-40B4-BE49-F238E27FC236}">
                <a16:creationId xmlns:a16="http://schemas.microsoft.com/office/drawing/2014/main" id="{8E9907CE-E218-B9DB-8828-B676CB3EABB1}"/>
              </a:ext>
            </a:extLst>
          </p:cNvPr>
          <p:cNvPicPr>
            <a:picLocks noChangeAspect="1"/>
          </p:cNvPicPr>
          <p:nvPr/>
        </p:nvPicPr>
        <p:blipFill>
          <a:blip r:embed="rId3"/>
          <a:srcRect r="11446"/>
          <a:stretch>
            <a:fillRect/>
          </a:stretch>
        </p:blipFill>
        <p:spPr>
          <a:xfrm>
            <a:off x="5435360" y="2173003"/>
            <a:ext cx="3340340" cy="858064"/>
          </a:xfrm>
          <a:prstGeom prst="rect">
            <a:avLst/>
          </a:prstGeom>
        </p:spPr>
      </p:pic>
      <p:pic>
        <p:nvPicPr>
          <p:cNvPr id="3" name="Picture 2">
            <a:extLst>
              <a:ext uri="{FF2B5EF4-FFF2-40B4-BE49-F238E27FC236}">
                <a16:creationId xmlns:a16="http://schemas.microsoft.com/office/drawing/2014/main" id="{02CB59C8-B767-C683-B229-A40EAD5AB9BD}"/>
              </a:ext>
            </a:extLst>
          </p:cNvPr>
          <p:cNvPicPr>
            <a:picLocks noChangeAspect="1"/>
          </p:cNvPicPr>
          <p:nvPr/>
        </p:nvPicPr>
        <p:blipFill>
          <a:blip r:embed="rId4"/>
          <a:stretch>
            <a:fillRect/>
          </a:stretch>
        </p:blipFill>
        <p:spPr>
          <a:xfrm>
            <a:off x="-3" y="717956"/>
            <a:ext cx="5249813" cy="3780776"/>
          </a:xfrm>
          <a:prstGeom prst="rect">
            <a:avLst/>
          </a:prstGeom>
        </p:spPr>
      </p:pic>
      <p:pic>
        <p:nvPicPr>
          <p:cNvPr id="21" name="Picture 20">
            <a:extLst>
              <a:ext uri="{FF2B5EF4-FFF2-40B4-BE49-F238E27FC236}">
                <a16:creationId xmlns:a16="http://schemas.microsoft.com/office/drawing/2014/main" id="{B1239300-47C3-0EF4-6F74-004F40484D6B}"/>
              </a:ext>
            </a:extLst>
          </p:cNvPr>
          <p:cNvPicPr>
            <a:picLocks noChangeAspect="1"/>
          </p:cNvPicPr>
          <p:nvPr/>
        </p:nvPicPr>
        <p:blipFill>
          <a:blip r:embed="rId5"/>
          <a:stretch>
            <a:fillRect/>
          </a:stretch>
        </p:blipFill>
        <p:spPr>
          <a:xfrm>
            <a:off x="-1" y="733513"/>
            <a:ext cx="5214782" cy="3755548"/>
          </a:xfrm>
          <a:prstGeom prst="rect">
            <a:avLst/>
          </a:prstGeom>
        </p:spPr>
      </p:pic>
      <p:sp>
        <p:nvSpPr>
          <p:cNvPr id="2" name="Title 1">
            <a:extLst>
              <a:ext uri="{FF2B5EF4-FFF2-40B4-BE49-F238E27FC236}">
                <a16:creationId xmlns:a16="http://schemas.microsoft.com/office/drawing/2014/main" id="{FD450748-346D-AD88-6FA8-86F0ED341DB5}"/>
              </a:ext>
            </a:extLst>
          </p:cNvPr>
          <p:cNvSpPr>
            <a:spLocks noGrp="1"/>
          </p:cNvSpPr>
          <p:nvPr>
            <p:ph type="title"/>
          </p:nvPr>
        </p:nvSpPr>
        <p:spPr/>
        <p:txBody>
          <a:bodyPr/>
          <a:lstStyle/>
          <a:p>
            <a:r>
              <a:rPr lang="en-US" dirty="0"/>
              <a:t>Sentry Schematic – With passives only</a:t>
            </a:r>
          </a:p>
        </p:txBody>
      </p:sp>
      <p:sp>
        <p:nvSpPr>
          <p:cNvPr id="4" name="Slide Number Placeholder 3">
            <a:extLst>
              <a:ext uri="{FF2B5EF4-FFF2-40B4-BE49-F238E27FC236}">
                <a16:creationId xmlns:a16="http://schemas.microsoft.com/office/drawing/2014/main" id="{EDF38BCB-C832-12C2-6464-660AE204272F}"/>
              </a:ext>
            </a:extLst>
          </p:cNvPr>
          <p:cNvSpPr>
            <a:spLocks noGrp="1"/>
          </p:cNvSpPr>
          <p:nvPr>
            <p:ph type="sldNum" sz="quarter" idx="10"/>
          </p:nvPr>
        </p:nvSpPr>
        <p:spPr/>
        <p:txBody>
          <a:bodyPr/>
          <a:lstStyle/>
          <a:p>
            <a:pPr>
              <a:defRPr/>
            </a:pPr>
            <a:fld id="{2B97888F-6AF7-4263-B69D-592D8C33BAC7}" type="slidenum">
              <a:rPr lang="en-US" smtClean="0"/>
              <a:pPr>
                <a:defRPr/>
              </a:pPr>
              <a:t>33</a:t>
            </a:fld>
            <a:endParaRPr lang="en-US"/>
          </a:p>
        </p:txBody>
      </p:sp>
      <p:grpSp>
        <p:nvGrpSpPr>
          <p:cNvPr id="6" name="Group 5">
            <a:extLst>
              <a:ext uri="{FF2B5EF4-FFF2-40B4-BE49-F238E27FC236}">
                <a16:creationId xmlns:a16="http://schemas.microsoft.com/office/drawing/2014/main" id="{4232CE9D-8895-5983-F752-EEF1B44DF82C}"/>
              </a:ext>
            </a:extLst>
          </p:cNvPr>
          <p:cNvGrpSpPr/>
          <p:nvPr/>
        </p:nvGrpSpPr>
        <p:grpSpPr>
          <a:xfrm>
            <a:off x="594651" y="1585843"/>
            <a:ext cx="4655160" cy="67733"/>
            <a:chOff x="821267" y="2040467"/>
            <a:chExt cx="4655160" cy="67733"/>
          </a:xfrm>
        </p:grpSpPr>
        <p:cxnSp>
          <p:nvCxnSpPr>
            <p:cNvPr id="7" name="Straight Connector 6">
              <a:extLst>
                <a:ext uri="{FF2B5EF4-FFF2-40B4-BE49-F238E27FC236}">
                  <a16:creationId xmlns:a16="http://schemas.microsoft.com/office/drawing/2014/main" id="{17FE171F-070B-ED95-AF03-2F4251294C79}"/>
                </a:ext>
              </a:extLst>
            </p:cNvPr>
            <p:cNvCxnSpPr>
              <a:cxnSpLocks/>
            </p:cNvCxnSpPr>
            <p:nvPr/>
          </p:nvCxnSpPr>
          <p:spPr>
            <a:xfrm>
              <a:off x="821267" y="2040467"/>
              <a:ext cx="745066"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EBA7243-D271-EDDD-13D1-F78A48F0D181}"/>
                </a:ext>
              </a:extLst>
            </p:cNvPr>
            <p:cNvCxnSpPr/>
            <p:nvPr/>
          </p:nvCxnSpPr>
          <p:spPr>
            <a:xfrm>
              <a:off x="1566333" y="2108200"/>
              <a:ext cx="3910094"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568EDF9-3DDB-42D0-15E5-872A69FFD199}"/>
                </a:ext>
              </a:extLst>
            </p:cNvPr>
            <p:cNvCxnSpPr/>
            <p:nvPr/>
          </p:nvCxnSpPr>
          <p:spPr>
            <a:xfrm>
              <a:off x="1566333" y="2040467"/>
              <a:ext cx="0" cy="67733"/>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690A0F7A-A32D-AB9E-45DA-16EDB30468B4}"/>
              </a:ext>
            </a:extLst>
          </p:cNvPr>
          <p:cNvGrpSpPr/>
          <p:nvPr/>
        </p:nvGrpSpPr>
        <p:grpSpPr>
          <a:xfrm>
            <a:off x="594651" y="1769534"/>
            <a:ext cx="4655160" cy="67733"/>
            <a:chOff x="821267" y="2194713"/>
            <a:chExt cx="4655160" cy="67733"/>
          </a:xfrm>
        </p:grpSpPr>
        <p:cxnSp>
          <p:nvCxnSpPr>
            <p:cNvPr id="13" name="Straight Connector 12">
              <a:extLst>
                <a:ext uri="{FF2B5EF4-FFF2-40B4-BE49-F238E27FC236}">
                  <a16:creationId xmlns:a16="http://schemas.microsoft.com/office/drawing/2014/main" id="{0197B946-6E7D-A51D-9735-9114C42CCCBB}"/>
                </a:ext>
              </a:extLst>
            </p:cNvPr>
            <p:cNvCxnSpPr>
              <a:cxnSpLocks/>
            </p:cNvCxnSpPr>
            <p:nvPr/>
          </p:nvCxnSpPr>
          <p:spPr>
            <a:xfrm>
              <a:off x="821267" y="2194713"/>
              <a:ext cx="745066"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65C906A-F4CE-836D-F581-A413AE7AB731}"/>
                </a:ext>
              </a:extLst>
            </p:cNvPr>
            <p:cNvCxnSpPr/>
            <p:nvPr/>
          </p:nvCxnSpPr>
          <p:spPr>
            <a:xfrm>
              <a:off x="1566333" y="2262446"/>
              <a:ext cx="3910094"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F784435-5E06-73E8-6EA7-021AF9EB2815}"/>
                </a:ext>
              </a:extLst>
            </p:cNvPr>
            <p:cNvCxnSpPr/>
            <p:nvPr/>
          </p:nvCxnSpPr>
          <p:spPr>
            <a:xfrm>
              <a:off x="1566333" y="2194713"/>
              <a:ext cx="0" cy="67733"/>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7EE2D56F-7609-F700-62D5-45B8E4D11673}"/>
              </a:ext>
            </a:extLst>
          </p:cNvPr>
          <p:cNvSpPr txBox="1"/>
          <p:nvPr/>
        </p:nvSpPr>
        <p:spPr>
          <a:xfrm>
            <a:off x="789448" y="1589806"/>
            <a:ext cx="567784" cy="215444"/>
          </a:xfrm>
          <a:prstGeom prst="rect">
            <a:avLst/>
          </a:prstGeom>
          <a:noFill/>
        </p:spPr>
        <p:txBody>
          <a:bodyPr wrap="none" rtlCol="0">
            <a:spAutoFit/>
          </a:bodyPr>
          <a:lstStyle/>
          <a:p>
            <a:r>
              <a:rPr lang="en-US" sz="800" b="1" dirty="0">
                <a:solidFill>
                  <a:srgbClr val="FFC000"/>
                </a:solidFill>
              </a:rPr>
              <a:t>66dBuV</a:t>
            </a:r>
          </a:p>
        </p:txBody>
      </p:sp>
      <p:sp>
        <p:nvSpPr>
          <p:cNvPr id="11" name="TextBox 10">
            <a:extLst>
              <a:ext uri="{FF2B5EF4-FFF2-40B4-BE49-F238E27FC236}">
                <a16:creationId xmlns:a16="http://schemas.microsoft.com/office/drawing/2014/main" id="{8F933075-0ECB-3CBE-DFB5-FEC21D1639A0}"/>
              </a:ext>
            </a:extLst>
          </p:cNvPr>
          <p:cNvSpPr txBox="1"/>
          <p:nvPr/>
        </p:nvSpPr>
        <p:spPr>
          <a:xfrm>
            <a:off x="2057119" y="1605815"/>
            <a:ext cx="567784" cy="215444"/>
          </a:xfrm>
          <a:prstGeom prst="rect">
            <a:avLst/>
          </a:prstGeom>
          <a:noFill/>
        </p:spPr>
        <p:txBody>
          <a:bodyPr wrap="none" rtlCol="0">
            <a:spAutoFit/>
          </a:bodyPr>
          <a:lstStyle/>
          <a:p>
            <a:r>
              <a:rPr lang="en-US" sz="800" b="1" dirty="0">
                <a:solidFill>
                  <a:srgbClr val="FFC000"/>
                </a:solidFill>
              </a:rPr>
              <a:t>60dBuV</a:t>
            </a:r>
          </a:p>
        </p:txBody>
      </p:sp>
      <p:sp>
        <p:nvSpPr>
          <p:cNvPr id="16" name="TextBox 15">
            <a:extLst>
              <a:ext uri="{FF2B5EF4-FFF2-40B4-BE49-F238E27FC236}">
                <a16:creationId xmlns:a16="http://schemas.microsoft.com/office/drawing/2014/main" id="{937CC77C-5BD6-70CD-3880-E5CB8F9B55DB}"/>
              </a:ext>
            </a:extLst>
          </p:cNvPr>
          <p:cNvSpPr txBox="1"/>
          <p:nvPr/>
        </p:nvSpPr>
        <p:spPr>
          <a:xfrm>
            <a:off x="771933" y="1362398"/>
            <a:ext cx="567784" cy="215444"/>
          </a:xfrm>
          <a:prstGeom prst="rect">
            <a:avLst/>
          </a:prstGeom>
          <a:noFill/>
        </p:spPr>
        <p:txBody>
          <a:bodyPr wrap="none" rtlCol="0">
            <a:spAutoFit/>
          </a:bodyPr>
          <a:lstStyle/>
          <a:p>
            <a:r>
              <a:rPr lang="en-US" sz="800" b="1" dirty="0">
                <a:solidFill>
                  <a:schemeClr val="accent3">
                    <a:lumMod val="60000"/>
                    <a:lumOff val="40000"/>
                  </a:schemeClr>
                </a:solidFill>
              </a:rPr>
              <a:t>79dBuV</a:t>
            </a:r>
          </a:p>
        </p:txBody>
      </p:sp>
      <p:sp>
        <p:nvSpPr>
          <p:cNvPr id="18" name="TextBox 17">
            <a:extLst>
              <a:ext uri="{FF2B5EF4-FFF2-40B4-BE49-F238E27FC236}">
                <a16:creationId xmlns:a16="http://schemas.microsoft.com/office/drawing/2014/main" id="{B37B1FB5-5E04-BE90-3670-4FD762D6E6B1}"/>
              </a:ext>
            </a:extLst>
          </p:cNvPr>
          <p:cNvSpPr txBox="1"/>
          <p:nvPr/>
        </p:nvSpPr>
        <p:spPr>
          <a:xfrm>
            <a:off x="2057119" y="1382136"/>
            <a:ext cx="567784" cy="215444"/>
          </a:xfrm>
          <a:prstGeom prst="rect">
            <a:avLst/>
          </a:prstGeom>
          <a:noFill/>
        </p:spPr>
        <p:txBody>
          <a:bodyPr wrap="none" rtlCol="0">
            <a:spAutoFit/>
          </a:bodyPr>
          <a:lstStyle/>
          <a:p>
            <a:r>
              <a:rPr lang="en-US" sz="800" b="1" dirty="0">
                <a:solidFill>
                  <a:schemeClr val="accent3">
                    <a:lumMod val="60000"/>
                    <a:lumOff val="40000"/>
                  </a:schemeClr>
                </a:solidFill>
              </a:rPr>
              <a:t>73dBuV</a:t>
            </a:r>
          </a:p>
        </p:txBody>
      </p:sp>
      <p:sp>
        <p:nvSpPr>
          <p:cNvPr id="19" name="Rectangle 18">
            <a:extLst>
              <a:ext uri="{FF2B5EF4-FFF2-40B4-BE49-F238E27FC236}">
                <a16:creationId xmlns:a16="http://schemas.microsoft.com/office/drawing/2014/main" id="{06CC2793-F41F-88BE-AF64-540361F12F3B}"/>
              </a:ext>
            </a:extLst>
          </p:cNvPr>
          <p:cNvSpPr/>
          <p:nvPr/>
        </p:nvSpPr>
        <p:spPr>
          <a:xfrm>
            <a:off x="5249810" y="702636"/>
            <a:ext cx="1010422" cy="722923"/>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D38131E-867F-BA14-97DE-250BB6E2EAAF}"/>
              </a:ext>
            </a:extLst>
          </p:cNvPr>
          <p:cNvSpPr txBox="1"/>
          <p:nvPr/>
        </p:nvSpPr>
        <p:spPr>
          <a:xfrm>
            <a:off x="5557178" y="739052"/>
            <a:ext cx="498663" cy="646331"/>
          </a:xfrm>
          <a:prstGeom prst="rect">
            <a:avLst/>
          </a:prstGeom>
          <a:noFill/>
        </p:spPr>
        <p:txBody>
          <a:bodyPr wrap="none" rtlCol="0">
            <a:spAutoFit/>
          </a:bodyPr>
          <a:lstStyle/>
          <a:p>
            <a:r>
              <a:rPr lang="en-US" sz="1200" dirty="0"/>
              <a:t>QP</a:t>
            </a:r>
          </a:p>
          <a:p>
            <a:endParaRPr lang="en-US" sz="1200" dirty="0"/>
          </a:p>
          <a:p>
            <a:r>
              <a:rPr lang="en-US" sz="1200" dirty="0"/>
              <a:t>AVG</a:t>
            </a:r>
          </a:p>
        </p:txBody>
      </p:sp>
      <p:cxnSp>
        <p:nvCxnSpPr>
          <p:cNvPr id="22" name="Straight Connector 21">
            <a:extLst>
              <a:ext uri="{FF2B5EF4-FFF2-40B4-BE49-F238E27FC236}">
                <a16:creationId xmlns:a16="http://schemas.microsoft.com/office/drawing/2014/main" id="{3FF6E0A4-1AA6-67A6-F96D-3744C074BFAC}"/>
              </a:ext>
            </a:extLst>
          </p:cNvPr>
          <p:cNvCxnSpPr/>
          <p:nvPr/>
        </p:nvCxnSpPr>
        <p:spPr>
          <a:xfrm>
            <a:off x="5342946" y="915199"/>
            <a:ext cx="214232"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321C34E-C6DB-7DF0-320C-A8BB90D5768D}"/>
              </a:ext>
            </a:extLst>
          </p:cNvPr>
          <p:cNvCxnSpPr/>
          <p:nvPr/>
        </p:nvCxnSpPr>
        <p:spPr>
          <a:xfrm>
            <a:off x="5351483" y="1266074"/>
            <a:ext cx="214232"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0003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par>
                                <p:cTn id="8" presetID="22" presetClass="entr" presetSubtype="8"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0" dur="500"/>
                                        <p:tgtEl>
                                          <p:spTgt spid="2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left)">
                                      <p:cBhvr>
                                        <p:cTn id="16" dur="500"/>
                                        <p:tgtEl>
                                          <p:spTgt spid="20"/>
                                        </p:tgtEl>
                                      </p:cBhvr>
                                    </p:animEffect>
                                  </p:childTnLst>
                                </p:cTn>
                              </p:par>
                              <p:par>
                                <p:cTn id="17" presetID="22" presetClass="entr" presetSubtype="8"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left)">
                                      <p:cBhvr>
                                        <p:cTn id="19" dur="500"/>
                                        <p:tgtEl>
                                          <p:spTgt spid="22"/>
                                        </p:tgtEl>
                                      </p:cBhvr>
                                    </p:animEffect>
                                  </p:childTnLst>
                                </p:cTn>
                              </p:par>
                              <p:par>
                                <p:cTn id="20" presetID="22" presetClass="entr" presetSubtype="8"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left)">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D17566EB-6CE6-842B-FD3C-300F3A3106B0}"/>
              </a:ext>
            </a:extLst>
          </p:cNvPr>
          <p:cNvPicPr>
            <a:picLocks noChangeAspect="1"/>
          </p:cNvPicPr>
          <p:nvPr/>
        </p:nvPicPr>
        <p:blipFill>
          <a:blip r:embed="rId2"/>
          <a:srcRect r="11446"/>
          <a:stretch>
            <a:fillRect/>
          </a:stretch>
        </p:blipFill>
        <p:spPr>
          <a:xfrm>
            <a:off x="5435360" y="2173003"/>
            <a:ext cx="3340340" cy="858064"/>
          </a:xfrm>
          <a:prstGeom prst="rect">
            <a:avLst/>
          </a:prstGeom>
        </p:spPr>
      </p:pic>
      <p:pic>
        <p:nvPicPr>
          <p:cNvPr id="17" name="Picture 16">
            <a:extLst>
              <a:ext uri="{FF2B5EF4-FFF2-40B4-BE49-F238E27FC236}">
                <a16:creationId xmlns:a16="http://schemas.microsoft.com/office/drawing/2014/main" id="{462C4571-6DFE-2172-AADC-DBCB50BA7DF6}"/>
              </a:ext>
            </a:extLst>
          </p:cNvPr>
          <p:cNvPicPr>
            <a:picLocks noChangeAspect="1"/>
          </p:cNvPicPr>
          <p:nvPr/>
        </p:nvPicPr>
        <p:blipFill>
          <a:blip r:embed="rId3"/>
          <a:stretch>
            <a:fillRect/>
          </a:stretch>
        </p:blipFill>
        <p:spPr>
          <a:xfrm>
            <a:off x="5435360" y="2173003"/>
            <a:ext cx="3270035" cy="858064"/>
          </a:xfrm>
          <a:prstGeom prst="rect">
            <a:avLst/>
          </a:prstGeom>
        </p:spPr>
      </p:pic>
      <p:pic>
        <p:nvPicPr>
          <p:cNvPr id="18" name="Picture 17">
            <a:extLst>
              <a:ext uri="{FF2B5EF4-FFF2-40B4-BE49-F238E27FC236}">
                <a16:creationId xmlns:a16="http://schemas.microsoft.com/office/drawing/2014/main" id="{626BCBA0-0E57-17A8-A68A-52651443B4CA}"/>
              </a:ext>
            </a:extLst>
          </p:cNvPr>
          <p:cNvPicPr>
            <a:picLocks noChangeAspect="1"/>
          </p:cNvPicPr>
          <p:nvPr/>
        </p:nvPicPr>
        <p:blipFill>
          <a:blip r:embed="rId4"/>
          <a:stretch>
            <a:fillRect/>
          </a:stretch>
        </p:blipFill>
        <p:spPr>
          <a:xfrm>
            <a:off x="-1" y="720898"/>
            <a:ext cx="5232298" cy="3768163"/>
          </a:xfrm>
          <a:prstGeom prst="rect">
            <a:avLst/>
          </a:prstGeom>
        </p:spPr>
      </p:pic>
      <p:pic>
        <p:nvPicPr>
          <p:cNvPr id="22" name="Picture 21">
            <a:extLst>
              <a:ext uri="{FF2B5EF4-FFF2-40B4-BE49-F238E27FC236}">
                <a16:creationId xmlns:a16="http://schemas.microsoft.com/office/drawing/2014/main" id="{C4D2AA5D-9945-0620-0830-1DBE3389F6C3}"/>
              </a:ext>
            </a:extLst>
          </p:cNvPr>
          <p:cNvPicPr>
            <a:picLocks noChangeAspect="1"/>
          </p:cNvPicPr>
          <p:nvPr/>
        </p:nvPicPr>
        <p:blipFill>
          <a:blip r:embed="rId5"/>
          <a:stretch>
            <a:fillRect/>
          </a:stretch>
        </p:blipFill>
        <p:spPr>
          <a:xfrm>
            <a:off x="0" y="717957"/>
            <a:ext cx="5232297" cy="3768162"/>
          </a:xfrm>
          <a:prstGeom prst="rect">
            <a:avLst/>
          </a:prstGeom>
        </p:spPr>
      </p:pic>
      <p:sp>
        <p:nvSpPr>
          <p:cNvPr id="2" name="Title 1">
            <a:extLst>
              <a:ext uri="{FF2B5EF4-FFF2-40B4-BE49-F238E27FC236}">
                <a16:creationId xmlns:a16="http://schemas.microsoft.com/office/drawing/2014/main" id="{3E592EEE-938A-3705-2F07-2F133989E90B}"/>
              </a:ext>
            </a:extLst>
          </p:cNvPr>
          <p:cNvSpPr>
            <a:spLocks noGrp="1"/>
          </p:cNvSpPr>
          <p:nvPr>
            <p:ph type="title"/>
          </p:nvPr>
        </p:nvSpPr>
        <p:spPr/>
        <p:txBody>
          <a:bodyPr/>
          <a:lstStyle/>
          <a:p>
            <a:r>
              <a:rPr lang="en-US" dirty="0"/>
              <a:t>Sentry Schematic – With passives + AEF</a:t>
            </a:r>
          </a:p>
        </p:txBody>
      </p:sp>
      <p:sp>
        <p:nvSpPr>
          <p:cNvPr id="4" name="Slide Number Placeholder 3">
            <a:extLst>
              <a:ext uri="{FF2B5EF4-FFF2-40B4-BE49-F238E27FC236}">
                <a16:creationId xmlns:a16="http://schemas.microsoft.com/office/drawing/2014/main" id="{E9F6BC38-02D9-567F-0C21-82325614B6D7}"/>
              </a:ext>
            </a:extLst>
          </p:cNvPr>
          <p:cNvSpPr>
            <a:spLocks noGrp="1"/>
          </p:cNvSpPr>
          <p:nvPr>
            <p:ph type="sldNum" sz="quarter" idx="10"/>
          </p:nvPr>
        </p:nvSpPr>
        <p:spPr/>
        <p:txBody>
          <a:bodyPr/>
          <a:lstStyle/>
          <a:p>
            <a:pPr>
              <a:defRPr/>
            </a:pPr>
            <a:fld id="{2B97888F-6AF7-4263-B69D-592D8C33BAC7}" type="slidenum">
              <a:rPr lang="en-US" smtClean="0"/>
              <a:pPr>
                <a:defRPr/>
              </a:pPr>
              <a:t>34</a:t>
            </a:fld>
            <a:endParaRPr lang="en-US"/>
          </a:p>
        </p:txBody>
      </p:sp>
      <p:grpSp>
        <p:nvGrpSpPr>
          <p:cNvPr id="6" name="Group 5">
            <a:extLst>
              <a:ext uri="{FF2B5EF4-FFF2-40B4-BE49-F238E27FC236}">
                <a16:creationId xmlns:a16="http://schemas.microsoft.com/office/drawing/2014/main" id="{4BE7961B-CFC1-9C67-09D6-1F3C3A6996B2}"/>
              </a:ext>
            </a:extLst>
          </p:cNvPr>
          <p:cNvGrpSpPr/>
          <p:nvPr/>
        </p:nvGrpSpPr>
        <p:grpSpPr>
          <a:xfrm>
            <a:off x="594651" y="1585843"/>
            <a:ext cx="4655160" cy="67733"/>
            <a:chOff x="821267" y="2040467"/>
            <a:chExt cx="4655160" cy="67733"/>
          </a:xfrm>
        </p:grpSpPr>
        <p:cxnSp>
          <p:nvCxnSpPr>
            <p:cNvPr id="7" name="Straight Connector 6">
              <a:extLst>
                <a:ext uri="{FF2B5EF4-FFF2-40B4-BE49-F238E27FC236}">
                  <a16:creationId xmlns:a16="http://schemas.microsoft.com/office/drawing/2014/main" id="{6F22C8C9-DF87-B5CA-B8CA-D7EFA2A5482B}"/>
                </a:ext>
              </a:extLst>
            </p:cNvPr>
            <p:cNvCxnSpPr>
              <a:cxnSpLocks/>
            </p:cNvCxnSpPr>
            <p:nvPr/>
          </p:nvCxnSpPr>
          <p:spPr>
            <a:xfrm>
              <a:off x="821267" y="2040467"/>
              <a:ext cx="745066"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42EE679-4F27-4C57-487C-2B5FF3F00B57}"/>
                </a:ext>
              </a:extLst>
            </p:cNvPr>
            <p:cNvCxnSpPr/>
            <p:nvPr/>
          </p:nvCxnSpPr>
          <p:spPr>
            <a:xfrm>
              <a:off x="1566333" y="2108200"/>
              <a:ext cx="3910094"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D098FA6-E2A8-B25D-F3C0-8F565DB6D907}"/>
                </a:ext>
              </a:extLst>
            </p:cNvPr>
            <p:cNvCxnSpPr/>
            <p:nvPr/>
          </p:nvCxnSpPr>
          <p:spPr>
            <a:xfrm>
              <a:off x="1566333" y="2040467"/>
              <a:ext cx="0" cy="67733"/>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EEDE5FDB-8A38-0983-CF32-94EEA3ECF0D1}"/>
              </a:ext>
            </a:extLst>
          </p:cNvPr>
          <p:cNvGrpSpPr/>
          <p:nvPr/>
        </p:nvGrpSpPr>
        <p:grpSpPr>
          <a:xfrm>
            <a:off x="594651" y="1769534"/>
            <a:ext cx="4655160" cy="67733"/>
            <a:chOff x="821267" y="2194713"/>
            <a:chExt cx="4655160" cy="67733"/>
          </a:xfrm>
        </p:grpSpPr>
        <p:cxnSp>
          <p:nvCxnSpPr>
            <p:cNvPr id="13" name="Straight Connector 12">
              <a:extLst>
                <a:ext uri="{FF2B5EF4-FFF2-40B4-BE49-F238E27FC236}">
                  <a16:creationId xmlns:a16="http://schemas.microsoft.com/office/drawing/2014/main" id="{DD95C847-7DFF-FF1A-704A-33F79BD38AB5}"/>
                </a:ext>
              </a:extLst>
            </p:cNvPr>
            <p:cNvCxnSpPr>
              <a:cxnSpLocks/>
            </p:cNvCxnSpPr>
            <p:nvPr/>
          </p:nvCxnSpPr>
          <p:spPr>
            <a:xfrm>
              <a:off x="821267" y="2194713"/>
              <a:ext cx="745066"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3D198EC-B7E1-E826-F1FF-3F854BBBB96A}"/>
                </a:ext>
              </a:extLst>
            </p:cNvPr>
            <p:cNvCxnSpPr/>
            <p:nvPr/>
          </p:nvCxnSpPr>
          <p:spPr>
            <a:xfrm>
              <a:off x="1566333" y="2262446"/>
              <a:ext cx="3910094"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F97DA72-657E-3349-31D5-3F2829C6FD95}"/>
                </a:ext>
              </a:extLst>
            </p:cNvPr>
            <p:cNvCxnSpPr/>
            <p:nvPr/>
          </p:nvCxnSpPr>
          <p:spPr>
            <a:xfrm>
              <a:off x="1566333" y="2194713"/>
              <a:ext cx="0" cy="67733"/>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71C0E13F-297E-1CEE-E9C6-7DBE5DCDA7C5}"/>
              </a:ext>
            </a:extLst>
          </p:cNvPr>
          <p:cNvSpPr txBox="1"/>
          <p:nvPr/>
        </p:nvSpPr>
        <p:spPr>
          <a:xfrm>
            <a:off x="2057119" y="1382136"/>
            <a:ext cx="567784" cy="215444"/>
          </a:xfrm>
          <a:prstGeom prst="rect">
            <a:avLst/>
          </a:prstGeom>
          <a:noFill/>
        </p:spPr>
        <p:txBody>
          <a:bodyPr wrap="none" rtlCol="0">
            <a:spAutoFit/>
          </a:bodyPr>
          <a:lstStyle/>
          <a:p>
            <a:r>
              <a:rPr lang="en-US" sz="800" b="1" dirty="0">
                <a:solidFill>
                  <a:schemeClr val="accent3">
                    <a:lumMod val="60000"/>
                    <a:lumOff val="40000"/>
                  </a:schemeClr>
                </a:solidFill>
              </a:rPr>
              <a:t>73dBuV</a:t>
            </a:r>
          </a:p>
        </p:txBody>
      </p:sp>
      <p:sp>
        <p:nvSpPr>
          <p:cNvPr id="25" name="TextBox 24">
            <a:extLst>
              <a:ext uri="{FF2B5EF4-FFF2-40B4-BE49-F238E27FC236}">
                <a16:creationId xmlns:a16="http://schemas.microsoft.com/office/drawing/2014/main" id="{64298904-D84E-8D77-E8BB-155137309693}"/>
              </a:ext>
            </a:extLst>
          </p:cNvPr>
          <p:cNvSpPr txBox="1"/>
          <p:nvPr/>
        </p:nvSpPr>
        <p:spPr>
          <a:xfrm>
            <a:off x="771933" y="1362398"/>
            <a:ext cx="567784" cy="215444"/>
          </a:xfrm>
          <a:prstGeom prst="rect">
            <a:avLst/>
          </a:prstGeom>
          <a:noFill/>
        </p:spPr>
        <p:txBody>
          <a:bodyPr wrap="none" rtlCol="0">
            <a:spAutoFit/>
          </a:bodyPr>
          <a:lstStyle/>
          <a:p>
            <a:r>
              <a:rPr lang="en-US" sz="800" b="1" dirty="0">
                <a:solidFill>
                  <a:schemeClr val="accent3">
                    <a:lumMod val="60000"/>
                    <a:lumOff val="40000"/>
                  </a:schemeClr>
                </a:solidFill>
              </a:rPr>
              <a:t>79dBuV</a:t>
            </a:r>
          </a:p>
        </p:txBody>
      </p:sp>
      <p:sp>
        <p:nvSpPr>
          <p:cNvPr id="26" name="TextBox 25">
            <a:extLst>
              <a:ext uri="{FF2B5EF4-FFF2-40B4-BE49-F238E27FC236}">
                <a16:creationId xmlns:a16="http://schemas.microsoft.com/office/drawing/2014/main" id="{EA93835F-D578-357B-B813-2675EC46FA6F}"/>
              </a:ext>
            </a:extLst>
          </p:cNvPr>
          <p:cNvSpPr txBox="1"/>
          <p:nvPr/>
        </p:nvSpPr>
        <p:spPr>
          <a:xfrm>
            <a:off x="789448" y="1589806"/>
            <a:ext cx="567784" cy="215444"/>
          </a:xfrm>
          <a:prstGeom prst="rect">
            <a:avLst/>
          </a:prstGeom>
          <a:noFill/>
        </p:spPr>
        <p:txBody>
          <a:bodyPr wrap="none" rtlCol="0">
            <a:spAutoFit/>
          </a:bodyPr>
          <a:lstStyle/>
          <a:p>
            <a:r>
              <a:rPr lang="en-US" sz="800" b="1" dirty="0">
                <a:solidFill>
                  <a:srgbClr val="FFC000"/>
                </a:solidFill>
              </a:rPr>
              <a:t>66dBuV</a:t>
            </a:r>
          </a:p>
        </p:txBody>
      </p:sp>
      <p:sp>
        <p:nvSpPr>
          <p:cNvPr id="27" name="TextBox 26">
            <a:extLst>
              <a:ext uri="{FF2B5EF4-FFF2-40B4-BE49-F238E27FC236}">
                <a16:creationId xmlns:a16="http://schemas.microsoft.com/office/drawing/2014/main" id="{89300572-54AF-C20C-3140-4E9246353FAB}"/>
              </a:ext>
            </a:extLst>
          </p:cNvPr>
          <p:cNvSpPr txBox="1"/>
          <p:nvPr/>
        </p:nvSpPr>
        <p:spPr>
          <a:xfrm>
            <a:off x="2039606" y="1661812"/>
            <a:ext cx="567784" cy="215444"/>
          </a:xfrm>
          <a:prstGeom prst="rect">
            <a:avLst/>
          </a:prstGeom>
          <a:noFill/>
        </p:spPr>
        <p:txBody>
          <a:bodyPr wrap="none" rtlCol="0">
            <a:spAutoFit/>
          </a:bodyPr>
          <a:lstStyle/>
          <a:p>
            <a:r>
              <a:rPr lang="en-US" sz="800" b="1" dirty="0">
                <a:solidFill>
                  <a:srgbClr val="FFC000"/>
                </a:solidFill>
              </a:rPr>
              <a:t>60dBuV</a:t>
            </a:r>
          </a:p>
        </p:txBody>
      </p:sp>
      <p:sp>
        <p:nvSpPr>
          <p:cNvPr id="28" name="Rectangle 27">
            <a:extLst>
              <a:ext uri="{FF2B5EF4-FFF2-40B4-BE49-F238E27FC236}">
                <a16:creationId xmlns:a16="http://schemas.microsoft.com/office/drawing/2014/main" id="{6170FF8D-9F95-0343-A2CD-527F577E9DF9}"/>
              </a:ext>
            </a:extLst>
          </p:cNvPr>
          <p:cNvSpPr/>
          <p:nvPr/>
        </p:nvSpPr>
        <p:spPr>
          <a:xfrm>
            <a:off x="5232297" y="722556"/>
            <a:ext cx="1010422" cy="722923"/>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37635F44-90C9-B7F5-A052-F476AB0285F7}"/>
              </a:ext>
            </a:extLst>
          </p:cNvPr>
          <p:cNvSpPr txBox="1"/>
          <p:nvPr/>
        </p:nvSpPr>
        <p:spPr>
          <a:xfrm>
            <a:off x="5539665" y="758972"/>
            <a:ext cx="498663" cy="646331"/>
          </a:xfrm>
          <a:prstGeom prst="rect">
            <a:avLst/>
          </a:prstGeom>
          <a:noFill/>
        </p:spPr>
        <p:txBody>
          <a:bodyPr wrap="none" rtlCol="0">
            <a:spAutoFit/>
          </a:bodyPr>
          <a:lstStyle/>
          <a:p>
            <a:r>
              <a:rPr lang="en-US" sz="1200" dirty="0"/>
              <a:t>QP</a:t>
            </a:r>
          </a:p>
          <a:p>
            <a:endParaRPr lang="en-US" sz="1200" dirty="0"/>
          </a:p>
          <a:p>
            <a:r>
              <a:rPr lang="en-US" sz="1200" dirty="0"/>
              <a:t>AVG</a:t>
            </a:r>
          </a:p>
        </p:txBody>
      </p:sp>
      <p:cxnSp>
        <p:nvCxnSpPr>
          <p:cNvPr id="30" name="Straight Connector 29">
            <a:extLst>
              <a:ext uri="{FF2B5EF4-FFF2-40B4-BE49-F238E27FC236}">
                <a16:creationId xmlns:a16="http://schemas.microsoft.com/office/drawing/2014/main" id="{D65B1117-D03E-4623-74EB-2D8358E31EF9}"/>
              </a:ext>
            </a:extLst>
          </p:cNvPr>
          <p:cNvCxnSpPr/>
          <p:nvPr/>
        </p:nvCxnSpPr>
        <p:spPr>
          <a:xfrm>
            <a:off x="5325433" y="935119"/>
            <a:ext cx="214232"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282EEA6-053A-DEF4-78C5-2CB76268AA0C}"/>
              </a:ext>
            </a:extLst>
          </p:cNvPr>
          <p:cNvCxnSpPr/>
          <p:nvPr/>
        </p:nvCxnSpPr>
        <p:spPr>
          <a:xfrm>
            <a:off x="5333970" y="1285994"/>
            <a:ext cx="214232"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4949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par>
                                <p:cTn id="8" presetID="22" presetClass="entr" presetSubtype="8"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left)">
                                      <p:cBhvr>
                                        <p:cTn id="10" dur="500"/>
                                        <p:tgtEl>
                                          <p:spTgt spid="1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wipe(left)">
                                      <p:cBhvr>
                                        <p:cTn id="13" dur="500"/>
                                        <p:tgtEl>
                                          <p:spTgt spid="2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left)">
                                      <p:cBhvr>
                                        <p:cTn id="16" dur="500"/>
                                        <p:tgtEl>
                                          <p:spTgt spid="29"/>
                                        </p:tgtEl>
                                      </p:cBhvr>
                                    </p:animEffect>
                                  </p:childTnLst>
                                </p:cTn>
                              </p:par>
                              <p:par>
                                <p:cTn id="17" presetID="22" presetClass="entr" presetSubtype="8"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left)">
                                      <p:cBhvr>
                                        <p:cTn id="19" dur="500"/>
                                        <p:tgtEl>
                                          <p:spTgt spid="30"/>
                                        </p:tgtEl>
                                      </p:cBhvr>
                                    </p:animEffect>
                                  </p:childTnLst>
                                </p:cTn>
                              </p:par>
                              <p:par>
                                <p:cTn id="20" presetID="22" presetClass="entr" presetSubtype="8"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83813-8C3C-A58D-B31B-EAC49D589B6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B7F588E-EA5C-579C-D4E5-4DB5FCF02892}"/>
              </a:ext>
            </a:extLst>
          </p:cNvPr>
          <p:cNvPicPr>
            <a:picLocks noChangeAspect="1"/>
          </p:cNvPicPr>
          <p:nvPr/>
        </p:nvPicPr>
        <p:blipFill>
          <a:blip r:embed="rId2"/>
          <a:stretch>
            <a:fillRect/>
          </a:stretch>
        </p:blipFill>
        <p:spPr>
          <a:xfrm>
            <a:off x="5435360" y="2173003"/>
            <a:ext cx="3270035" cy="858064"/>
          </a:xfrm>
          <a:prstGeom prst="rect">
            <a:avLst/>
          </a:prstGeom>
        </p:spPr>
      </p:pic>
      <p:pic>
        <p:nvPicPr>
          <p:cNvPr id="23" name="Picture 22">
            <a:extLst>
              <a:ext uri="{FF2B5EF4-FFF2-40B4-BE49-F238E27FC236}">
                <a16:creationId xmlns:a16="http://schemas.microsoft.com/office/drawing/2014/main" id="{E6464879-B3BF-25F8-47F5-54C05016D18A}"/>
              </a:ext>
            </a:extLst>
          </p:cNvPr>
          <p:cNvPicPr>
            <a:picLocks noChangeAspect="1"/>
          </p:cNvPicPr>
          <p:nvPr/>
        </p:nvPicPr>
        <p:blipFill>
          <a:blip r:embed="rId3"/>
          <a:srcRect l="4146"/>
          <a:stretch>
            <a:fillRect/>
          </a:stretch>
        </p:blipFill>
        <p:spPr>
          <a:xfrm>
            <a:off x="5443069" y="2143029"/>
            <a:ext cx="3254615" cy="918011"/>
          </a:xfrm>
          <a:prstGeom prst="rect">
            <a:avLst/>
          </a:prstGeom>
        </p:spPr>
      </p:pic>
      <p:pic>
        <p:nvPicPr>
          <p:cNvPr id="18" name="Picture 17">
            <a:extLst>
              <a:ext uri="{FF2B5EF4-FFF2-40B4-BE49-F238E27FC236}">
                <a16:creationId xmlns:a16="http://schemas.microsoft.com/office/drawing/2014/main" id="{3CCE6DFE-89CD-75FD-9F84-65F37AD69B56}"/>
              </a:ext>
            </a:extLst>
          </p:cNvPr>
          <p:cNvPicPr>
            <a:picLocks noChangeAspect="1"/>
          </p:cNvPicPr>
          <p:nvPr/>
        </p:nvPicPr>
        <p:blipFill>
          <a:blip r:embed="rId4"/>
          <a:stretch>
            <a:fillRect/>
          </a:stretch>
        </p:blipFill>
        <p:spPr>
          <a:xfrm>
            <a:off x="0" y="717957"/>
            <a:ext cx="5232297" cy="3768162"/>
          </a:xfrm>
          <a:prstGeom prst="rect">
            <a:avLst/>
          </a:prstGeom>
        </p:spPr>
      </p:pic>
      <p:pic>
        <p:nvPicPr>
          <p:cNvPr id="11" name="Picture 10">
            <a:extLst>
              <a:ext uri="{FF2B5EF4-FFF2-40B4-BE49-F238E27FC236}">
                <a16:creationId xmlns:a16="http://schemas.microsoft.com/office/drawing/2014/main" id="{3A6A31EE-EF48-3CFA-04AA-E52FAD9C0EB6}"/>
              </a:ext>
            </a:extLst>
          </p:cNvPr>
          <p:cNvPicPr>
            <a:picLocks noChangeAspect="1"/>
          </p:cNvPicPr>
          <p:nvPr/>
        </p:nvPicPr>
        <p:blipFill>
          <a:blip r:embed="rId5"/>
          <a:stretch>
            <a:fillRect/>
          </a:stretch>
        </p:blipFill>
        <p:spPr>
          <a:xfrm>
            <a:off x="0" y="707779"/>
            <a:ext cx="5214783" cy="3755549"/>
          </a:xfrm>
          <a:prstGeom prst="rect">
            <a:avLst/>
          </a:prstGeom>
        </p:spPr>
      </p:pic>
      <p:sp>
        <p:nvSpPr>
          <p:cNvPr id="2" name="Title 1">
            <a:extLst>
              <a:ext uri="{FF2B5EF4-FFF2-40B4-BE49-F238E27FC236}">
                <a16:creationId xmlns:a16="http://schemas.microsoft.com/office/drawing/2014/main" id="{123860BE-DCFC-DBDA-FE31-61C6527A005F}"/>
              </a:ext>
            </a:extLst>
          </p:cNvPr>
          <p:cNvSpPr>
            <a:spLocks noGrp="1"/>
          </p:cNvSpPr>
          <p:nvPr>
            <p:ph type="title"/>
          </p:nvPr>
        </p:nvSpPr>
        <p:spPr/>
        <p:txBody>
          <a:bodyPr/>
          <a:lstStyle/>
          <a:p>
            <a:r>
              <a:rPr lang="en-US" dirty="0"/>
              <a:t>Sentry Schematic – With increased passives </a:t>
            </a:r>
          </a:p>
        </p:txBody>
      </p:sp>
      <p:sp>
        <p:nvSpPr>
          <p:cNvPr id="4" name="Slide Number Placeholder 3">
            <a:extLst>
              <a:ext uri="{FF2B5EF4-FFF2-40B4-BE49-F238E27FC236}">
                <a16:creationId xmlns:a16="http://schemas.microsoft.com/office/drawing/2014/main" id="{C2FA391F-0487-6234-7560-9B59130B5869}"/>
              </a:ext>
            </a:extLst>
          </p:cNvPr>
          <p:cNvSpPr>
            <a:spLocks noGrp="1"/>
          </p:cNvSpPr>
          <p:nvPr>
            <p:ph type="sldNum" sz="quarter" idx="10"/>
          </p:nvPr>
        </p:nvSpPr>
        <p:spPr/>
        <p:txBody>
          <a:bodyPr/>
          <a:lstStyle/>
          <a:p>
            <a:pPr>
              <a:defRPr/>
            </a:pPr>
            <a:fld id="{2B97888F-6AF7-4263-B69D-592D8C33BAC7}" type="slidenum">
              <a:rPr lang="en-US" smtClean="0"/>
              <a:pPr>
                <a:defRPr/>
              </a:pPr>
              <a:t>35</a:t>
            </a:fld>
            <a:endParaRPr lang="en-US"/>
          </a:p>
        </p:txBody>
      </p:sp>
      <p:grpSp>
        <p:nvGrpSpPr>
          <p:cNvPr id="6" name="Group 5">
            <a:extLst>
              <a:ext uri="{FF2B5EF4-FFF2-40B4-BE49-F238E27FC236}">
                <a16:creationId xmlns:a16="http://schemas.microsoft.com/office/drawing/2014/main" id="{684231A5-0B13-9ADF-D012-FA3C54A4B2F8}"/>
              </a:ext>
            </a:extLst>
          </p:cNvPr>
          <p:cNvGrpSpPr/>
          <p:nvPr/>
        </p:nvGrpSpPr>
        <p:grpSpPr>
          <a:xfrm>
            <a:off x="594651" y="1585843"/>
            <a:ext cx="4655160" cy="67733"/>
            <a:chOff x="821267" y="2040467"/>
            <a:chExt cx="4655160" cy="67733"/>
          </a:xfrm>
        </p:grpSpPr>
        <p:cxnSp>
          <p:nvCxnSpPr>
            <p:cNvPr id="7" name="Straight Connector 6">
              <a:extLst>
                <a:ext uri="{FF2B5EF4-FFF2-40B4-BE49-F238E27FC236}">
                  <a16:creationId xmlns:a16="http://schemas.microsoft.com/office/drawing/2014/main" id="{45D120F7-AE2C-E0EE-EC14-58D672F7ED03}"/>
                </a:ext>
              </a:extLst>
            </p:cNvPr>
            <p:cNvCxnSpPr>
              <a:cxnSpLocks/>
            </p:cNvCxnSpPr>
            <p:nvPr/>
          </p:nvCxnSpPr>
          <p:spPr>
            <a:xfrm>
              <a:off x="821267" y="2040467"/>
              <a:ext cx="745066"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4BA84E7-3F64-0963-C5FA-35FE4F30C09F}"/>
                </a:ext>
              </a:extLst>
            </p:cNvPr>
            <p:cNvCxnSpPr/>
            <p:nvPr/>
          </p:nvCxnSpPr>
          <p:spPr>
            <a:xfrm>
              <a:off x="1566333" y="2108200"/>
              <a:ext cx="3910094"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22A86F0-F89E-C21E-53A1-C2220CF95FAE}"/>
                </a:ext>
              </a:extLst>
            </p:cNvPr>
            <p:cNvCxnSpPr/>
            <p:nvPr/>
          </p:nvCxnSpPr>
          <p:spPr>
            <a:xfrm>
              <a:off x="1566333" y="2040467"/>
              <a:ext cx="0" cy="67733"/>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05053CCE-4754-D968-725C-94EAC368B775}"/>
              </a:ext>
            </a:extLst>
          </p:cNvPr>
          <p:cNvGrpSpPr/>
          <p:nvPr/>
        </p:nvGrpSpPr>
        <p:grpSpPr>
          <a:xfrm>
            <a:off x="594651" y="1769534"/>
            <a:ext cx="4655160" cy="67733"/>
            <a:chOff x="821267" y="2194713"/>
            <a:chExt cx="4655160" cy="67733"/>
          </a:xfrm>
        </p:grpSpPr>
        <p:cxnSp>
          <p:nvCxnSpPr>
            <p:cNvPr id="13" name="Straight Connector 12">
              <a:extLst>
                <a:ext uri="{FF2B5EF4-FFF2-40B4-BE49-F238E27FC236}">
                  <a16:creationId xmlns:a16="http://schemas.microsoft.com/office/drawing/2014/main" id="{EBDAC4A3-D5D4-A1FD-7269-C028DB5E2BCA}"/>
                </a:ext>
              </a:extLst>
            </p:cNvPr>
            <p:cNvCxnSpPr>
              <a:cxnSpLocks/>
            </p:cNvCxnSpPr>
            <p:nvPr/>
          </p:nvCxnSpPr>
          <p:spPr>
            <a:xfrm>
              <a:off x="821267" y="2194713"/>
              <a:ext cx="745066"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F1824EB-72EC-8F14-4389-A4015472EC1F}"/>
                </a:ext>
              </a:extLst>
            </p:cNvPr>
            <p:cNvCxnSpPr/>
            <p:nvPr/>
          </p:nvCxnSpPr>
          <p:spPr>
            <a:xfrm>
              <a:off x="1566333" y="2262446"/>
              <a:ext cx="3910094"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67ED373-7E07-9D48-AC50-A58A34AE4C51}"/>
                </a:ext>
              </a:extLst>
            </p:cNvPr>
            <p:cNvCxnSpPr/>
            <p:nvPr/>
          </p:nvCxnSpPr>
          <p:spPr>
            <a:xfrm>
              <a:off x="1566333" y="2194713"/>
              <a:ext cx="0" cy="67733"/>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1FE8E7B9-F726-086B-41C5-5F03A1AA7807}"/>
              </a:ext>
            </a:extLst>
          </p:cNvPr>
          <p:cNvSpPr txBox="1"/>
          <p:nvPr/>
        </p:nvSpPr>
        <p:spPr>
          <a:xfrm>
            <a:off x="6533990" y="800558"/>
            <a:ext cx="2610010" cy="954107"/>
          </a:xfrm>
          <a:prstGeom prst="rect">
            <a:avLst/>
          </a:prstGeom>
          <a:noFill/>
        </p:spPr>
        <p:txBody>
          <a:bodyPr wrap="none" rtlCol="0">
            <a:spAutoFit/>
          </a:bodyPr>
          <a:lstStyle/>
          <a:p>
            <a:r>
              <a:rPr lang="en-US" sz="1400" dirty="0">
                <a:latin typeface="Aptos Serif" panose="02020604070405020304" pitchFamily="18" charset="0"/>
                <a:cs typeface="Aptos Serif" panose="02020604070405020304" pitchFamily="18" charset="0"/>
              </a:rPr>
              <a:t>The passives were increased</a:t>
            </a:r>
          </a:p>
          <a:p>
            <a:r>
              <a:rPr lang="en-US" sz="1400" dirty="0">
                <a:latin typeface="Aptos Serif" panose="02020604070405020304" pitchFamily="18" charset="0"/>
                <a:cs typeface="Aptos Serif" panose="02020604070405020304" pitchFamily="18" charset="0"/>
              </a:rPr>
              <a:t>to 800nH and 800nF to get the</a:t>
            </a:r>
          </a:p>
          <a:p>
            <a:r>
              <a:rPr lang="en-US" sz="1400" dirty="0">
                <a:latin typeface="Aptos Serif" panose="02020604070405020304" pitchFamily="18" charset="0"/>
                <a:cs typeface="Aptos Serif" panose="02020604070405020304" pitchFamily="18" charset="0"/>
              </a:rPr>
              <a:t>same attenuation as the case</a:t>
            </a:r>
          </a:p>
          <a:p>
            <a:r>
              <a:rPr lang="en-US" sz="1400" dirty="0">
                <a:latin typeface="Aptos Serif" panose="02020604070405020304" pitchFamily="18" charset="0"/>
                <a:cs typeface="Aptos Serif" panose="02020604070405020304" pitchFamily="18" charset="0"/>
              </a:rPr>
              <a:t>lighter passives and AEF.</a:t>
            </a:r>
          </a:p>
        </p:txBody>
      </p:sp>
      <p:sp>
        <p:nvSpPr>
          <p:cNvPr id="5" name="TextBox 4">
            <a:extLst>
              <a:ext uri="{FF2B5EF4-FFF2-40B4-BE49-F238E27FC236}">
                <a16:creationId xmlns:a16="http://schemas.microsoft.com/office/drawing/2014/main" id="{DB71FAF2-8DFE-5218-10CC-7335646AFE43}"/>
              </a:ext>
            </a:extLst>
          </p:cNvPr>
          <p:cNvSpPr txBox="1"/>
          <p:nvPr/>
        </p:nvSpPr>
        <p:spPr>
          <a:xfrm>
            <a:off x="2039606" y="1661812"/>
            <a:ext cx="567784" cy="215444"/>
          </a:xfrm>
          <a:prstGeom prst="rect">
            <a:avLst/>
          </a:prstGeom>
          <a:noFill/>
        </p:spPr>
        <p:txBody>
          <a:bodyPr wrap="none" rtlCol="0">
            <a:spAutoFit/>
          </a:bodyPr>
          <a:lstStyle/>
          <a:p>
            <a:r>
              <a:rPr lang="en-US" sz="800" b="1" dirty="0">
                <a:solidFill>
                  <a:srgbClr val="FFC000"/>
                </a:solidFill>
              </a:rPr>
              <a:t>60dBuV</a:t>
            </a:r>
          </a:p>
        </p:txBody>
      </p:sp>
      <p:sp>
        <p:nvSpPr>
          <p:cNvPr id="9" name="TextBox 8">
            <a:extLst>
              <a:ext uri="{FF2B5EF4-FFF2-40B4-BE49-F238E27FC236}">
                <a16:creationId xmlns:a16="http://schemas.microsoft.com/office/drawing/2014/main" id="{B6C5721F-09DA-6A34-1FE1-846494D2593A}"/>
              </a:ext>
            </a:extLst>
          </p:cNvPr>
          <p:cNvSpPr txBox="1"/>
          <p:nvPr/>
        </p:nvSpPr>
        <p:spPr>
          <a:xfrm>
            <a:off x="2057119" y="1382136"/>
            <a:ext cx="567784" cy="215444"/>
          </a:xfrm>
          <a:prstGeom prst="rect">
            <a:avLst/>
          </a:prstGeom>
          <a:noFill/>
        </p:spPr>
        <p:txBody>
          <a:bodyPr wrap="none" rtlCol="0">
            <a:spAutoFit/>
          </a:bodyPr>
          <a:lstStyle/>
          <a:p>
            <a:r>
              <a:rPr lang="en-US" sz="800" b="1" dirty="0">
                <a:solidFill>
                  <a:schemeClr val="accent3">
                    <a:lumMod val="60000"/>
                    <a:lumOff val="40000"/>
                  </a:schemeClr>
                </a:solidFill>
              </a:rPr>
              <a:t>73dBuV</a:t>
            </a:r>
          </a:p>
        </p:txBody>
      </p:sp>
      <p:sp>
        <p:nvSpPr>
          <p:cNvPr id="16" name="TextBox 15">
            <a:extLst>
              <a:ext uri="{FF2B5EF4-FFF2-40B4-BE49-F238E27FC236}">
                <a16:creationId xmlns:a16="http://schemas.microsoft.com/office/drawing/2014/main" id="{1B68A3DC-5365-764F-6A78-681C5CE53430}"/>
              </a:ext>
            </a:extLst>
          </p:cNvPr>
          <p:cNvSpPr txBox="1"/>
          <p:nvPr/>
        </p:nvSpPr>
        <p:spPr>
          <a:xfrm>
            <a:off x="771933" y="1362398"/>
            <a:ext cx="567784" cy="215444"/>
          </a:xfrm>
          <a:prstGeom prst="rect">
            <a:avLst/>
          </a:prstGeom>
          <a:noFill/>
        </p:spPr>
        <p:txBody>
          <a:bodyPr wrap="none" rtlCol="0">
            <a:spAutoFit/>
          </a:bodyPr>
          <a:lstStyle/>
          <a:p>
            <a:r>
              <a:rPr lang="en-US" sz="800" b="1" dirty="0">
                <a:solidFill>
                  <a:schemeClr val="accent3">
                    <a:lumMod val="60000"/>
                    <a:lumOff val="40000"/>
                  </a:schemeClr>
                </a:solidFill>
              </a:rPr>
              <a:t>79dBuV</a:t>
            </a:r>
          </a:p>
        </p:txBody>
      </p:sp>
      <p:sp>
        <p:nvSpPr>
          <p:cNvPr id="17" name="TextBox 16">
            <a:extLst>
              <a:ext uri="{FF2B5EF4-FFF2-40B4-BE49-F238E27FC236}">
                <a16:creationId xmlns:a16="http://schemas.microsoft.com/office/drawing/2014/main" id="{2AACDC32-3BD1-70E7-8D88-B4BF171E2994}"/>
              </a:ext>
            </a:extLst>
          </p:cNvPr>
          <p:cNvSpPr txBox="1"/>
          <p:nvPr/>
        </p:nvSpPr>
        <p:spPr>
          <a:xfrm>
            <a:off x="789448" y="1589806"/>
            <a:ext cx="567784" cy="215444"/>
          </a:xfrm>
          <a:prstGeom prst="rect">
            <a:avLst/>
          </a:prstGeom>
          <a:noFill/>
        </p:spPr>
        <p:txBody>
          <a:bodyPr wrap="none" rtlCol="0">
            <a:spAutoFit/>
          </a:bodyPr>
          <a:lstStyle/>
          <a:p>
            <a:r>
              <a:rPr lang="en-US" sz="800" b="1" dirty="0">
                <a:solidFill>
                  <a:srgbClr val="FFC000"/>
                </a:solidFill>
              </a:rPr>
              <a:t>66dBuV</a:t>
            </a:r>
          </a:p>
        </p:txBody>
      </p:sp>
      <p:sp>
        <p:nvSpPr>
          <p:cNvPr id="19" name="Rectangle 18">
            <a:extLst>
              <a:ext uri="{FF2B5EF4-FFF2-40B4-BE49-F238E27FC236}">
                <a16:creationId xmlns:a16="http://schemas.microsoft.com/office/drawing/2014/main" id="{0F27565B-8962-346F-DAE5-DC83A82BD64A}"/>
              </a:ext>
            </a:extLst>
          </p:cNvPr>
          <p:cNvSpPr/>
          <p:nvPr/>
        </p:nvSpPr>
        <p:spPr>
          <a:xfrm>
            <a:off x="5215995" y="704353"/>
            <a:ext cx="1010422" cy="722923"/>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A3DAC32-6945-036A-4668-51472C398B14}"/>
              </a:ext>
            </a:extLst>
          </p:cNvPr>
          <p:cNvSpPr txBox="1"/>
          <p:nvPr/>
        </p:nvSpPr>
        <p:spPr>
          <a:xfrm>
            <a:off x="5523363" y="740769"/>
            <a:ext cx="498663" cy="646331"/>
          </a:xfrm>
          <a:prstGeom prst="rect">
            <a:avLst/>
          </a:prstGeom>
          <a:noFill/>
        </p:spPr>
        <p:txBody>
          <a:bodyPr wrap="none" rtlCol="0">
            <a:spAutoFit/>
          </a:bodyPr>
          <a:lstStyle/>
          <a:p>
            <a:r>
              <a:rPr lang="en-US" sz="1200" dirty="0"/>
              <a:t>QP</a:t>
            </a:r>
          </a:p>
          <a:p>
            <a:endParaRPr lang="en-US" sz="1200" dirty="0"/>
          </a:p>
          <a:p>
            <a:r>
              <a:rPr lang="en-US" sz="1200" dirty="0"/>
              <a:t>AVG</a:t>
            </a:r>
          </a:p>
        </p:txBody>
      </p:sp>
      <p:cxnSp>
        <p:nvCxnSpPr>
          <p:cNvPr id="22" name="Straight Connector 21">
            <a:extLst>
              <a:ext uri="{FF2B5EF4-FFF2-40B4-BE49-F238E27FC236}">
                <a16:creationId xmlns:a16="http://schemas.microsoft.com/office/drawing/2014/main" id="{5CD214B7-2D33-1333-34E5-70196F9D02C0}"/>
              </a:ext>
            </a:extLst>
          </p:cNvPr>
          <p:cNvCxnSpPr/>
          <p:nvPr/>
        </p:nvCxnSpPr>
        <p:spPr>
          <a:xfrm>
            <a:off x="5309131" y="916916"/>
            <a:ext cx="214232" cy="0"/>
          </a:xfrm>
          <a:prstGeom prst="line">
            <a:avLst/>
          </a:prstGeom>
          <a:ln w="28575">
            <a:solidFill>
              <a:schemeClr val="accent3">
                <a:lumMod val="60000"/>
                <a:lumOff val="4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1FCDE28-827F-2906-EB4A-016FCEDE14C8}"/>
              </a:ext>
            </a:extLst>
          </p:cNvPr>
          <p:cNvCxnSpPr/>
          <p:nvPr/>
        </p:nvCxnSpPr>
        <p:spPr>
          <a:xfrm>
            <a:off x="5317668" y="1267791"/>
            <a:ext cx="214232" cy="0"/>
          </a:xfrm>
          <a:prstGeom prst="line">
            <a:avLst/>
          </a:prstGeom>
          <a:ln w="28575">
            <a:solidFill>
              <a:srgbClr val="FFC00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8108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par>
                                <p:cTn id="8" presetID="22" presetClass="entr" presetSubtype="8"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left)">
                                      <p:cBhvr>
                                        <p:cTn id="10" dur="500"/>
                                        <p:tgtEl>
                                          <p:spTgt spid="1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left)">
                                      <p:cBhvr>
                                        <p:cTn id="16" dur="500"/>
                                        <p:tgtEl>
                                          <p:spTgt spid="20"/>
                                        </p:tgtEl>
                                      </p:cBhvr>
                                    </p:animEffect>
                                  </p:childTnLst>
                                </p:cTn>
                              </p:par>
                              <p:par>
                                <p:cTn id="17" presetID="22" presetClass="entr" presetSubtype="8"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left)">
                                      <p:cBhvr>
                                        <p:cTn id="19" dur="500"/>
                                        <p:tgtEl>
                                          <p:spTgt spid="22"/>
                                        </p:tgtEl>
                                      </p:cBhvr>
                                    </p:animEffect>
                                  </p:childTnLst>
                                </p:cTn>
                              </p:par>
                              <p:par>
                                <p:cTn id="20" presetID="22" presetClass="entr" presetSubtype="8"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left)">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65BB7-93E9-ED2E-B2BE-9B3668AF6836}"/>
              </a:ext>
            </a:extLst>
          </p:cNvPr>
          <p:cNvSpPr>
            <a:spLocks noGrp="1"/>
          </p:cNvSpPr>
          <p:nvPr>
            <p:ph type="title"/>
          </p:nvPr>
        </p:nvSpPr>
        <p:spPr/>
        <p:txBody>
          <a:bodyPr/>
          <a:lstStyle/>
          <a:p>
            <a:r>
              <a:rPr lang="en-US" dirty="0"/>
              <a:t>C2D (CM to DM conversion)</a:t>
            </a:r>
          </a:p>
        </p:txBody>
      </p:sp>
      <p:sp>
        <p:nvSpPr>
          <p:cNvPr id="3" name="Content Placeholder 2">
            <a:extLst>
              <a:ext uri="{FF2B5EF4-FFF2-40B4-BE49-F238E27FC236}">
                <a16:creationId xmlns:a16="http://schemas.microsoft.com/office/drawing/2014/main" id="{BC42EB10-16D5-DBF3-2FD8-88C0F37C3053}"/>
              </a:ext>
            </a:extLst>
          </p:cNvPr>
          <p:cNvSpPr>
            <a:spLocks noGrp="1"/>
          </p:cNvSpPr>
          <p:nvPr>
            <p:ph idx="1"/>
          </p:nvPr>
        </p:nvSpPr>
        <p:spPr/>
        <p:txBody>
          <a:bodyPr/>
          <a:lstStyle/>
          <a:p>
            <a:r>
              <a:rPr lang="en-US" sz="1600" dirty="0">
                <a:latin typeface="Aptos Serif" panose="02020604070405020304" pitchFamily="18" charset="0"/>
                <a:cs typeface="Aptos Serif" panose="02020604070405020304" pitchFamily="18" charset="0"/>
              </a:rPr>
              <a:t>The CM noise can be converted into DM noise by actively forcing the noise in the ground into the Neutral line, by using an active circuit</a:t>
            </a:r>
          </a:p>
          <a:p>
            <a:pPr marL="0" indent="0">
              <a:buNone/>
            </a:pPr>
            <a:endParaRPr lang="en-US" sz="1600" dirty="0">
              <a:latin typeface="Aptos Serif" panose="02020604070405020304" pitchFamily="18" charset="0"/>
              <a:cs typeface="Aptos Serif" panose="02020604070405020304" pitchFamily="18" charset="0"/>
            </a:endParaRPr>
          </a:p>
          <a:p>
            <a:pPr marL="0" indent="0">
              <a:buNone/>
            </a:pPr>
            <a:endParaRPr lang="en-US" sz="1600" dirty="0">
              <a:latin typeface="Aptos Serif" panose="02020604070405020304" pitchFamily="18" charset="0"/>
              <a:cs typeface="Aptos Serif" panose="02020604070405020304" pitchFamily="18" charset="0"/>
            </a:endParaRPr>
          </a:p>
          <a:p>
            <a:pPr marL="0" indent="0">
              <a:buNone/>
            </a:pPr>
            <a:endParaRPr lang="en-US" sz="1600" dirty="0">
              <a:latin typeface="Aptos Serif" panose="02020604070405020304" pitchFamily="18" charset="0"/>
              <a:cs typeface="Aptos Serif" panose="02020604070405020304" pitchFamily="18" charset="0"/>
            </a:endParaRPr>
          </a:p>
          <a:p>
            <a:pPr marL="0" indent="0">
              <a:buNone/>
            </a:pPr>
            <a:endParaRPr lang="en-US" sz="1600" dirty="0">
              <a:latin typeface="Aptos Serif" panose="02020604070405020304" pitchFamily="18" charset="0"/>
              <a:cs typeface="Aptos Serif" panose="02020604070405020304" pitchFamily="18" charset="0"/>
            </a:endParaRPr>
          </a:p>
          <a:p>
            <a:pPr marL="0" indent="0">
              <a:buNone/>
            </a:pPr>
            <a:endParaRPr lang="en-US" sz="1600" dirty="0">
              <a:latin typeface="Aptos Serif" panose="02020604070405020304" pitchFamily="18" charset="0"/>
              <a:cs typeface="Aptos Serif" panose="02020604070405020304" pitchFamily="18" charset="0"/>
            </a:endParaRPr>
          </a:p>
          <a:p>
            <a:pPr marL="0" indent="0">
              <a:buNone/>
            </a:pPr>
            <a:endParaRPr lang="en-US" sz="1600" dirty="0">
              <a:latin typeface="Aptos Serif" panose="02020604070405020304" pitchFamily="18" charset="0"/>
              <a:cs typeface="Aptos Serif" panose="02020604070405020304" pitchFamily="18" charset="0"/>
            </a:endParaRPr>
          </a:p>
          <a:p>
            <a:pPr marL="0" indent="0">
              <a:buNone/>
            </a:pPr>
            <a:endParaRPr lang="en-US" sz="1600" dirty="0">
              <a:latin typeface="Aptos Serif" panose="02020604070405020304" pitchFamily="18" charset="0"/>
              <a:cs typeface="Aptos Serif" panose="02020604070405020304" pitchFamily="18" charset="0"/>
            </a:endParaRPr>
          </a:p>
          <a:p>
            <a:pPr marL="0" indent="0">
              <a:buNone/>
            </a:pPr>
            <a:r>
              <a:rPr lang="en-US" sz="1600" dirty="0">
                <a:latin typeface="Aptos Serif" panose="02020604070405020304" pitchFamily="18" charset="0"/>
                <a:cs typeface="Aptos Serif" panose="02020604070405020304" pitchFamily="18" charset="0"/>
              </a:rPr>
              <a:t>Reference: H. Wang et al., "A Novel Active EMI Filter Based on Transferring Common-Mode Noise to Differential-Mode Noise," IEEE Transactions on Power Electronics, vol. 40, no. 7, p. 8950, July 2025.</a:t>
            </a:r>
          </a:p>
          <a:p>
            <a:pPr marL="0" indent="0">
              <a:buNone/>
            </a:pPr>
            <a:endParaRPr lang="en-US" dirty="0"/>
          </a:p>
        </p:txBody>
      </p:sp>
      <p:sp>
        <p:nvSpPr>
          <p:cNvPr id="4" name="Slide Number Placeholder 3">
            <a:extLst>
              <a:ext uri="{FF2B5EF4-FFF2-40B4-BE49-F238E27FC236}">
                <a16:creationId xmlns:a16="http://schemas.microsoft.com/office/drawing/2014/main" id="{7A591D18-E862-9DE5-BF7B-9B4C4324529C}"/>
              </a:ext>
            </a:extLst>
          </p:cNvPr>
          <p:cNvSpPr>
            <a:spLocks noGrp="1"/>
          </p:cNvSpPr>
          <p:nvPr>
            <p:ph type="sldNum" sz="quarter" idx="10"/>
          </p:nvPr>
        </p:nvSpPr>
        <p:spPr/>
        <p:txBody>
          <a:bodyPr/>
          <a:lstStyle/>
          <a:p>
            <a:pPr>
              <a:defRPr/>
            </a:pPr>
            <a:fld id="{2B97888F-6AF7-4263-B69D-592D8C33BAC7}" type="slidenum">
              <a:rPr lang="en-US" smtClean="0"/>
              <a:pPr>
                <a:defRPr/>
              </a:pPr>
              <a:t>36</a:t>
            </a:fld>
            <a:endParaRPr lang="en-US"/>
          </a:p>
        </p:txBody>
      </p:sp>
      <p:pic>
        <p:nvPicPr>
          <p:cNvPr id="6" name="Picture 5">
            <a:extLst>
              <a:ext uri="{FF2B5EF4-FFF2-40B4-BE49-F238E27FC236}">
                <a16:creationId xmlns:a16="http://schemas.microsoft.com/office/drawing/2014/main" id="{34EB8CE2-619F-BA93-08B7-B43C3790965D}"/>
              </a:ext>
            </a:extLst>
          </p:cNvPr>
          <p:cNvPicPr>
            <a:picLocks noChangeAspect="1"/>
          </p:cNvPicPr>
          <p:nvPr/>
        </p:nvPicPr>
        <p:blipFill>
          <a:blip r:embed="rId2"/>
          <a:stretch>
            <a:fillRect/>
          </a:stretch>
        </p:blipFill>
        <p:spPr>
          <a:xfrm>
            <a:off x="2777705" y="1302356"/>
            <a:ext cx="3588590" cy="2339660"/>
          </a:xfrm>
          <a:prstGeom prst="rect">
            <a:avLst/>
          </a:prstGeom>
        </p:spPr>
      </p:pic>
    </p:spTree>
    <p:extLst>
      <p:ext uri="{BB962C8B-B14F-4D97-AF65-F5344CB8AC3E}">
        <p14:creationId xmlns:p14="http://schemas.microsoft.com/office/powerpoint/2010/main" val="12618589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0DD07531-B8FF-5239-F519-AD6D3884E73A}"/>
              </a:ext>
            </a:extLst>
          </p:cNvPr>
          <p:cNvCxnSpPr>
            <a:cxnSpLocks/>
          </p:cNvCxnSpPr>
          <p:nvPr/>
        </p:nvCxnSpPr>
        <p:spPr>
          <a:xfrm>
            <a:off x="3936769" y="1052534"/>
            <a:ext cx="5092931" cy="0"/>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FD76D84-7058-1773-A7B0-4705F50B115C}"/>
              </a:ext>
            </a:extLst>
          </p:cNvPr>
          <p:cNvSpPr>
            <a:spLocks noGrp="1"/>
          </p:cNvSpPr>
          <p:nvPr>
            <p:ph type="title"/>
          </p:nvPr>
        </p:nvSpPr>
        <p:spPr/>
        <p:txBody>
          <a:bodyPr/>
          <a:lstStyle/>
          <a:p>
            <a:r>
              <a:rPr lang="en-US" dirty="0"/>
              <a:t>The Active circuit involved</a:t>
            </a:r>
          </a:p>
        </p:txBody>
      </p:sp>
      <p:pic>
        <p:nvPicPr>
          <p:cNvPr id="6" name="Content Placeholder 5">
            <a:extLst>
              <a:ext uri="{FF2B5EF4-FFF2-40B4-BE49-F238E27FC236}">
                <a16:creationId xmlns:a16="http://schemas.microsoft.com/office/drawing/2014/main" id="{97B9A05D-F282-949B-9198-418E6E67C5C9}"/>
              </a:ext>
            </a:extLst>
          </p:cNvPr>
          <p:cNvPicPr>
            <a:picLocks noGrp="1" noChangeAspect="1"/>
          </p:cNvPicPr>
          <p:nvPr>
            <p:ph idx="1"/>
          </p:nvPr>
        </p:nvPicPr>
        <p:blipFill>
          <a:blip r:embed="rId2"/>
          <a:stretch>
            <a:fillRect/>
          </a:stretch>
        </p:blipFill>
        <p:spPr bwMode="auto">
          <a:xfrm>
            <a:off x="543750" y="827485"/>
            <a:ext cx="2633067" cy="3709987"/>
          </a:xfrm>
          <a:prstGeom prst="rect">
            <a:avLst/>
          </a:prstGeom>
          <a:noFill/>
          <a:ln w="9525" algn="ctr">
            <a:noFill/>
            <a:miter lim="800000"/>
            <a:headEnd/>
            <a:tailEnd/>
          </a:ln>
        </p:spPr>
      </p:pic>
      <p:sp>
        <p:nvSpPr>
          <p:cNvPr id="4" name="Slide Number Placeholder 3">
            <a:extLst>
              <a:ext uri="{FF2B5EF4-FFF2-40B4-BE49-F238E27FC236}">
                <a16:creationId xmlns:a16="http://schemas.microsoft.com/office/drawing/2014/main" id="{B8742828-7948-932C-5DEE-EB6B9E8C9594}"/>
              </a:ext>
            </a:extLst>
          </p:cNvPr>
          <p:cNvSpPr>
            <a:spLocks noGrp="1"/>
          </p:cNvSpPr>
          <p:nvPr>
            <p:ph type="sldNum" sz="quarter" idx="10"/>
          </p:nvPr>
        </p:nvSpPr>
        <p:spPr/>
        <p:txBody>
          <a:bodyPr/>
          <a:lstStyle/>
          <a:p>
            <a:pPr>
              <a:defRPr/>
            </a:pPr>
            <a:fld id="{2B97888F-6AF7-4263-B69D-592D8C33BAC7}" type="slidenum">
              <a:rPr lang="en-US" smtClean="0"/>
              <a:pPr>
                <a:defRPr/>
              </a:pPr>
              <a:t>37</a:t>
            </a:fld>
            <a:endParaRPr lang="en-US"/>
          </a:p>
        </p:txBody>
      </p:sp>
      <p:sp>
        <p:nvSpPr>
          <p:cNvPr id="7" name="Rectangle 6">
            <a:extLst>
              <a:ext uri="{FF2B5EF4-FFF2-40B4-BE49-F238E27FC236}">
                <a16:creationId xmlns:a16="http://schemas.microsoft.com/office/drawing/2014/main" id="{A3DA6592-C9B7-99EE-10BE-90277E155FB4}"/>
              </a:ext>
            </a:extLst>
          </p:cNvPr>
          <p:cNvSpPr/>
          <p:nvPr/>
        </p:nvSpPr>
        <p:spPr>
          <a:xfrm>
            <a:off x="4307610" y="1079744"/>
            <a:ext cx="983412" cy="668027"/>
          </a:xfrm>
          <a:prstGeom prst="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LISN</a:t>
            </a:r>
          </a:p>
        </p:txBody>
      </p:sp>
      <p:sp>
        <p:nvSpPr>
          <p:cNvPr id="8" name="Rectangle 7">
            <a:extLst>
              <a:ext uri="{FF2B5EF4-FFF2-40B4-BE49-F238E27FC236}">
                <a16:creationId xmlns:a16="http://schemas.microsoft.com/office/drawing/2014/main" id="{58BD6D2C-2709-3C77-B91B-FAD55B537BD4}"/>
              </a:ext>
            </a:extLst>
          </p:cNvPr>
          <p:cNvSpPr/>
          <p:nvPr/>
        </p:nvSpPr>
        <p:spPr>
          <a:xfrm>
            <a:off x="5477217" y="1066804"/>
            <a:ext cx="983412" cy="1440611"/>
          </a:xfrm>
          <a:prstGeom prst="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DM filter</a:t>
            </a:r>
          </a:p>
        </p:txBody>
      </p:sp>
      <p:sp>
        <p:nvSpPr>
          <p:cNvPr id="9" name="Rectangle 8">
            <a:extLst>
              <a:ext uri="{FF2B5EF4-FFF2-40B4-BE49-F238E27FC236}">
                <a16:creationId xmlns:a16="http://schemas.microsoft.com/office/drawing/2014/main" id="{D6BC1544-74A5-9BF2-AE37-C3DA5EC3168B}"/>
              </a:ext>
            </a:extLst>
          </p:cNvPr>
          <p:cNvSpPr/>
          <p:nvPr/>
        </p:nvSpPr>
        <p:spPr>
          <a:xfrm>
            <a:off x="6642100" y="2636086"/>
            <a:ext cx="938891" cy="519041"/>
          </a:xfrm>
          <a:prstGeom prst="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C2D conversion</a:t>
            </a:r>
          </a:p>
          <a:p>
            <a:pPr algn="ctr"/>
            <a:r>
              <a:rPr lang="en-US" sz="1200" dirty="0" err="1"/>
              <a:t>ckt</a:t>
            </a:r>
            <a:endParaRPr lang="en-US" sz="1200" dirty="0"/>
          </a:p>
        </p:txBody>
      </p:sp>
      <p:sp>
        <p:nvSpPr>
          <p:cNvPr id="10" name="Rectangle 9">
            <a:extLst>
              <a:ext uri="{FF2B5EF4-FFF2-40B4-BE49-F238E27FC236}">
                <a16:creationId xmlns:a16="http://schemas.microsoft.com/office/drawing/2014/main" id="{918BBE9E-B118-F0E4-90CD-7BF49C6109AF}"/>
              </a:ext>
            </a:extLst>
          </p:cNvPr>
          <p:cNvSpPr/>
          <p:nvPr/>
        </p:nvSpPr>
        <p:spPr>
          <a:xfrm>
            <a:off x="7792288" y="1066803"/>
            <a:ext cx="983412" cy="1440611"/>
          </a:xfrm>
          <a:prstGeom prst="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EUT</a:t>
            </a:r>
          </a:p>
        </p:txBody>
      </p:sp>
      <p:cxnSp>
        <p:nvCxnSpPr>
          <p:cNvPr id="21" name="Straight Connector 20">
            <a:extLst>
              <a:ext uri="{FF2B5EF4-FFF2-40B4-BE49-F238E27FC236}">
                <a16:creationId xmlns:a16="http://schemas.microsoft.com/office/drawing/2014/main" id="{4BB9D404-DDEC-02AA-E0C8-3DCF73716ECA}"/>
              </a:ext>
            </a:extLst>
          </p:cNvPr>
          <p:cNvCxnSpPr>
            <a:cxnSpLocks/>
          </p:cNvCxnSpPr>
          <p:nvPr/>
        </p:nvCxnSpPr>
        <p:spPr>
          <a:xfrm>
            <a:off x="3789811" y="1760710"/>
            <a:ext cx="1459315" cy="1"/>
          </a:xfrm>
          <a:prstGeom prst="line">
            <a:avLst/>
          </a:prstGeom>
          <a:ln>
            <a:tailEnd type="none"/>
          </a:ln>
        </p:spPr>
        <p:style>
          <a:lnRef idx="1">
            <a:schemeClr val="dk1"/>
          </a:lnRef>
          <a:fillRef idx="0">
            <a:schemeClr val="dk1"/>
          </a:fillRef>
          <a:effectRef idx="0">
            <a:schemeClr val="dk1"/>
          </a:effectRef>
          <a:fontRef idx="minor">
            <a:schemeClr val="tx1"/>
          </a:fontRef>
        </p:style>
      </p:cxnSp>
      <p:sp>
        <p:nvSpPr>
          <p:cNvPr id="22" name="Rectangle 21">
            <a:extLst>
              <a:ext uri="{FF2B5EF4-FFF2-40B4-BE49-F238E27FC236}">
                <a16:creationId xmlns:a16="http://schemas.microsoft.com/office/drawing/2014/main" id="{ADE441C6-E6E5-A11F-B0CC-7FA59C93F643}"/>
              </a:ext>
            </a:extLst>
          </p:cNvPr>
          <p:cNvSpPr/>
          <p:nvPr/>
        </p:nvSpPr>
        <p:spPr>
          <a:xfrm>
            <a:off x="4307610" y="1774979"/>
            <a:ext cx="983412" cy="732435"/>
          </a:xfrm>
          <a:prstGeom prst="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LISN</a:t>
            </a:r>
          </a:p>
        </p:txBody>
      </p:sp>
      <p:cxnSp>
        <p:nvCxnSpPr>
          <p:cNvPr id="24" name="Straight Connector 23">
            <a:extLst>
              <a:ext uri="{FF2B5EF4-FFF2-40B4-BE49-F238E27FC236}">
                <a16:creationId xmlns:a16="http://schemas.microsoft.com/office/drawing/2014/main" id="{3DAD36A8-B16C-4031-6560-9F1F3B856AD8}"/>
              </a:ext>
            </a:extLst>
          </p:cNvPr>
          <p:cNvCxnSpPr>
            <a:cxnSpLocks/>
          </p:cNvCxnSpPr>
          <p:nvPr/>
        </p:nvCxnSpPr>
        <p:spPr>
          <a:xfrm>
            <a:off x="3789811" y="1760710"/>
            <a:ext cx="0" cy="1531345"/>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FAC9A5D9-81CF-DF45-3A3B-C97DC3E200BD}"/>
              </a:ext>
            </a:extLst>
          </p:cNvPr>
          <p:cNvCxnSpPr>
            <a:cxnSpLocks/>
          </p:cNvCxnSpPr>
          <p:nvPr/>
        </p:nvCxnSpPr>
        <p:spPr>
          <a:xfrm>
            <a:off x="3789811" y="3293903"/>
            <a:ext cx="4382639" cy="0"/>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C8C80559-29AB-BE67-6E02-D459081E1535}"/>
              </a:ext>
            </a:extLst>
          </p:cNvPr>
          <p:cNvCxnSpPr>
            <a:cxnSpLocks/>
          </p:cNvCxnSpPr>
          <p:nvPr/>
        </p:nvCxnSpPr>
        <p:spPr>
          <a:xfrm>
            <a:off x="3936769" y="2507414"/>
            <a:ext cx="5092931" cy="0"/>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EA4A3F-34B2-0A57-293F-C9B2D4440BEB}"/>
              </a:ext>
            </a:extLst>
          </p:cNvPr>
          <p:cNvCxnSpPr/>
          <p:nvPr/>
        </p:nvCxnSpPr>
        <p:spPr>
          <a:xfrm>
            <a:off x="7192736" y="2526382"/>
            <a:ext cx="0" cy="156096"/>
          </a:xfrm>
          <a:prstGeom prst="line">
            <a:avLst/>
          </a:prstGeom>
          <a:ln w="12700">
            <a:tailEnd type="arrow"/>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3000B42-AA92-B73F-2E7A-E38F95CEA3DD}"/>
              </a:ext>
            </a:extLst>
          </p:cNvPr>
          <p:cNvCxnSpPr>
            <a:cxnSpLocks/>
          </p:cNvCxnSpPr>
          <p:nvPr/>
        </p:nvCxnSpPr>
        <p:spPr>
          <a:xfrm>
            <a:off x="7192736" y="3155127"/>
            <a:ext cx="0" cy="136928"/>
          </a:xfrm>
          <a:prstGeom prst="line">
            <a:avLst/>
          </a:prstGeom>
          <a:ln w="12700">
            <a:tailEnd type="arrow"/>
          </a:ln>
        </p:spPr>
        <p:style>
          <a:lnRef idx="1">
            <a:schemeClr val="accent1"/>
          </a:lnRef>
          <a:fillRef idx="0">
            <a:schemeClr val="accent1"/>
          </a:fillRef>
          <a:effectRef idx="0">
            <a:schemeClr val="accent1"/>
          </a:effectRef>
          <a:fontRef idx="minor">
            <a:schemeClr val="tx1"/>
          </a:fontRef>
        </p:style>
      </p:cxnSp>
      <p:pic>
        <p:nvPicPr>
          <p:cNvPr id="40" name="Picture 39">
            <a:extLst>
              <a:ext uri="{FF2B5EF4-FFF2-40B4-BE49-F238E27FC236}">
                <a16:creationId xmlns:a16="http://schemas.microsoft.com/office/drawing/2014/main" id="{757067D2-07A0-8151-EDF6-6DEFCC2F64CD}"/>
              </a:ext>
            </a:extLst>
          </p:cNvPr>
          <p:cNvPicPr>
            <a:picLocks noChangeAspect="1"/>
          </p:cNvPicPr>
          <p:nvPr/>
        </p:nvPicPr>
        <p:blipFill>
          <a:blip r:embed="rId3"/>
          <a:stretch>
            <a:fillRect/>
          </a:stretch>
        </p:blipFill>
        <p:spPr>
          <a:xfrm>
            <a:off x="8067675" y="3282589"/>
            <a:ext cx="209550" cy="177800"/>
          </a:xfrm>
          <a:prstGeom prst="rect">
            <a:avLst/>
          </a:prstGeom>
        </p:spPr>
      </p:pic>
      <p:sp>
        <p:nvSpPr>
          <p:cNvPr id="41" name="TextBox 40">
            <a:extLst>
              <a:ext uri="{FF2B5EF4-FFF2-40B4-BE49-F238E27FC236}">
                <a16:creationId xmlns:a16="http://schemas.microsoft.com/office/drawing/2014/main" id="{5BDF2758-4EB5-061F-A562-68F46903F8FF}"/>
              </a:ext>
            </a:extLst>
          </p:cNvPr>
          <p:cNvSpPr txBox="1"/>
          <p:nvPr/>
        </p:nvSpPr>
        <p:spPr>
          <a:xfrm>
            <a:off x="3937975" y="764833"/>
            <a:ext cx="522900" cy="307777"/>
          </a:xfrm>
          <a:prstGeom prst="rect">
            <a:avLst/>
          </a:prstGeom>
          <a:noFill/>
        </p:spPr>
        <p:txBody>
          <a:bodyPr wrap="none" rtlCol="0">
            <a:spAutoFit/>
          </a:bodyPr>
          <a:lstStyle/>
          <a:p>
            <a:r>
              <a:rPr lang="en-US" sz="1400" dirty="0"/>
              <a:t>Line</a:t>
            </a:r>
            <a:endParaRPr lang="en-US" dirty="0"/>
          </a:p>
        </p:txBody>
      </p:sp>
      <p:sp>
        <p:nvSpPr>
          <p:cNvPr id="42" name="TextBox 41">
            <a:extLst>
              <a:ext uri="{FF2B5EF4-FFF2-40B4-BE49-F238E27FC236}">
                <a16:creationId xmlns:a16="http://schemas.microsoft.com/office/drawing/2014/main" id="{577B06A4-E907-01CA-9BCD-3AE09FE3C45A}"/>
              </a:ext>
            </a:extLst>
          </p:cNvPr>
          <p:cNvSpPr txBox="1"/>
          <p:nvPr/>
        </p:nvSpPr>
        <p:spPr>
          <a:xfrm>
            <a:off x="3933223" y="2518728"/>
            <a:ext cx="761747" cy="307777"/>
          </a:xfrm>
          <a:prstGeom prst="rect">
            <a:avLst/>
          </a:prstGeom>
          <a:noFill/>
        </p:spPr>
        <p:txBody>
          <a:bodyPr wrap="none" rtlCol="0">
            <a:spAutoFit/>
          </a:bodyPr>
          <a:lstStyle/>
          <a:p>
            <a:r>
              <a:rPr lang="en-US" sz="1400" dirty="0"/>
              <a:t>Neutral</a:t>
            </a:r>
            <a:endParaRPr lang="en-US" dirty="0"/>
          </a:p>
        </p:txBody>
      </p:sp>
      <p:sp>
        <p:nvSpPr>
          <p:cNvPr id="43" name="TextBox 42">
            <a:extLst>
              <a:ext uri="{FF2B5EF4-FFF2-40B4-BE49-F238E27FC236}">
                <a16:creationId xmlns:a16="http://schemas.microsoft.com/office/drawing/2014/main" id="{BF617C64-E66F-7B3E-5A32-81AB21CE8085}"/>
              </a:ext>
            </a:extLst>
          </p:cNvPr>
          <p:cNvSpPr txBox="1"/>
          <p:nvPr/>
        </p:nvSpPr>
        <p:spPr>
          <a:xfrm>
            <a:off x="5159180" y="3267057"/>
            <a:ext cx="780983" cy="307777"/>
          </a:xfrm>
          <a:prstGeom prst="rect">
            <a:avLst/>
          </a:prstGeom>
          <a:noFill/>
        </p:spPr>
        <p:txBody>
          <a:bodyPr wrap="none" rtlCol="0">
            <a:spAutoFit/>
          </a:bodyPr>
          <a:lstStyle/>
          <a:p>
            <a:r>
              <a:rPr lang="en-US" sz="1400" dirty="0"/>
              <a:t>Ground</a:t>
            </a:r>
            <a:endParaRPr lang="en-US" dirty="0"/>
          </a:p>
        </p:txBody>
      </p:sp>
    </p:spTree>
    <p:extLst>
      <p:ext uri="{BB962C8B-B14F-4D97-AF65-F5344CB8AC3E}">
        <p14:creationId xmlns:p14="http://schemas.microsoft.com/office/powerpoint/2010/main" val="29586882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614F9-78CF-766E-D889-24051C7E778C}"/>
              </a:ext>
            </a:extLst>
          </p:cNvPr>
          <p:cNvSpPr>
            <a:spLocks noGrp="1"/>
          </p:cNvSpPr>
          <p:nvPr>
            <p:ph type="title"/>
          </p:nvPr>
        </p:nvSpPr>
        <p:spPr/>
        <p:txBody>
          <a:bodyPr/>
          <a:lstStyle/>
          <a:p>
            <a:r>
              <a:rPr lang="en-US" dirty="0"/>
              <a:t>Schematic</a:t>
            </a:r>
          </a:p>
        </p:txBody>
      </p:sp>
      <p:sp>
        <p:nvSpPr>
          <p:cNvPr id="4" name="Slide Number Placeholder 3">
            <a:extLst>
              <a:ext uri="{FF2B5EF4-FFF2-40B4-BE49-F238E27FC236}">
                <a16:creationId xmlns:a16="http://schemas.microsoft.com/office/drawing/2014/main" id="{C5B66D0A-D721-CA2C-E5F4-14B667B895AE}"/>
              </a:ext>
            </a:extLst>
          </p:cNvPr>
          <p:cNvSpPr>
            <a:spLocks noGrp="1"/>
          </p:cNvSpPr>
          <p:nvPr>
            <p:ph type="sldNum" sz="quarter" idx="10"/>
          </p:nvPr>
        </p:nvSpPr>
        <p:spPr/>
        <p:txBody>
          <a:bodyPr/>
          <a:lstStyle/>
          <a:p>
            <a:pPr>
              <a:defRPr/>
            </a:pPr>
            <a:fld id="{2B97888F-6AF7-4263-B69D-592D8C33BAC7}" type="slidenum">
              <a:rPr lang="en-US" smtClean="0"/>
              <a:pPr>
                <a:defRPr/>
              </a:pPr>
              <a:t>38</a:t>
            </a:fld>
            <a:endParaRPr lang="en-US"/>
          </a:p>
        </p:txBody>
      </p:sp>
      <p:pic>
        <p:nvPicPr>
          <p:cNvPr id="10" name="Content Placeholder 9">
            <a:extLst>
              <a:ext uri="{FF2B5EF4-FFF2-40B4-BE49-F238E27FC236}">
                <a16:creationId xmlns:a16="http://schemas.microsoft.com/office/drawing/2014/main" id="{7D2E06FD-A388-2C94-4316-3AE4E83CCA42}"/>
              </a:ext>
            </a:extLst>
          </p:cNvPr>
          <p:cNvPicPr>
            <a:picLocks noGrp="1" noChangeAspect="1"/>
          </p:cNvPicPr>
          <p:nvPr>
            <p:ph idx="1"/>
          </p:nvPr>
        </p:nvPicPr>
        <p:blipFill>
          <a:blip r:embed="rId2"/>
          <a:stretch>
            <a:fillRect/>
          </a:stretch>
        </p:blipFill>
        <p:spPr bwMode="auto">
          <a:xfrm>
            <a:off x="905774" y="671118"/>
            <a:ext cx="6935638" cy="3801264"/>
          </a:xfrm>
          <a:prstGeom prst="rect">
            <a:avLst/>
          </a:prstGeom>
          <a:noFill/>
          <a:ln w="9525" algn="ctr">
            <a:noFill/>
            <a:miter lim="800000"/>
            <a:headEnd/>
            <a:tailEnd/>
          </a:ln>
        </p:spPr>
      </p:pic>
    </p:spTree>
    <p:extLst>
      <p:ext uri="{BB962C8B-B14F-4D97-AF65-F5344CB8AC3E}">
        <p14:creationId xmlns:p14="http://schemas.microsoft.com/office/powerpoint/2010/main" val="9008447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D2964-7165-64C3-9AB3-A43EA14D1971}"/>
              </a:ext>
            </a:extLst>
          </p:cNvPr>
          <p:cNvSpPr>
            <a:spLocks noGrp="1"/>
          </p:cNvSpPr>
          <p:nvPr>
            <p:ph type="title"/>
          </p:nvPr>
        </p:nvSpPr>
        <p:spPr>
          <a:xfrm>
            <a:off x="231775" y="107165"/>
            <a:ext cx="8458200" cy="610791"/>
          </a:xfrm>
        </p:spPr>
        <p:txBody>
          <a:bodyPr wrap="square" anchor="ctr">
            <a:normAutofit/>
          </a:bodyPr>
          <a:lstStyle/>
          <a:p>
            <a:r>
              <a:rPr lang="en-US" dirty="0"/>
              <a:t>Targeting CM using C2D | </a:t>
            </a:r>
            <a:r>
              <a:rPr lang="en-US" dirty="0">
                <a:solidFill>
                  <a:schemeClr val="tx1"/>
                </a:solidFill>
              </a:rPr>
              <a:t>Case 1 : Without filter</a:t>
            </a:r>
          </a:p>
        </p:txBody>
      </p:sp>
      <p:pic>
        <p:nvPicPr>
          <p:cNvPr id="6" name="Content Placeholder 5">
            <a:extLst>
              <a:ext uri="{FF2B5EF4-FFF2-40B4-BE49-F238E27FC236}">
                <a16:creationId xmlns:a16="http://schemas.microsoft.com/office/drawing/2014/main" id="{C9C44B73-2052-D3A7-7028-1164F7D6984D}"/>
              </a:ext>
            </a:extLst>
          </p:cNvPr>
          <p:cNvPicPr>
            <a:picLocks noGrp="1" noChangeAspect="1"/>
          </p:cNvPicPr>
          <p:nvPr>
            <p:ph idx="1"/>
          </p:nvPr>
        </p:nvPicPr>
        <p:blipFill>
          <a:blip r:embed="rId2"/>
          <a:stretch>
            <a:fillRect/>
          </a:stretch>
        </p:blipFill>
        <p:spPr bwMode="auto">
          <a:xfrm>
            <a:off x="367166" y="717956"/>
            <a:ext cx="5150771" cy="3709449"/>
          </a:xfrm>
          <a:prstGeom prst="rect">
            <a:avLst/>
          </a:prstGeom>
          <a:noFill/>
          <a:ln w="9525" algn="ctr">
            <a:noFill/>
            <a:miter lim="800000"/>
            <a:headEnd/>
            <a:tailEnd/>
          </a:ln>
        </p:spPr>
      </p:pic>
      <p:sp>
        <p:nvSpPr>
          <p:cNvPr id="4" name="Slide Number Placeholder 3">
            <a:extLst>
              <a:ext uri="{FF2B5EF4-FFF2-40B4-BE49-F238E27FC236}">
                <a16:creationId xmlns:a16="http://schemas.microsoft.com/office/drawing/2014/main" id="{1CCF8110-ABEB-4246-2578-411BED54DC44}"/>
              </a:ext>
            </a:extLst>
          </p:cNvPr>
          <p:cNvSpPr>
            <a:spLocks noGrp="1"/>
          </p:cNvSpPr>
          <p:nvPr>
            <p:ph type="sldNum" sz="quarter" idx="10"/>
          </p:nvPr>
        </p:nvSpPr>
        <p:spPr>
          <a:xfrm>
            <a:off x="6642100" y="4537472"/>
            <a:ext cx="2133600" cy="154782"/>
          </a:xfrm>
        </p:spPr>
        <p:txBody>
          <a:bodyPr wrap="square" anchor="t">
            <a:normAutofit/>
          </a:bodyPr>
          <a:lstStyle/>
          <a:p>
            <a:pPr>
              <a:lnSpc>
                <a:spcPct val="90000"/>
              </a:lnSpc>
              <a:spcAft>
                <a:spcPts val="600"/>
              </a:spcAft>
              <a:defRPr/>
            </a:pPr>
            <a:fld id="{2B97888F-6AF7-4263-B69D-592D8C33BAC7}" type="slidenum">
              <a:rPr lang="en-US" sz="500" smtClean="0"/>
              <a:pPr>
                <a:lnSpc>
                  <a:spcPct val="90000"/>
                </a:lnSpc>
                <a:spcAft>
                  <a:spcPts val="600"/>
                </a:spcAft>
                <a:defRPr/>
              </a:pPr>
              <a:t>39</a:t>
            </a:fld>
            <a:endParaRPr lang="en-US" sz="500"/>
          </a:p>
        </p:txBody>
      </p:sp>
    </p:spTree>
    <p:extLst>
      <p:ext uri="{BB962C8B-B14F-4D97-AF65-F5344CB8AC3E}">
        <p14:creationId xmlns:p14="http://schemas.microsoft.com/office/powerpoint/2010/main" val="35530908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E1A23-1DFC-ECF3-6B72-35118076B916}"/>
              </a:ext>
            </a:extLst>
          </p:cNvPr>
          <p:cNvSpPr>
            <a:spLocks noGrp="1"/>
          </p:cNvSpPr>
          <p:nvPr>
            <p:ph type="title"/>
          </p:nvPr>
        </p:nvSpPr>
        <p:spPr/>
        <p:txBody>
          <a:bodyPr/>
          <a:lstStyle/>
          <a:p>
            <a:r>
              <a:rPr lang="en-US" dirty="0"/>
              <a:t>Targeting CM + DM | </a:t>
            </a:r>
            <a:r>
              <a:rPr lang="en-US" dirty="0">
                <a:solidFill>
                  <a:schemeClr val="tx1"/>
                </a:solidFill>
              </a:rPr>
              <a:t>Case 2: With just Y-cap</a:t>
            </a:r>
          </a:p>
        </p:txBody>
      </p:sp>
      <p:pic>
        <p:nvPicPr>
          <p:cNvPr id="6" name="Content Placeholder 5">
            <a:extLst>
              <a:ext uri="{FF2B5EF4-FFF2-40B4-BE49-F238E27FC236}">
                <a16:creationId xmlns:a16="http://schemas.microsoft.com/office/drawing/2014/main" id="{B0613251-DFBA-1094-6074-A9109F9DF474}"/>
              </a:ext>
            </a:extLst>
          </p:cNvPr>
          <p:cNvPicPr>
            <a:picLocks noGrp="1" noChangeAspect="1"/>
          </p:cNvPicPr>
          <p:nvPr>
            <p:ph idx="1"/>
          </p:nvPr>
        </p:nvPicPr>
        <p:blipFill>
          <a:blip r:embed="rId2"/>
          <a:stretch>
            <a:fillRect/>
          </a:stretch>
        </p:blipFill>
        <p:spPr bwMode="auto">
          <a:xfrm>
            <a:off x="231775" y="772720"/>
            <a:ext cx="4754293" cy="3709987"/>
          </a:xfrm>
          <a:prstGeom prst="rect">
            <a:avLst/>
          </a:prstGeom>
          <a:noFill/>
          <a:ln w="9525" algn="ctr">
            <a:noFill/>
            <a:miter lim="800000"/>
            <a:headEnd/>
            <a:tailEnd/>
          </a:ln>
        </p:spPr>
      </p:pic>
      <p:sp>
        <p:nvSpPr>
          <p:cNvPr id="4" name="Slide Number Placeholder 3">
            <a:extLst>
              <a:ext uri="{FF2B5EF4-FFF2-40B4-BE49-F238E27FC236}">
                <a16:creationId xmlns:a16="http://schemas.microsoft.com/office/drawing/2014/main" id="{A2C5366B-0EF9-C154-FF93-8DF4ABE8D8B6}"/>
              </a:ext>
            </a:extLst>
          </p:cNvPr>
          <p:cNvSpPr>
            <a:spLocks noGrp="1"/>
          </p:cNvSpPr>
          <p:nvPr>
            <p:ph type="sldNum" sz="quarter" idx="10"/>
          </p:nvPr>
        </p:nvSpPr>
        <p:spPr/>
        <p:txBody>
          <a:bodyPr/>
          <a:lstStyle/>
          <a:p>
            <a:pPr>
              <a:defRPr/>
            </a:pPr>
            <a:fld id="{2B97888F-6AF7-4263-B69D-592D8C33BAC7}" type="slidenum">
              <a:rPr lang="en-US" smtClean="0"/>
              <a:pPr>
                <a:defRPr/>
              </a:pPr>
              <a:t>40</a:t>
            </a:fld>
            <a:endParaRPr lang="en-US"/>
          </a:p>
        </p:txBody>
      </p:sp>
      <p:sp>
        <p:nvSpPr>
          <p:cNvPr id="7" name="TextBox 6">
            <a:extLst>
              <a:ext uri="{FF2B5EF4-FFF2-40B4-BE49-F238E27FC236}">
                <a16:creationId xmlns:a16="http://schemas.microsoft.com/office/drawing/2014/main" id="{55AD673A-86BC-A091-F255-62784575B5D8}"/>
              </a:ext>
            </a:extLst>
          </p:cNvPr>
          <p:cNvSpPr txBox="1"/>
          <p:nvPr/>
        </p:nvSpPr>
        <p:spPr>
          <a:xfrm>
            <a:off x="5478236" y="1983921"/>
            <a:ext cx="954107" cy="369332"/>
          </a:xfrm>
          <a:prstGeom prst="rect">
            <a:avLst/>
          </a:prstGeom>
          <a:noFill/>
        </p:spPr>
        <p:txBody>
          <a:bodyPr wrap="none" rtlCol="0">
            <a:spAutoFit/>
          </a:bodyPr>
          <a:lstStyle/>
          <a:p>
            <a:r>
              <a:rPr lang="en-US" dirty="0"/>
              <a:t>-9dBuV</a:t>
            </a:r>
          </a:p>
        </p:txBody>
      </p:sp>
    </p:spTree>
    <p:extLst>
      <p:ext uri="{BB962C8B-B14F-4D97-AF65-F5344CB8AC3E}">
        <p14:creationId xmlns:p14="http://schemas.microsoft.com/office/powerpoint/2010/main" val="2684696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8A534-98AB-BC57-2377-ADCF5E01DADE}"/>
              </a:ext>
            </a:extLst>
          </p:cNvPr>
          <p:cNvSpPr>
            <a:spLocks noGrp="1"/>
          </p:cNvSpPr>
          <p:nvPr>
            <p:ph type="title"/>
          </p:nvPr>
        </p:nvSpPr>
        <p:spPr>
          <a:xfrm>
            <a:off x="231774" y="107165"/>
            <a:ext cx="8789761" cy="610791"/>
          </a:xfrm>
        </p:spPr>
        <p:txBody>
          <a:bodyPr/>
          <a:lstStyle/>
          <a:p>
            <a:r>
              <a:rPr lang="en-US" dirty="0"/>
              <a:t>Targeting CM using C2D | </a:t>
            </a:r>
            <a:r>
              <a:rPr lang="en-US" dirty="0">
                <a:solidFill>
                  <a:schemeClr val="tx1"/>
                </a:solidFill>
              </a:rPr>
              <a:t>Case 3: With C2D AEF + Y-cap</a:t>
            </a:r>
          </a:p>
        </p:txBody>
      </p:sp>
      <p:sp>
        <p:nvSpPr>
          <p:cNvPr id="4" name="Slide Number Placeholder 3">
            <a:extLst>
              <a:ext uri="{FF2B5EF4-FFF2-40B4-BE49-F238E27FC236}">
                <a16:creationId xmlns:a16="http://schemas.microsoft.com/office/drawing/2014/main" id="{1D939712-3FED-B072-84AE-F5DDC3B26328}"/>
              </a:ext>
            </a:extLst>
          </p:cNvPr>
          <p:cNvSpPr>
            <a:spLocks noGrp="1"/>
          </p:cNvSpPr>
          <p:nvPr>
            <p:ph type="sldNum" sz="quarter" idx="10"/>
          </p:nvPr>
        </p:nvSpPr>
        <p:spPr/>
        <p:txBody>
          <a:bodyPr/>
          <a:lstStyle/>
          <a:p>
            <a:pPr>
              <a:defRPr/>
            </a:pPr>
            <a:fld id="{2B97888F-6AF7-4263-B69D-592D8C33BAC7}" type="slidenum">
              <a:rPr lang="en-US" smtClean="0"/>
              <a:pPr>
                <a:defRPr/>
              </a:pPr>
              <a:t>41</a:t>
            </a:fld>
            <a:endParaRPr lang="en-US"/>
          </a:p>
        </p:txBody>
      </p:sp>
      <p:sp>
        <p:nvSpPr>
          <p:cNvPr id="7" name="TextBox 6">
            <a:extLst>
              <a:ext uri="{FF2B5EF4-FFF2-40B4-BE49-F238E27FC236}">
                <a16:creationId xmlns:a16="http://schemas.microsoft.com/office/drawing/2014/main" id="{B4D07AC6-01E0-DF99-AF9F-F02755FDB58F}"/>
              </a:ext>
            </a:extLst>
          </p:cNvPr>
          <p:cNvSpPr txBox="1"/>
          <p:nvPr/>
        </p:nvSpPr>
        <p:spPr>
          <a:xfrm>
            <a:off x="5902779" y="2098221"/>
            <a:ext cx="1082348" cy="369332"/>
          </a:xfrm>
          <a:prstGeom prst="rect">
            <a:avLst/>
          </a:prstGeom>
          <a:noFill/>
        </p:spPr>
        <p:txBody>
          <a:bodyPr wrap="none" rtlCol="0">
            <a:spAutoFit/>
          </a:bodyPr>
          <a:lstStyle/>
          <a:p>
            <a:r>
              <a:rPr lang="en-US" dirty="0"/>
              <a:t>-17dBuV</a:t>
            </a:r>
          </a:p>
        </p:txBody>
      </p:sp>
      <p:pic>
        <p:nvPicPr>
          <p:cNvPr id="11" name="Content Placeholder 10">
            <a:extLst>
              <a:ext uri="{FF2B5EF4-FFF2-40B4-BE49-F238E27FC236}">
                <a16:creationId xmlns:a16="http://schemas.microsoft.com/office/drawing/2014/main" id="{D34CD373-C8EA-FDC1-90D1-D916A09DD07F}"/>
              </a:ext>
            </a:extLst>
          </p:cNvPr>
          <p:cNvPicPr>
            <a:picLocks noGrp="1" noChangeAspect="1"/>
          </p:cNvPicPr>
          <p:nvPr>
            <p:ph idx="1"/>
          </p:nvPr>
        </p:nvPicPr>
        <p:blipFill>
          <a:blip r:embed="rId2"/>
          <a:stretch>
            <a:fillRect/>
          </a:stretch>
        </p:blipFill>
        <p:spPr bwMode="auto">
          <a:xfrm>
            <a:off x="231775" y="717956"/>
            <a:ext cx="5151518" cy="3709987"/>
          </a:xfrm>
          <a:prstGeom prst="rect">
            <a:avLst/>
          </a:prstGeom>
          <a:noFill/>
          <a:ln w="9525" algn="ctr">
            <a:noFill/>
            <a:miter lim="800000"/>
            <a:headEnd/>
            <a:tailEnd/>
          </a:ln>
        </p:spPr>
      </p:pic>
    </p:spTree>
    <p:extLst>
      <p:ext uri="{BB962C8B-B14F-4D97-AF65-F5344CB8AC3E}">
        <p14:creationId xmlns:p14="http://schemas.microsoft.com/office/powerpoint/2010/main" val="8214267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750D5-F7FA-BDC2-5ADB-6A8A283BDD43}"/>
              </a:ext>
            </a:extLst>
          </p:cNvPr>
          <p:cNvSpPr>
            <a:spLocks noGrp="1"/>
          </p:cNvSpPr>
          <p:nvPr>
            <p:ph type="title"/>
          </p:nvPr>
        </p:nvSpPr>
        <p:spPr/>
        <p:txBody>
          <a:bodyPr/>
          <a:lstStyle/>
          <a:p>
            <a:r>
              <a:rPr lang="en-US" dirty="0"/>
              <a:t>ISOP topology- CM noise profile without filter</a:t>
            </a:r>
          </a:p>
        </p:txBody>
      </p:sp>
      <p:pic>
        <p:nvPicPr>
          <p:cNvPr id="6" name="Content Placeholder 5">
            <a:extLst>
              <a:ext uri="{FF2B5EF4-FFF2-40B4-BE49-F238E27FC236}">
                <a16:creationId xmlns:a16="http://schemas.microsoft.com/office/drawing/2014/main" id="{7BFC33DA-F83C-40D9-0EBB-A1AC26D565A1}"/>
              </a:ext>
            </a:extLst>
          </p:cNvPr>
          <p:cNvPicPr>
            <a:picLocks noGrp="1" noChangeAspect="1"/>
          </p:cNvPicPr>
          <p:nvPr>
            <p:ph idx="1"/>
          </p:nvPr>
        </p:nvPicPr>
        <p:blipFill>
          <a:blip r:embed="rId2"/>
          <a:stretch>
            <a:fillRect/>
          </a:stretch>
        </p:blipFill>
        <p:spPr bwMode="auto">
          <a:xfrm>
            <a:off x="1991478" y="785813"/>
            <a:ext cx="5151518" cy="3709987"/>
          </a:xfrm>
          <a:prstGeom prst="rect">
            <a:avLst/>
          </a:prstGeom>
          <a:noFill/>
          <a:ln w="9525" algn="ctr">
            <a:noFill/>
            <a:miter lim="800000"/>
            <a:headEnd/>
            <a:tailEnd/>
          </a:ln>
        </p:spPr>
      </p:pic>
      <p:sp>
        <p:nvSpPr>
          <p:cNvPr id="4" name="Slide Number Placeholder 3">
            <a:extLst>
              <a:ext uri="{FF2B5EF4-FFF2-40B4-BE49-F238E27FC236}">
                <a16:creationId xmlns:a16="http://schemas.microsoft.com/office/drawing/2014/main" id="{7603A87D-9B75-AC3F-D365-AE165D63B8D5}"/>
              </a:ext>
            </a:extLst>
          </p:cNvPr>
          <p:cNvSpPr>
            <a:spLocks noGrp="1"/>
          </p:cNvSpPr>
          <p:nvPr>
            <p:ph type="sldNum" sz="quarter" idx="10"/>
          </p:nvPr>
        </p:nvSpPr>
        <p:spPr/>
        <p:txBody>
          <a:bodyPr/>
          <a:lstStyle/>
          <a:p>
            <a:pPr>
              <a:defRPr/>
            </a:pPr>
            <a:fld id="{2B97888F-6AF7-4263-B69D-592D8C33BAC7}" type="slidenum">
              <a:rPr lang="en-US" smtClean="0"/>
              <a:pPr>
                <a:defRPr/>
              </a:pPr>
              <a:t>42</a:t>
            </a:fld>
            <a:endParaRPr lang="en-US"/>
          </a:p>
        </p:txBody>
      </p:sp>
    </p:spTree>
    <p:extLst>
      <p:ext uri="{BB962C8B-B14F-4D97-AF65-F5344CB8AC3E}">
        <p14:creationId xmlns:p14="http://schemas.microsoft.com/office/powerpoint/2010/main" val="21192744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65934-1C81-C080-2C6B-F818AE739509}"/>
              </a:ext>
            </a:extLst>
          </p:cNvPr>
          <p:cNvSpPr>
            <a:spLocks noGrp="1"/>
          </p:cNvSpPr>
          <p:nvPr>
            <p:ph type="title"/>
          </p:nvPr>
        </p:nvSpPr>
        <p:spPr/>
        <p:txBody>
          <a:bodyPr/>
          <a:lstStyle/>
          <a:p>
            <a:r>
              <a:rPr lang="en-US" dirty="0"/>
              <a:t>ISOP topology – CM noise profile with Y-caps only </a:t>
            </a:r>
          </a:p>
        </p:txBody>
      </p:sp>
      <p:pic>
        <p:nvPicPr>
          <p:cNvPr id="6" name="Content Placeholder 5">
            <a:extLst>
              <a:ext uri="{FF2B5EF4-FFF2-40B4-BE49-F238E27FC236}">
                <a16:creationId xmlns:a16="http://schemas.microsoft.com/office/drawing/2014/main" id="{10632B8B-38B8-299B-F922-59DD7948A94E}"/>
              </a:ext>
            </a:extLst>
          </p:cNvPr>
          <p:cNvPicPr>
            <a:picLocks noGrp="1" noChangeAspect="1"/>
          </p:cNvPicPr>
          <p:nvPr>
            <p:ph idx="1"/>
          </p:nvPr>
        </p:nvPicPr>
        <p:blipFill>
          <a:blip r:embed="rId2"/>
          <a:stretch>
            <a:fillRect/>
          </a:stretch>
        </p:blipFill>
        <p:spPr bwMode="auto">
          <a:xfrm>
            <a:off x="2214147" y="772720"/>
            <a:ext cx="4715706" cy="3709987"/>
          </a:xfrm>
          <a:prstGeom prst="rect">
            <a:avLst/>
          </a:prstGeom>
          <a:noFill/>
          <a:ln w="9525" algn="ctr">
            <a:noFill/>
            <a:miter lim="800000"/>
            <a:headEnd/>
            <a:tailEnd/>
          </a:ln>
        </p:spPr>
      </p:pic>
      <p:sp>
        <p:nvSpPr>
          <p:cNvPr id="4" name="Slide Number Placeholder 3">
            <a:extLst>
              <a:ext uri="{FF2B5EF4-FFF2-40B4-BE49-F238E27FC236}">
                <a16:creationId xmlns:a16="http://schemas.microsoft.com/office/drawing/2014/main" id="{27F4B225-5DA3-C899-7A1B-53B0989479DA}"/>
              </a:ext>
            </a:extLst>
          </p:cNvPr>
          <p:cNvSpPr>
            <a:spLocks noGrp="1"/>
          </p:cNvSpPr>
          <p:nvPr>
            <p:ph type="sldNum" sz="quarter" idx="10"/>
          </p:nvPr>
        </p:nvSpPr>
        <p:spPr/>
        <p:txBody>
          <a:bodyPr/>
          <a:lstStyle/>
          <a:p>
            <a:pPr>
              <a:defRPr/>
            </a:pPr>
            <a:fld id="{2B97888F-6AF7-4263-B69D-592D8C33BAC7}" type="slidenum">
              <a:rPr lang="en-US" smtClean="0"/>
              <a:pPr>
                <a:defRPr/>
              </a:pPr>
              <a:t>43</a:t>
            </a:fld>
            <a:endParaRPr lang="en-US"/>
          </a:p>
        </p:txBody>
      </p:sp>
    </p:spTree>
    <p:extLst>
      <p:ext uri="{BB962C8B-B14F-4D97-AF65-F5344CB8AC3E}">
        <p14:creationId xmlns:p14="http://schemas.microsoft.com/office/powerpoint/2010/main" val="3185468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EEB42-71BF-CC94-CBA1-5594A28A8876}"/>
              </a:ext>
            </a:extLst>
          </p:cNvPr>
          <p:cNvSpPr>
            <a:spLocks noGrp="1"/>
          </p:cNvSpPr>
          <p:nvPr>
            <p:ph type="title"/>
          </p:nvPr>
        </p:nvSpPr>
        <p:spPr>
          <a:xfrm>
            <a:off x="231775" y="107165"/>
            <a:ext cx="8757104" cy="610791"/>
          </a:xfrm>
        </p:spPr>
        <p:txBody>
          <a:bodyPr/>
          <a:lstStyle/>
          <a:p>
            <a:r>
              <a:rPr lang="en-US" dirty="0"/>
              <a:t>ISOP topology – CM noise profile with Y-caps + CM choke</a:t>
            </a:r>
          </a:p>
        </p:txBody>
      </p:sp>
      <p:pic>
        <p:nvPicPr>
          <p:cNvPr id="6" name="Content Placeholder 5">
            <a:extLst>
              <a:ext uri="{FF2B5EF4-FFF2-40B4-BE49-F238E27FC236}">
                <a16:creationId xmlns:a16="http://schemas.microsoft.com/office/drawing/2014/main" id="{8E776599-E30A-6394-6626-F029BF3E5049}"/>
              </a:ext>
            </a:extLst>
          </p:cNvPr>
          <p:cNvPicPr>
            <a:picLocks noGrp="1" noChangeAspect="1"/>
          </p:cNvPicPr>
          <p:nvPr>
            <p:ph idx="1"/>
          </p:nvPr>
        </p:nvPicPr>
        <p:blipFill>
          <a:blip r:embed="rId2"/>
          <a:stretch>
            <a:fillRect/>
          </a:stretch>
        </p:blipFill>
        <p:spPr bwMode="auto">
          <a:xfrm>
            <a:off x="2430084" y="785813"/>
            <a:ext cx="4274307" cy="3709987"/>
          </a:xfrm>
          <a:prstGeom prst="rect">
            <a:avLst/>
          </a:prstGeom>
          <a:noFill/>
          <a:ln w="9525" algn="ctr">
            <a:noFill/>
            <a:miter lim="800000"/>
            <a:headEnd/>
            <a:tailEnd/>
          </a:ln>
        </p:spPr>
      </p:pic>
      <p:sp>
        <p:nvSpPr>
          <p:cNvPr id="4" name="Slide Number Placeholder 3">
            <a:extLst>
              <a:ext uri="{FF2B5EF4-FFF2-40B4-BE49-F238E27FC236}">
                <a16:creationId xmlns:a16="http://schemas.microsoft.com/office/drawing/2014/main" id="{37D9235D-D2E8-4243-1BB9-FDF62B44C5D0}"/>
              </a:ext>
            </a:extLst>
          </p:cNvPr>
          <p:cNvSpPr>
            <a:spLocks noGrp="1"/>
          </p:cNvSpPr>
          <p:nvPr>
            <p:ph type="sldNum" sz="quarter" idx="10"/>
          </p:nvPr>
        </p:nvSpPr>
        <p:spPr/>
        <p:txBody>
          <a:bodyPr/>
          <a:lstStyle/>
          <a:p>
            <a:pPr>
              <a:defRPr/>
            </a:pPr>
            <a:fld id="{2B97888F-6AF7-4263-B69D-592D8C33BAC7}" type="slidenum">
              <a:rPr lang="en-US" smtClean="0"/>
              <a:pPr>
                <a:defRPr/>
              </a:pPr>
              <a:t>44</a:t>
            </a:fld>
            <a:endParaRPr lang="en-US"/>
          </a:p>
        </p:txBody>
      </p:sp>
    </p:spTree>
    <p:extLst>
      <p:ext uri="{BB962C8B-B14F-4D97-AF65-F5344CB8AC3E}">
        <p14:creationId xmlns:p14="http://schemas.microsoft.com/office/powerpoint/2010/main" val="33471531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EFD65-B2D0-6896-356F-B1712B407575}"/>
              </a:ext>
            </a:extLst>
          </p:cNvPr>
          <p:cNvSpPr>
            <a:spLocks noGrp="1"/>
          </p:cNvSpPr>
          <p:nvPr>
            <p:ph type="title"/>
          </p:nvPr>
        </p:nvSpPr>
        <p:spPr>
          <a:xfrm>
            <a:off x="81643" y="107165"/>
            <a:ext cx="8988878" cy="610791"/>
          </a:xfrm>
        </p:spPr>
        <p:txBody>
          <a:bodyPr/>
          <a:lstStyle/>
          <a:p>
            <a:r>
              <a:rPr lang="en-US" dirty="0"/>
              <a:t>ISOP topology- CM noise profile with added C2D AEF</a:t>
            </a:r>
          </a:p>
        </p:txBody>
      </p:sp>
      <p:sp>
        <p:nvSpPr>
          <p:cNvPr id="4" name="Slide Number Placeholder 3">
            <a:extLst>
              <a:ext uri="{FF2B5EF4-FFF2-40B4-BE49-F238E27FC236}">
                <a16:creationId xmlns:a16="http://schemas.microsoft.com/office/drawing/2014/main" id="{566B4F73-3149-A790-72E7-C08111753022}"/>
              </a:ext>
            </a:extLst>
          </p:cNvPr>
          <p:cNvSpPr>
            <a:spLocks noGrp="1"/>
          </p:cNvSpPr>
          <p:nvPr>
            <p:ph type="sldNum" sz="quarter" idx="10"/>
          </p:nvPr>
        </p:nvSpPr>
        <p:spPr/>
        <p:txBody>
          <a:bodyPr/>
          <a:lstStyle/>
          <a:p>
            <a:pPr>
              <a:defRPr/>
            </a:pPr>
            <a:fld id="{2B97888F-6AF7-4263-B69D-592D8C33BAC7}" type="slidenum">
              <a:rPr lang="en-US" smtClean="0"/>
              <a:pPr>
                <a:defRPr/>
              </a:pPr>
              <a:t>45</a:t>
            </a:fld>
            <a:endParaRPr lang="en-US"/>
          </a:p>
        </p:txBody>
      </p:sp>
      <p:pic>
        <p:nvPicPr>
          <p:cNvPr id="10" name="Content Placeholder 9">
            <a:extLst>
              <a:ext uri="{FF2B5EF4-FFF2-40B4-BE49-F238E27FC236}">
                <a16:creationId xmlns:a16="http://schemas.microsoft.com/office/drawing/2014/main" id="{77021A40-C77E-73F4-E148-0716936B0D4B}"/>
              </a:ext>
            </a:extLst>
          </p:cNvPr>
          <p:cNvPicPr>
            <a:picLocks noGrp="1" noChangeAspect="1"/>
          </p:cNvPicPr>
          <p:nvPr>
            <p:ph idx="1"/>
          </p:nvPr>
        </p:nvPicPr>
        <p:blipFill>
          <a:blip r:embed="rId2"/>
          <a:stretch>
            <a:fillRect/>
          </a:stretch>
        </p:blipFill>
        <p:spPr bwMode="auto">
          <a:xfrm>
            <a:off x="2430084" y="785813"/>
            <a:ext cx="4274307" cy="3709987"/>
          </a:xfrm>
          <a:prstGeom prst="rect">
            <a:avLst/>
          </a:prstGeom>
          <a:noFill/>
          <a:ln w="9525" algn="ctr">
            <a:noFill/>
            <a:miter lim="800000"/>
            <a:headEnd/>
            <a:tailEnd/>
          </a:ln>
        </p:spPr>
      </p:pic>
    </p:spTree>
    <p:extLst>
      <p:ext uri="{BB962C8B-B14F-4D97-AF65-F5344CB8AC3E}">
        <p14:creationId xmlns:p14="http://schemas.microsoft.com/office/powerpoint/2010/main" val="30634975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8163F8-0E01-9BC8-A9E4-10F3018CF97E}"/>
              </a:ext>
            </a:extLst>
          </p:cNvPr>
          <p:cNvSpPr>
            <a:spLocks noGrp="1"/>
          </p:cNvSpPr>
          <p:nvPr>
            <p:ph type="title"/>
          </p:nvPr>
        </p:nvSpPr>
        <p:spPr/>
        <p:txBody>
          <a:bodyPr/>
          <a:lstStyle/>
          <a:p>
            <a:r>
              <a:rPr lang="en-US" dirty="0"/>
              <a:t>Thank you…!</a:t>
            </a:r>
          </a:p>
        </p:txBody>
      </p:sp>
      <p:sp>
        <p:nvSpPr>
          <p:cNvPr id="6" name="Text Placeholder 5">
            <a:extLst>
              <a:ext uri="{FF2B5EF4-FFF2-40B4-BE49-F238E27FC236}">
                <a16:creationId xmlns:a16="http://schemas.microsoft.com/office/drawing/2014/main" id="{0301CC06-C8D9-C8DB-654A-B414D8D62C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7C2F1C-318B-0DCF-C42C-0A008CA0956C}"/>
              </a:ext>
            </a:extLst>
          </p:cNvPr>
          <p:cNvSpPr>
            <a:spLocks noGrp="1"/>
          </p:cNvSpPr>
          <p:nvPr>
            <p:ph type="sldNum" sz="quarter" idx="10"/>
          </p:nvPr>
        </p:nvSpPr>
        <p:spPr/>
        <p:txBody>
          <a:bodyPr/>
          <a:lstStyle/>
          <a:p>
            <a:pPr>
              <a:defRPr/>
            </a:pPr>
            <a:r>
              <a:rPr lang="en-US" dirty="0"/>
              <a:t>39</a:t>
            </a:r>
          </a:p>
          <a:p>
            <a:pPr>
              <a:defRPr/>
            </a:pPr>
            <a:endParaRPr lang="en-US" dirty="0"/>
          </a:p>
        </p:txBody>
      </p:sp>
    </p:spTree>
    <p:extLst>
      <p:ext uri="{BB962C8B-B14F-4D97-AF65-F5344CB8AC3E}">
        <p14:creationId xmlns:p14="http://schemas.microsoft.com/office/powerpoint/2010/main" val="336245913"/>
      </p:ext>
    </p:extLst>
  </p:cSld>
  <p:clrMapOvr>
    <a:masterClrMapping/>
  </p:clrMapOvr>
</p:sld>
</file>

<file path=ppt/theme/theme1.xml><?xml version="1.0" encoding="utf-8"?>
<a:theme xmlns:a="http://schemas.openxmlformats.org/drawingml/2006/main" name="FinalPowerpoint">
  <a:themeElements>
    <a:clrScheme name="Custom 1">
      <a:dk1>
        <a:srgbClr val="000000"/>
      </a:dk1>
      <a:lt1>
        <a:srgbClr val="FFFFFF"/>
      </a:lt1>
      <a:dk2>
        <a:srgbClr val="DE0000"/>
      </a:dk2>
      <a:lt2>
        <a:srgbClr val="808080"/>
      </a:lt2>
      <a:accent1>
        <a:srgbClr val="DE0000"/>
      </a:accent1>
      <a:accent2>
        <a:srgbClr val="A4A4A4"/>
      </a:accent2>
      <a:accent3>
        <a:srgbClr val="117788"/>
      </a:accent3>
      <a:accent4>
        <a:srgbClr val="404040"/>
      </a:accent4>
      <a:accent5>
        <a:srgbClr val="4ABED4"/>
      </a:accent5>
      <a:accent6>
        <a:srgbClr val="7F7F7F"/>
      </a:accent6>
      <a:hlink>
        <a:srgbClr val="DE0000"/>
      </a:hlink>
      <a:folHlink>
        <a:srgbClr val="AAAAAA"/>
      </a:folHlink>
    </a:clrScheme>
    <a:fontScheme name="FinalPowerpoi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2700">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FinalPowerpoint 1">
        <a:dk1>
          <a:srgbClr val="000000"/>
        </a:dk1>
        <a:lt1>
          <a:srgbClr val="FFFFFF"/>
        </a:lt1>
        <a:dk2>
          <a:srgbClr val="FF0000"/>
        </a:dk2>
        <a:lt2>
          <a:srgbClr val="808080"/>
        </a:lt2>
        <a:accent1>
          <a:srgbClr val="AAAAAA"/>
        </a:accent1>
        <a:accent2>
          <a:srgbClr val="000000"/>
        </a:accent2>
        <a:accent3>
          <a:srgbClr val="FFFFFF"/>
        </a:accent3>
        <a:accent4>
          <a:srgbClr val="000000"/>
        </a:accent4>
        <a:accent5>
          <a:srgbClr val="D2D2D2"/>
        </a:accent5>
        <a:accent6>
          <a:srgbClr val="000000"/>
        </a:accent6>
        <a:hlink>
          <a:srgbClr val="FF0000"/>
        </a:hlink>
        <a:folHlink>
          <a:srgbClr val="AAAAAA"/>
        </a:folHlink>
      </a:clrScheme>
      <a:clrMap bg1="lt1" tx1="dk1" bg2="lt2" tx2="dk2" accent1="accent1" accent2="accent2" accent3="accent3" accent4="accent4" accent5="accent5" accent6="accent6" hlink="hlink" folHlink="folHlink"/>
    </a:extraClrScheme>
    <a:extraClrScheme>
      <a:clrScheme name="FinalPowerpoint 2">
        <a:dk1>
          <a:srgbClr val="AAAAAA"/>
        </a:dk1>
        <a:lt1>
          <a:srgbClr val="FFFFFF"/>
        </a:lt1>
        <a:dk2>
          <a:srgbClr val="000000"/>
        </a:dk2>
        <a:lt2>
          <a:srgbClr val="FFFFFF"/>
        </a:lt2>
        <a:accent1>
          <a:srgbClr val="AAAAAA"/>
        </a:accent1>
        <a:accent2>
          <a:srgbClr val="FFFFFF"/>
        </a:accent2>
        <a:accent3>
          <a:srgbClr val="AAAAAA"/>
        </a:accent3>
        <a:accent4>
          <a:srgbClr val="DADADA"/>
        </a:accent4>
        <a:accent5>
          <a:srgbClr val="D2D2D2"/>
        </a:accent5>
        <a:accent6>
          <a:srgbClr val="E7E7E7"/>
        </a:accent6>
        <a:hlink>
          <a:srgbClr val="AAAAAA"/>
        </a:hlink>
        <a:folHlink>
          <a:srgbClr val="FF0000"/>
        </a:folHlink>
      </a:clrScheme>
      <a:clrMap bg1="dk2" tx1="lt1" bg2="dk1" tx2="lt2" accent1="accent1" accent2="accent2" accent3="accent3" accent4="accent4" accent5="accent5" accent6="accent6" hlink="hlink" folHlink="folHlink"/>
    </a:extraClrScheme>
    <a:extraClrScheme>
      <a:clrScheme name="FinalPowerpoint 3">
        <a:dk1>
          <a:srgbClr val="808080"/>
        </a:dk1>
        <a:lt1>
          <a:srgbClr val="FFFFFF"/>
        </a:lt1>
        <a:dk2>
          <a:srgbClr val="AAAAAA"/>
        </a:dk2>
        <a:lt2>
          <a:srgbClr val="000000"/>
        </a:lt2>
        <a:accent1>
          <a:srgbClr val="000000"/>
        </a:accent1>
        <a:accent2>
          <a:srgbClr val="AAAAAA"/>
        </a:accent2>
        <a:accent3>
          <a:srgbClr val="D2D2D2"/>
        </a:accent3>
        <a:accent4>
          <a:srgbClr val="DADADA"/>
        </a:accent4>
        <a:accent5>
          <a:srgbClr val="AAAAAA"/>
        </a:accent5>
        <a:accent6>
          <a:srgbClr val="9A9A9A"/>
        </a:accent6>
        <a:hlink>
          <a:srgbClr val="FF0000"/>
        </a:hlink>
        <a:folHlink>
          <a:srgbClr val="FFFFFF"/>
        </a:folHlink>
      </a:clrScheme>
      <a:clrMap bg1="dk2" tx1="lt1" bg2="dk1" tx2="lt2" accent1="accent1" accent2="accent2" accent3="accent3" accent4="accent4" accent5="accent5" accent6="accent6" hlink="hlink" folHlink="folHlink"/>
    </a:extraClrScheme>
    <a:extraClrScheme>
      <a:clrScheme name="FinalPowerpoint 4">
        <a:dk1>
          <a:srgbClr val="000000"/>
        </a:dk1>
        <a:lt1>
          <a:srgbClr val="FF0000"/>
        </a:lt1>
        <a:dk2>
          <a:srgbClr val="FFFFFF"/>
        </a:dk2>
        <a:lt2>
          <a:srgbClr val="000000"/>
        </a:lt2>
        <a:accent1>
          <a:srgbClr val="AAAAAA"/>
        </a:accent1>
        <a:accent2>
          <a:srgbClr val="FFFFFF"/>
        </a:accent2>
        <a:accent3>
          <a:srgbClr val="FFAAAA"/>
        </a:accent3>
        <a:accent4>
          <a:srgbClr val="000000"/>
        </a:accent4>
        <a:accent5>
          <a:srgbClr val="D2D2D2"/>
        </a:accent5>
        <a:accent6>
          <a:srgbClr val="E7E7E7"/>
        </a:accent6>
        <a:hlink>
          <a:srgbClr val="000000"/>
        </a:hlink>
        <a:folHlink>
          <a:srgbClr val="AAAAA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FinalPowerpoint">
  <a:themeElements>
    <a:clrScheme name="Custom 1">
      <a:dk1>
        <a:srgbClr val="000000"/>
      </a:dk1>
      <a:lt1>
        <a:srgbClr val="FFFFFF"/>
      </a:lt1>
      <a:dk2>
        <a:srgbClr val="DE0000"/>
      </a:dk2>
      <a:lt2>
        <a:srgbClr val="808080"/>
      </a:lt2>
      <a:accent1>
        <a:srgbClr val="DE0000"/>
      </a:accent1>
      <a:accent2>
        <a:srgbClr val="A4A4A4"/>
      </a:accent2>
      <a:accent3>
        <a:srgbClr val="117788"/>
      </a:accent3>
      <a:accent4>
        <a:srgbClr val="404040"/>
      </a:accent4>
      <a:accent5>
        <a:srgbClr val="4ABED4"/>
      </a:accent5>
      <a:accent6>
        <a:srgbClr val="7F7F7F"/>
      </a:accent6>
      <a:hlink>
        <a:srgbClr val="DE0000"/>
      </a:hlink>
      <a:folHlink>
        <a:srgbClr val="AAAAAA"/>
      </a:folHlink>
    </a:clrScheme>
    <a:fontScheme name="FinalPowerpoi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inalPowerpoint 1">
        <a:dk1>
          <a:srgbClr val="000000"/>
        </a:dk1>
        <a:lt1>
          <a:srgbClr val="FFFFFF"/>
        </a:lt1>
        <a:dk2>
          <a:srgbClr val="FF0000"/>
        </a:dk2>
        <a:lt2>
          <a:srgbClr val="808080"/>
        </a:lt2>
        <a:accent1>
          <a:srgbClr val="AAAAAA"/>
        </a:accent1>
        <a:accent2>
          <a:srgbClr val="000000"/>
        </a:accent2>
        <a:accent3>
          <a:srgbClr val="FFFFFF"/>
        </a:accent3>
        <a:accent4>
          <a:srgbClr val="000000"/>
        </a:accent4>
        <a:accent5>
          <a:srgbClr val="D2D2D2"/>
        </a:accent5>
        <a:accent6>
          <a:srgbClr val="000000"/>
        </a:accent6>
        <a:hlink>
          <a:srgbClr val="FF0000"/>
        </a:hlink>
        <a:folHlink>
          <a:srgbClr val="AAAAAA"/>
        </a:folHlink>
      </a:clrScheme>
      <a:clrMap bg1="lt1" tx1="dk1" bg2="lt2" tx2="dk2" accent1="accent1" accent2="accent2" accent3="accent3" accent4="accent4" accent5="accent5" accent6="accent6" hlink="hlink" folHlink="folHlink"/>
    </a:extraClrScheme>
    <a:extraClrScheme>
      <a:clrScheme name="FinalPowerpoint 2">
        <a:dk1>
          <a:srgbClr val="AAAAAA"/>
        </a:dk1>
        <a:lt1>
          <a:srgbClr val="FFFFFF"/>
        </a:lt1>
        <a:dk2>
          <a:srgbClr val="000000"/>
        </a:dk2>
        <a:lt2>
          <a:srgbClr val="FFFFFF"/>
        </a:lt2>
        <a:accent1>
          <a:srgbClr val="AAAAAA"/>
        </a:accent1>
        <a:accent2>
          <a:srgbClr val="FFFFFF"/>
        </a:accent2>
        <a:accent3>
          <a:srgbClr val="AAAAAA"/>
        </a:accent3>
        <a:accent4>
          <a:srgbClr val="DADADA"/>
        </a:accent4>
        <a:accent5>
          <a:srgbClr val="D2D2D2"/>
        </a:accent5>
        <a:accent6>
          <a:srgbClr val="E7E7E7"/>
        </a:accent6>
        <a:hlink>
          <a:srgbClr val="AAAAAA"/>
        </a:hlink>
        <a:folHlink>
          <a:srgbClr val="FF0000"/>
        </a:folHlink>
      </a:clrScheme>
      <a:clrMap bg1="dk2" tx1="lt1" bg2="dk1" tx2="lt2" accent1="accent1" accent2="accent2" accent3="accent3" accent4="accent4" accent5="accent5" accent6="accent6" hlink="hlink" folHlink="folHlink"/>
    </a:extraClrScheme>
    <a:extraClrScheme>
      <a:clrScheme name="FinalPowerpoint 3">
        <a:dk1>
          <a:srgbClr val="808080"/>
        </a:dk1>
        <a:lt1>
          <a:srgbClr val="FFFFFF"/>
        </a:lt1>
        <a:dk2>
          <a:srgbClr val="AAAAAA"/>
        </a:dk2>
        <a:lt2>
          <a:srgbClr val="000000"/>
        </a:lt2>
        <a:accent1>
          <a:srgbClr val="000000"/>
        </a:accent1>
        <a:accent2>
          <a:srgbClr val="AAAAAA"/>
        </a:accent2>
        <a:accent3>
          <a:srgbClr val="D2D2D2"/>
        </a:accent3>
        <a:accent4>
          <a:srgbClr val="DADADA"/>
        </a:accent4>
        <a:accent5>
          <a:srgbClr val="AAAAAA"/>
        </a:accent5>
        <a:accent6>
          <a:srgbClr val="9A9A9A"/>
        </a:accent6>
        <a:hlink>
          <a:srgbClr val="FF0000"/>
        </a:hlink>
        <a:folHlink>
          <a:srgbClr val="FFFFFF"/>
        </a:folHlink>
      </a:clrScheme>
      <a:clrMap bg1="dk2" tx1="lt1" bg2="dk1" tx2="lt2" accent1="accent1" accent2="accent2" accent3="accent3" accent4="accent4" accent5="accent5" accent6="accent6" hlink="hlink" folHlink="folHlink"/>
    </a:extraClrScheme>
    <a:extraClrScheme>
      <a:clrScheme name="FinalPowerpoint 4">
        <a:dk1>
          <a:srgbClr val="000000"/>
        </a:dk1>
        <a:lt1>
          <a:srgbClr val="FF0000"/>
        </a:lt1>
        <a:dk2>
          <a:srgbClr val="FFFFFF"/>
        </a:dk2>
        <a:lt2>
          <a:srgbClr val="000000"/>
        </a:lt2>
        <a:accent1>
          <a:srgbClr val="AAAAAA"/>
        </a:accent1>
        <a:accent2>
          <a:srgbClr val="FFFFFF"/>
        </a:accent2>
        <a:accent3>
          <a:srgbClr val="FFAAAA"/>
        </a:accent3>
        <a:accent4>
          <a:srgbClr val="000000"/>
        </a:accent4>
        <a:accent5>
          <a:srgbClr val="D2D2D2"/>
        </a:accent5>
        <a:accent6>
          <a:srgbClr val="E7E7E7"/>
        </a:accent6>
        <a:hlink>
          <a:srgbClr val="000000"/>
        </a:hlink>
        <a:folHlink>
          <a:srgbClr val="AAAAAA"/>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39B88CF1307034BAEBC1E2E5502B50C" ma:contentTypeVersion="4" ma:contentTypeDescription="Create a new document." ma:contentTypeScope="" ma:versionID="7d958731b7881630425657acbe0d705b">
  <xsd:schema xmlns:xsd="http://www.w3.org/2001/XMLSchema" xmlns:xs="http://www.w3.org/2001/XMLSchema" xmlns:p="http://schemas.microsoft.com/office/2006/metadata/properties" xmlns:ns2="c25c0ff6-f1d0-42d4-a800-bde6c17a0707" targetNamespace="http://schemas.microsoft.com/office/2006/metadata/properties" ma:root="true" ma:fieldsID="f23c2367081cfeb571af3998e0a533ba" ns2:_="">
    <xsd:import namespace="c25c0ff6-f1d0-42d4-a800-bde6c17a0707"/>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5c0ff6-f1d0-42d4-a800-bde6c17a0707"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F55AE6D-776F-4C40-97CB-7F1F01AF054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97029294-1B38-43E0-9C3F-B06F044663DB}">
  <ds:schemaRefs>
    <ds:schemaRef ds:uri="http://schemas.microsoft.com/sharepoint/v3/contenttype/forms"/>
  </ds:schemaRefs>
</ds:datastoreItem>
</file>

<file path=customXml/itemProps3.xml><?xml version="1.0" encoding="utf-8"?>
<ds:datastoreItem xmlns:ds="http://schemas.openxmlformats.org/officeDocument/2006/customXml" ds:itemID="{9751F78F-E72A-41B8-837E-6F19F73932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25c0ff6-f1d0-42d4-a800-bde6c17a070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abd91acf-c16c-41cd-b5be-031447adf284}" enabled="1" method="Privileged" siteId="{e5b49634-450b-4709-8abb-1e2b19b982b7}" contentBits="0" removed="0"/>
</clbl:labelList>
</file>

<file path=docProps/app.xml><?xml version="1.0" encoding="utf-8"?>
<Properties xmlns="http://schemas.openxmlformats.org/officeDocument/2006/extended-properties" xmlns:vt="http://schemas.openxmlformats.org/officeDocument/2006/docPropsVTypes">
  <Template/>
  <TotalTime>71870</TotalTime>
  <Words>3189</Words>
  <Application>Microsoft Office PowerPoint</Application>
  <PresentationFormat>On-screen Show (16:9)</PresentationFormat>
  <Paragraphs>526</Paragraphs>
  <Slides>46</Slides>
  <Notes>1</Notes>
  <HiddenSlides>14</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46</vt:i4>
      </vt:variant>
    </vt:vector>
  </HeadingPairs>
  <TitlesOfParts>
    <vt:vector size="53" baseType="lpstr">
      <vt:lpstr>Abadi</vt:lpstr>
      <vt:lpstr>Aldhabi</vt:lpstr>
      <vt:lpstr>Aptos Serif</vt:lpstr>
      <vt:lpstr>Arial</vt:lpstr>
      <vt:lpstr>Cambria Math</vt:lpstr>
      <vt:lpstr>FinalPowerpoint</vt:lpstr>
      <vt:lpstr>2_FinalPowerpoint</vt:lpstr>
      <vt:lpstr>Design Of Differential-mode (DM) Active EMI Filter for ISOP LLC converters</vt:lpstr>
      <vt:lpstr>Objectives of This Work</vt:lpstr>
      <vt:lpstr>Differential-mode (DM) noise | Introduction</vt:lpstr>
      <vt:lpstr>DM noise path in LLC converter circuit (With LISN)</vt:lpstr>
      <vt:lpstr>Passive filters for suppressing DM noise</vt:lpstr>
      <vt:lpstr>Active EMI Filters | Introduction</vt:lpstr>
      <vt:lpstr>Active EMI Filters | Configurations</vt:lpstr>
      <vt:lpstr>Selection of Active Filter Topology: Why Avoid Current Transformers?</vt:lpstr>
      <vt:lpstr>PowerPoint Presentation</vt:lpstr>
      <vt:lpstr>Capacitive Amplification</vt:lpstr>
      <vt:lpstr>Capacitive Amplification</vt:lpstr>
      <vt:lpstr>Choice of Passives</vt:lpstr>
      <vt:lpstr>Choice of Passives| Topology</vt:lpstr>
      <vt:lpstr>Choice of Passives | Addition of snubber</vt:lpstr>
      <vt:lpstr>Components of proposed DM EMI filter</vt:lpstr>
      <vt:lpstr>Gain and Phase curves of the compensation network (isolated)</vt:lpstr>
      <vt:lpstr>Total Loop Gain and Phase curves of the compensation network (with power line effects)</vt:lpstr>
      <vt:lpstr>Total Loop Gain and Phase curves of the compensation network (with power line effects)</vt:lpstr>
      <vt:lpstr>Control loop block diagram of the AEF</vt:lpstr>
      <vt:lpstr>Control loop block diagram of the AEF</vt:lpstr>
      <vt:lpstr>PowerPoint Presentation</vt:lpstr>
      <vt:lpstr>Results| Summary</vt:lpstr>
      <vt:lpstr>ISOP topology – DM noise profile</vt:lpstr>
      <vt:lpstr>ISOP topology- DM noise profile with passives only</vt:lpstr>
      <vt:lpstr>ISOP topology- DM noise profile with passives+AEF</vt:lpstr>
      <vt:lpstr>ISOP topology- DM noise profile with increased passives</vt:lpstr>
      <vt:lpstr>Specifications of Op-Amp used</vt:lpstr>
      <vt:lpstr>ISOP topology- DM noise profile with AEF</vt:lpstr>
      <vt:lpstr>Sentry Schematic - DM noise profile</vt:lpstr>
      <vt:lpstr>Sentry Schematic – With passives only</vt:lpstr>
      <vt:lpstr>Results for Sentry Schematic| Summary</vt:lpstr>
      <vt:lpstr>Sentry Schematic – Without any filter</vt:lpstr>
      <vt:lpstr>Sentry Schematic – With passives only</vt:lpstr>
      <vt:lpstr>Sentry Schematic – With passives + AEF</vt:lpstr>
      <vt:lpstr>Sentry Schematic – With increased passives </vt:lpstr>
      <vt:lpstr>C2D (CM to DM conversion)</vt:lpstr>
      <vt:lpstr>The Active circuit involved</vt:lpstr>
      <vt:lpstr>Schematic</vt:lpstr>
      <vt:lpstr>Targeting CM using C2D | Case 1 : Without filter</vt:lpstr>
      <vt:lpstr>Targeting CM + DM | Case 2: With just Y-cap</vt:lpstr>
      <vt:lpstr>Targeting CM using C2D | Case 3: With C2D AEF + Y-cap</vt:lpstr>
      <vt:lpstr>ISOP topology- CM noise profile without filter</vt:lpstr>
      <vt:lpstr>ISOP topology – CM noise profile with Y-caps only </vt:lpstr>
      <vt:lpstr>ISOP topology – CM noise profile with Y-caps + CM choke</vt:lpstr>
      <vt:lpstr>ISOP topology- CM noise profile with added C2D AEF</vt:lpstr>
      <vt:lpstr>Thank you…!</vt:lpstr>
    </vt:vector>
  </TitlesOfParts>
  <Company>Texas Instruments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Here</dc:title>
  <dc:creator>Kari Drews</dc:creator>
  <cp:lastModifiedBy>Suhani Biswal</cp:lastModifiedBy>
  <cp:revision>500</cp:revision>
  <dcterms:created xsi:type="dcterms:W3CDTF">2007-12-19T20:51:45Z</dcterms:created>
  <dcterms:modified xsi:type="dcterms:W3CDTF">2026-07-20T19:43:29Z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0x010100639B88CF1307034BAEBC1E2E5502B50C</vt:lpwstr>
  </property>
</Properties>
</file>